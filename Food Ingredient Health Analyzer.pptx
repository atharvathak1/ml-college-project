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0"/>
  </p:notesMasterIdLst>
  <p:sldIdLst>
    <p:sldId id="257" r:id="rId2"/>
    <p:sldId id="256" r:id="rId3"/>
    <p:sldId id="259" r:id="rId4"/>
    <p:sldId id="269" r:id="rId5"/>
    <p:sldId id="277" r:id="rId6"/>
    <p:sldId id="273" r:id="rId7"/>
    <p:sldId id="265" r:id="rId8"/>
    <p:sldId id="270" r:id="rId9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1"/>
    </p:embeddedFont>
    <p:embeddedFont>
      <p:font typeface="Marcellus" panose="020B0604020202020204" charset="0"/>
      <p:regular r:id="rId12"/>
    </p:embeddedFont>
    <p:embeddedFont>
      <p:font typeface="Mulish" panose="020B0604020202020204" charset="0"/>
      <p:regular r:id="rId13"/>
      <p:bold r:id="rId14"/>
      <p:italic r:id="rId15"/>
      <p:boldItalic r:id="rId16"/>
    </p:embeddedFont>
    <p:embeddedFont>
      <p:font typeface="Nunito Light" pitchFamily="2" charset="0"/>
      <p:regular r:id="rId17"/>
      <p:italic r:id="rId18"/>
    </p:embeddedFont>
    <p:embeddedFont>
      <p:font typeface="Raleway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41E250-EC07-4CF6-9B2D-016BA9946023}">
  <a:tblStyle styleId="{2C41E250-EC07-4CF6-9B2D-016BA994602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62A3627-0090-419D-9F16-81D37197B42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9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g51b1a71d38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8" name="Google Shape;1968;g51b1a71d38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1910c9cffe2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1910c9cffe2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9" name="Google Shape;1239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66450" y="901900"/>
            <a:ext cx="6616800" cy="150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66450" y="2695975"/>
            <a:ext cx="2798700" cy="61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-4557575">
            <a:off x="8386430" y="952568"/>
            <a:ext cx="290849" cy="238760"/>
            <a:chOff x="8209488" y="3016721"/>
            <a:chExt cx="290857" cy="238766"/>
          </a:xfrm>
        </p:grpSpPr>
        <p:sp>
          <p:nvSpPr>
            <p:cNvPr id="12" name="Google Shape;12;p2"/>
            <p:cNvSpPr/>
            <p:nvPr/>
          </p:nvSpPr>
          <p:spPr>
            <a:xfrm>
              <a:off x="8209488" y="3017443"/>
              <a:ext cx="290857" cy="238044"/>
            </a:xfrm>
            <a:custGeom>
              <a:avLst/>
              <a:gdLst/>
              <a:ahLst/>
              <a:cxnLst/>
              <a:rect l="l" t="t" r="r" b="b"/>
              <a:pathLst>
                <a:path w="11681" h="9560" extrusionOk="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216435" y="3016721"/>
              <a:ext cx="283213" cy="230474"/>
            </a:xfrm>
            <a:custGeom>
              <a:avLst/>
              <a:gdLst/>
              <a:ahLst/>
              <a:cxnLst/>
              <a:rect l="l" t="t" r="r" b="b"/>
              <a:pathLst>
                <a:path w="11374" h="9256" extrusionOk="0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8342089">
            <a:off x="252038" y="438381"/>
            <a:ext cx="523936" cy="327115"/>
            <a:chOff x="5041635" y="3575776"/>
            <a:chExt cx="335278" cy="209309"/>
          </a:xfrm>
        </p:grpSpPr>
        <p:sp>
          <p:nvSpPr>
            <p:cNvPr id="15" name="Google Shape;15;p2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9764795">
            <a:off x="8028623" y="438426"/>
            <a:ext cx="523946" cy="327118"/>
            <a:chOff x="5041635" y="3575776"/>
            <a:chExt cx="335278" cy="209309"/>
          </a:xfrm>
        </p:grpSpPr>
        <p:sp>
          <p:nvSpPr>
            <p:cNvPr id="18" name="Google Shape;18;p2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0" name="Google Shape;20;p2"/>
          <p:cNvSpPr/>
          <p:nvPr/>
        </p:nvSpPr>
        <p:spPr>
          <a:xfrm>
            <a:off x="7456763" y="344097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p2"/>
          <p:cNvSpPr/>
          <p:nvPr/>
        </p:nvSpPr>
        <p:spPr>
          <a:xfrm flipH="1">
            <a:off x="2050050" y="492272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2" name="Google Shape;22;p2"/>
          <p:cNvGrpSpPr/>
          <p:nvPr/>
        </p:nvGrpSpPr>
        <p:grpSpPr>
          <a:xfrm rot="6379958">
            <a:off x="166588" y="1113799"/>
            <a:ext cx="290843" cy="238755"/>
            <a:chOff x="8209488" y="3016721"/>
            <a:chExt cx="290857" cy="238766"/>
          </a:xfrm>
        </p:grpSpPr>
        <p:sp>
          <p:nvSpPr>
            <p:cNvPr id="23" name="Google Shape;23;p2"/>
            <p:cNvSpPr/>
            <p:nvPr/>
          </p:nvSpPr>
          <p:spPr>
            <a:xfrm>
              <a:off x="8209488" y="3017443"/>
              <a:ext cx="290857" cy="238044"/>
            </a:xfrm>
            <a:custGeom>
              <a:avLst/>
              <a:gdLst/>
              <a:ahLst/>
              <a:cxnLst/>
              <a:rect l="l" t="t" r="r" b="b"/>
              <a:pathLst>
                <a:path w="11681" h="9560" extrusionOk="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216435" y="3016721"/>
              <a:ext cx="283213" cy="230474"/>
            </a:xfrm>
            <a:custGeom>
              <a:avLst/>
              <a:gdLst/>
              <a:ahLst/>
              <a:cxnLst/>
              <a:rect l="l" t="t" r="r" b="b"/>
              <a:pathLst>
                <a:path w="11374" h="9256" extrusionOk="0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 sz="1400"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47" name="Google Shape;47;p4"/>
          <p:cNvGrpSpPr/>
          <p:nvPr/>
        </p:nvGrpSpPr>
        <p:grpSpPr>
          <a:xfrm>
            <a:off x="-1123849" y="-2813331"/>
            <a:ext cx="11947265" cy="9793223"/>
            <a:chOff x="-1123849" y="-2813331"/>
            <a:chExt cx="11947265" cy="9793223"/>
          </a:xfrm>
        </p:grpSpPr>
        <p:sp>
          <p:nvSpPr>
            <p:cNvPr id="48" name="Google Shape;48;p4"/>
            <p:cNvSpPr/>
            <p:nvPr/>
          </p:nvSpPr>
          <p:spPr>
            <a:xfrm>
              <a:off x="-1123849" y="4113950"/>
              <a:ext cx="2854641" cy="2865942"/>
            </a:xfrm>
            <a:custGeom>
              <a:avLst/>
              <a:gdLst/>
              <a:ahLst/>
              <a:cxnLst/>
              <a:rect l="l" t="t" r="r" b="b"/>
              <a:pathLst>
                <a:path w="53298" h="53509" extrusionOk="0">
                  <a:moveTo>
                    <a:pt x="26115" y="1"/>
                  </a:moveTo>
                  <a:cubicBezTo>
                    <a:pt x="24636" y="1"/>
                    <a:pt x="23162" y="136"/>
                    <a:pt x="21715" y="417"/>
                  </a:cubicBezTo>
                  <a:cubicBezTo>
                    <a:pt x="17840" y="1169"/>
                    <a:pt x="14133" y="2814"/>
                    <a:pt x="11011" y="5295"/>
                  </a:cubicBezTo>
                  <a:cubicBezTo>
                    <a:pt x="3568" y="11260"/>
                    <a:pt x="0" y="21602"/>
                    <a:pt x="1896" y="30968"/>
                  </a:cubicBezTo>
                  <a:cubicBezTo>
                    <a:pt x="3763" y="40334"/>
                    <a:pt x="10844" y="48390"/>
                    <a:pt x="19764" y="51791"/>
                  </a:cubicBezTo>
                  <a:cubicBezTo>
                    <a:pt x="22579" y="52876"/>
                    <a:pt x="25624" y="53509"/>
                    <a:pt x="28640" y="53509"/>
                  </a:cubicBezTo>
                  <a:cubicBezTo>
                    <a:pt x="30970" y="53509"/>
                    <a:pt x="33283" y="53131"/>
                    <a:pt x="35458" y="52293"/>
                  </a:cubicBezTo>
                  <a:cubicBezTo>
                    <a:pt x="40141" y="50481"/>
                    <a:pt x="43848" y="46662"/>
                    <a:pt x="46636" y="42397"/>
                  </a:cubicBezTo>
                  <a:cubicBezTo>
                    <a:pt x="50873" y="35902"/>
                    <a:pt x="53298" y="28013"/>
                    <a:pt x="51960" y="20375"/>
                  </a:cubicBezTo>
                  <a:cubicBezTo>
                    <a:pt x="49955" y="8517"/>
                    <a:pt x="37858" y="1"/>
                    <a:pt x="261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" name="Google Shape;49;p4"/>
            <p:cNvSpPr/>
            <p:nvPr/>
          </p:nvSpPr>
          <p:spPr>
            <a:xfrm rot="-6629057">
              <a:off x="6518038" y="-2078730"/>
              <a:ext cx="3973472" cy="3465921"/>
            </a:xfrm>
            <a:custGeom>
              <a:avLst/>
              <a:gdLst/>
              <a:ahLst/>
              <a:cxnLst/>
              <a:rect l="l" t="t" r="r" b="b"/>
              <a:pathLst>
                <a:path w="102470" h="89381" extrusionOk="0">
                  <a:moveTo>
                    <a:pt x="56831" y="0"/>
                  </a:moveTo>
                  <a:cubicBezTo>
                    <a:pt x="53643" y="0"/>
                    <a:pt x="50453" y="484"/>
                    <a:pt x="47667" y="1960"/>
                  </a:cubicBezTo>
                  <a:cubicBezTo>
                    <a:pt x="42008" y="5027"/>
                    <a:pt x="39276" y="11466"/>
                    <a:pt x="36823" y="17431"/>
                  </a:cubicBezTo>
                  <a:cubicBezTo>
                    <a:pt x="34398" y="23397"/>
                    <a:pt x="31360" y="29808"/>
                    <a:pt x="25478" y="32400"/>
                  </a:cubicBezTo>
                  <a:cubicBezTo>
                    <a:pt x="20070" y="34825"/>
                    <a:pt x="13492" y="33348"/>
                    <a:pt x="8195" y="35996"/>
                  </a:cubicBezTo>
                  <a:cubicBezTo>
                    <a:pt x="2648" y="38756"/>
                    <a:pt x="0" y="45613"/>
                    <a:pt x="725" y="51746"/>
                  </a:cubicBezTo>
                  <a:cubicBezTo>
                    <a:pt x="1450" y="57906"/>
                    <a:pt x="4934" y="63398"/>
                    <a:pt x="9032" y="68053"/>
                  </a:cubicBezTo>
                  <a:cubicBezTo>
                    <a:pt x="20907" y="81555"/>
                    <a:pt x="38847" y="89381"/>
                    <a:pt x="56778" y="89381"/>
                  </a:cubicBezTo>
                  <a:cubicBezTo>
                    <a:pt x="60355" y="89381"/>
                    <a:pt x="63931" y="89069"/>
                    <a:pt x="67458" y="88430"/>
                  </a:cubicBezTo>
                  <a:cubicBezTo>
                    <a:pt x="72810" y="87454"/>
                    <a:pt x="78162" y="85753"/>
                    <a:pt x="82706" y="82771"/>
                  </a:cubicBezTo>
                  <a:cubicBezTo>
                    <a:pt x="90149" y="77893"/>
                    <a:pt x="95055" y="69837"/>
                    <a:pt x="97619" y="61335"/>
                  </a:cubicBezTo>
                  <a:cubicBezTo>
                    <a:pt x="100825" y="50742"/>
                    <a:pt x="102470" y="39090"/>
                    <a:pt x="99571" y="28135"/>
                  </a:cubicBezTo>
                  <a:cubicBezTo>
                    <a:pt x="97146" y="18853"/>
                    <a:pt x="90288" y="11215"/>
                    <a:pt x="81926" y="6755"/>
                  </a:cubicBezTo>
                  <a:cubicBezTo>
                    <a:pt x="79222" y="5333"/>
                    <a:pt x="76434" y="4163"/>
                    <a:pt x="73591" y="3131"/>
                  </a:cubicBezTo>
                  <a:cubicBezTo>
                    <a:pt x="69242" y="1542"/>
                    <a:pt x="64671" y="567"/>
                    <a:pt x="60071" y="149"/>
                  </a:cubicBezTo>
                  <a:cubicBezTo>
                    <a:pt x="59002" y="57"/>
                    <a:pt x="57917" y="0"/>
                    <a:pt x="568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50" name="Google Shape;50;p4"/>
            <p:cNvGrpSpPr/>
            <p:nvPr/>
          </p:nvGrpSpPr>
          <p:grpSpPr>
            <a:xfrm rot="-4557575">
              <a:off x="8285355" y="1048480"/>
              <a:ext cx="290849" cy="238760"/>
              <a:chOff x="8209488" y="3016721"/>
              <a:chExt cx="290857" cy="238766"/>
            </a:xfrm>
          </p:grpSpPr>
          <p:sp>
            <p:nvSpPr>
              <p:cNvPr id="51" name="Google Shape;51;p4"/>
              <p:cNvSpPr/>
              <p:nvPr/>
            </p:nvSpPr>
            <p:spPr>
              <a:xfrm>
                <a:off x="8209488" y="3017443"/>
                <a:ext cx="290857" cy="238044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9560" extrusionOk="0">
                    <a:moveTo>
                      <a:pt x="7250" y="0"/>
                    </a:moveTo>
                    <a:cubicBezTo>
                      <a:pt x="6732" y="0"/>
                      <a:pt x="6214" y="163"/>
                      <a:pt x="5883" y="557"/>
                    </a:cubicBezTo>
                    <a:cubicBezTo>
                      <a:pt x="5269" y="1282"/>
                      <a:pt x="5492" y="2648"/>
                      <a:pt x="4656" y="3149"/>
                    </a:cubicBezTo>
                    <a:cubicBezTo>
                      <a:pt x="4455" y="3270"/>
                      <a:pt x="4241" y="3313"/>
                      <a:pt x="4019" y="3313"/>
                    </a:cubicBezTo>
                    <a:cubicBezTo>
                      <a:pt x="3455" y="3313"/>
                      <a:pt x="2838" y="3035"/>
                      <a:pt x="2245" y="3035"/>
                    </a:cubicBezTo>
                    <a:cubicBezTo>
                      <a:pt x="2099" y="3035"/>
                      <a:pt x="1955" y="3052"/>
                      <a:pt x="1813" y="3094"/>
                    </a:cubicBezTo>
                    <a:cubicBezTo>
                      <a:pt x="1367" y="3233"/>
                      <a:pt x="1032" y="3623"/>
                      <a:pt x="837" y="4041"/>
                    </a:cubicBezTo>
                    <a:cubicBezTo>
                      <a:pt x="614" y="4460"/>
                      <a:pt x="558" y="4906"/>
                      <a:pt x="475" y="5352"/>
                    </a:cubicBezTo>
                    <a:cubicBezTo>
                      <a:pt x="335" y="6160"/>
                      <a:pt x="252" y="6913"/>
                      <a:pt x="112" y="7749"/>
                    </a:cubicBezTo>
                    <a:cubicBezTo>
                      <a:pt x="29" y="8278"/>
                      <a:pt x="1" y="8724"/>
                      <a:pt x="475" y="9031"/>
                    </a:cubicBezTo>
                    <a:cubicBezTo>
                      <a:pt x="1151" y="9433"/>
                      <a:pt x="2068" y="9560"/>
                      <a:pt x="2933" y="9560"/>
                    </a:cubicBezTo>
                    <a:cubicBezTo>
                      <a:pt x="3387" y="9560"/>
                      <a:pt x="3827" y="9525"/>
                      <a:pt x="4210" y="9477"/>
                    </a:cubicBezTo>
                    <a:cubicBezTo>
                      <a:pt x="5743" y="9254"/>
                      <a:pt x="7221" y="8557"/>
                      <a:pt x="8336" y="7526"/>
                    </a:cubicBezTo>
                    <a:cubicBezTo>
                      <a:pt x="10203" y="5742"/>
                      <a:pt x="11040" y="3149"/>
                      <a:pt x="11681" y="641"/>
                    </a:cubicBezTo>
                    <a:lnTo>
                      <a:pt x="11681" y="641"/>
                    </a:lnTo>
                    <a:cubicBezTo>
                      <a:pt x="11374" y="822"/>
                      <a:pt x="11040" y="892"/>
                      <a:pt x="10698" y="892"/>
                    </a:cubicBezTo>
                    <a:cubicBezTo>
                      <a:pt x="10357" y="892"/>
                      <a:pt x="10008" y="822"/>
                      <a:pt x="9674" y="724"/>
                    </a:cubicBezTo>
                    <a:cubicBezTo>
                      <a:pt x="9060" y="501"/>
                      <a:pt x="8419" y="195"/>
                      <a:pt x="7778" y="55"/>
                    </a:cubicBezTo>
                    <a:cubicBezTo>
                      <a:pt x="7607" y="20"/>
                      <a:pt x="7428" y="0"/>
                      <a:pt x="72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2" name="Google Shape;52;p4"/>
              <p:cNvSpPr/>
              <p:nvPr/>
            </p:nvSpPr>
            <p:spPr>
              <a:xfrm>
                <a:off x="8216435" y="3016721"/>
                <a:ext cx="283213" cy="230474"/>
              </a:xfrm>
              <a:custGeom>
                <a:avLst/>
                <a:gdLst/>
                <a:ahLst/>
                <a:cxnLst/>
                <a:rect l="l" t="t" r="r" b="b"/>
                <a:pathLst>
                  <a:path w="11374" h="9256" extrusionOk="0">
                    <a:moveTo>
                      <a:pt x="6997" y="1"/>
                    </a:moveTo>
                    <a:cubicBezTo>
                      <a:pt x="5994" y="1199"/>
                      <a:pt x="5492" y="2844"/>
                      <a:pt x="5743" y="4377"/>
                    </a:cubicBezTo>
                    <a:cubicBezTo>
                      <a:pt x="5604" y="4433"/>
                      <a:pt x="5436" y="4516"/>
                      <a:pt x="5297" y="4572"/>
                    </a:cubicBezTo>
                    <a:cubicBezTo>
                      <a:pt x="4600" y="4935"/>
                      <a:pt x="3931" y="5297"/>
                      <a:pt x="3318" y="5771"/>
                    </a:cubicBezTo>
                    <a:cubicBezTo>
                      <a:pt x="3234" y="4935"/>
                      <a:pt x="3262" y="4098"/>
                      <a:pt x="3401" y="3290"/>
                    </a:cubicBezTo>
                    <a:cubicBezTo>
                      <a:pt x="3346" y="3290"/>
                      <a:pt x="3262" y="3262"/>
                      <a:pt x="3206" y="3262"/>
                    </a:cubicBezTo>
                    <a:cubicBezTo>
                      <a:pt x="3011" y="4126"/>
                      <a:pt x="2983" y="5046"/>
                      <a:pt x="3095" y="5910"/>
                    </a:cubicBezTo>
                    <a:cubicBezTo>
                      <a:pt x="2537" y="6273"/>
                      <a:pt x="2008" y="6746"/>
                      <a:pt x="1506" y="7192"/>
                    </a:cubicBezTo>
                    <a:cubicBezTo>
                      <a:pt x="1004" y="6022"/>
                      <a:pt x="837" y="4684"/>
                      <a:pt x="1032" y="3401"/>
                    </a:cubicBezTo>
                    <a:lnTo>
                      <a:pt x="1032" y="3401"/>
                    </a:lnTo>
                    <a:cubicBezTo>
                      <a:pt x="948" y="3485"/>
                      <a:pt x="865" y="3569"/>
                      <a:pt x="809" y="3708"/>
                    </a:cubicBezTo>
                    <a:cubicBezTo>
                      <a:pt x="670" y="4935"/>
                      <a:pt x="837" y="6217"/>
                      <a:pt x="1311" y="7360"/>
                    </a:cubicBezTo>
                    <a:cubicBezTo>
                      <a:pt x="865" y="7778"/>
                      <a:pt x="419" y="8280"/>
                      <a:pt x="1" y="8726"/>
                    </a:cubicBezTo>
                    <a:cubicBezTo>
                      <a:pt x="29" y="8809"/>
                      <a:pt x="56" y="8837"/>
                      <a:pt x="140" y="8893"/>
                    </a:cubicBezTo>
                    <a:cubicBezTo>
                      <a:pt x="530" y="8475"/>
                      <a:pt x="893" y="8057"/>
                      <a:pt x="1311" y="7638"/>
                    </a:cubicBezTo>
                    <a:lnTo>
                      <a:pt x="1506" y="7834"/>
                    </a:lnTo>
                    <a:cubicBezTo>
                      <a:pt x="2259" y="8558"/>
                      <a:pt x="3346" y="9088"/>
                      <a:pt x="4628" y="9255"/>
                    </a:cubicBezTo>
                    <a:lnTo>
                      <a:pt x="4767" y="9255"/>
                    </a:lnTo>
                    <a:cubicBezTo>
                      <a:pt x="4935" y="9227"/>
                      <a:pt x="5158" y="9144"/>
                      <a:pt x="5325" y="9088"/>
                    </a:cubicBezTo>
                    <a:lnTo>
                      <a:pt x="5325" y="9088"/>
                    </a:lnTo>
                    <a:cubicBezTo>
                      <a:pt x="5172" y="9102"/>
                      <a:pt x="5039" y="9109"/>
                      <a:pt x="4921" y="9109"/>
                    </a:cubicBezTo>
                    <a:cubicBezTo>
                      <a:pt x="4802" y="9109"/>
                      <a:pt x="4698" y="9102"/>
                      <a:pt x="4600" y="9088"/>
                    </a:cubicBezTo>
                    <a:cubicBezTo>
                      <a:pt x="3262" y="8893"/>
                      <a:pt x="2147" y="8335"/>
                      <a:pt x="1422" y="7555"/>
                    </a:cubicBezTo>
                    <a:cubicBezTo>
                      <a:pt x="1952" y="7053"/>
                      <a:pt x="2509" y="6607"/>
                      <a:pt x="3095" y="6189"/>
                    </a:cubicBezTo>
                    <a:cubicBezTo>
                      <a:pt x="4349" y="7165"/>
                      <a:pt x="5855" y="7778"/>
                      <a:pt x="7416" y="8029"/>
                    </a:cubicBezTo>
                    <a:cubicBezTo>
                      <a:pt x="7499" y="7945"/>
                      <a:pt x="7583" y="7917"/>
                      <a:pt x="7666" y="7861"/>
                    </a:cubicBezTo>
                    <a:cubicBezTo>
                      <a:pt x="6105" y="7638"/>
                      <a:pt x="4572" y="7025"/>
                      <a:pt x="3318" y="6077"/>
                    </a:cubicBezTo>
                    <a:cubicBezTo>
                      <a:pt x="3959" y="5631"/>
                      <a:pt x="4628" y="5213"/>
                      <a:pt x="5325" y="4851"/>
                    </a:cubicBezTo>
                    <a:cubicBezTo>
                      <a:pt x="6440" y="5659"/>
                      <a:pt x="7806" y="6161"/>
                      <a:pt x="9172" y="6245"/>
                    </a:cubicBezTo>
                    <a:cubicBezTo>
                      <a:pt x="9200" y="6189"/>
                      <a:pt x="9255" y="6105"/>
                      <a:pt x="9283" y="6050"/>
                    </a:cubicBezTo>
                    <a:cubicBezTo>
                      <a:pt x="7973" y="5966"/>
                      <a:pt x="6635" y="5520"/>
                      <a:pt x="5548" y="4767"/>
                    </a:cubicBezTo>
                    <a:cubicBezTo>
                      <a:pt x="5966" y="4544"/>
                      <a:pt x="6384" y="4377"/>
                      <a:pt x="6802" y="4154"/>
                    </a:cubicBezTo>
                    <a:cubicBezTo>
                      <a:pt x="6997" y="4070"/>
                      <a:pt x="7248" y="3959"/>
                      <a:pt x="7443" y="3847"/>
                    </a:cubicBezTo>
                    <a:cubicBezTo>
                      <a:pt x="8335" y="4182"/>
                      <a:pt x="9227" y="4377"/>
                      <a:pt x="10147" y="4433"/>
                    </a:cubicBezTo>
                    <a:lnTo>
                      <a:pt x="10231" y="4238"/>
                    </a:lnTo>
                    <a:cubicBezTo>
                      <a:pt x="9395" y="4210"/>
                      <a:pt x="8531" y="4015"/>
                      <a:pt x="7722" y="3708"/>
                    </a:cubicBezTo>
                    <a:cubicBezTo>
                      <a:pt x="8140" y="3513"/>
                      <a:pt x="8586" y="3290"/>
                      <a:pt x="9032" y="3039"/>
                    </a:cubicBezTo>
                    <a:cubicBezTo>
                      <a:pt x="9980" y="2482"/>
                      <a:pt x="10761" y="1840"/>
                      <a:pt x="11290" y="1088"/>
                    </a:cubicBezTo>
                    <a:cubicBezTo>
                      <a:pt x="11318" y="948"/>
                      <a:pt x="11346" y="781"/>
                      <a:pt x="11374" y="642"/>
                    </a:cubicBezTo>
                    <a:lnTo>
                      <a:pt x="11374" y="642"/>
                    </a:lnTo>
                    <a:cubicBezTo>
                      <a:pt x="11346" y="670"/>
                      <a:pt x="11318" y="670"/>
                      <a:pt x="11290" y="670"/>
                    </a:cubicBezTo>
                    <a:cubicBezTo>
                      <a:pt x="10761" y="1478"/>
                      <a:pt x="9980" y="2203"/>
                      <a:pt x="8921" y="2844"/>
                    </a:cubicBezTo>
                    <a:cubicBezTo>
                      <a:pt x="8531" y="3039"/>
                      <a:pt x="8140" y="3262"/>
                      <a:pt x="7778" y="3429"/>
                    </a:cubicBezTo>
                    <a:cubicBezTo>
                      <a:pt x="8112" y="2426"/>
                      <a:pt x="8642" y="1478"/>
                      <a:pt x="9311" y="642"/>
                    </a:cubicBezTo>
                    <a:cubicBezTo>
                      <a:pt x="9227" y="614"/>
                      <a:pt x="9172" y="614"/>
                      <a:pt x="9088" y="586"/>
                    </a:cubicBezTo>
                    <a:cubicBezTo>
                      <a:pt x="8391" y="1450"/>
                      <a:pt x="7862" y="2454"/>
                      <a:pt x="7527" y="3541"/>
                    </a:cubicBezTo>
                    <a:cubicBezTo>
                      <a:pt x="7276" y="3652"/>
                      <a:pt x="6997" y="3792"/>
                      <a:pt x="6747" y="3875"/>
                    </a:cubicBezTo>
                    <a:cubicBezTo>
                      <a:pt x="6468" y="3987"/>
                      <a:pt x="6189" y="4126"/>
                      <a:pt x="5966" y="4266"/>
                    </a:cubicBezTo>
                    <a:cubicBezTo>
                      <a:pt x="5715" y="2732"/>
                      <a:pt x="6245" y="1171"/>
                      <a:pt x="727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3" name="Google Shape;53;p4"/>
            <p:cNvGrpSpPr/>
            <p:nvPr/>
          </p:nvGrpSpPr>
          <p:grpSpPr>
            <a:xfrm rot="-2859763">
              <a:off x="340529" y="434839"/>
              <a:ext cx="335282" cy="209311"/>
              <a:chOff x="5041635" y="3575776"/>
              <a:chExt cx="335278" cy="209309"/>
            </a:xfrm>
          </p:grpSpPr>
          <p:sp>
            <p:nvSpPr>
              <p:cNvPr id="54" name="Google Shape;54;p4"/>
              <p:cNvSpPr/>
              <p:nvPr/>
            </p:nvSpPr>
            <p:spPr>
              <a:xfrm>
                <a:off x="5042332" y="3575776"/>
                <a:ext cx="334581" cy="209309"/>
              </a:xfrm>
              <a:custGeom>
                <a:avLst/>
                <a:gdLst/>
                <a:ahLst/>
                <a:cxnLst/>
                <a:rect l="l" t="t" r="r" b="b"/>
                <a:pathLst>
                  <a:path w="13437" h="8406" extrusionOk="0">
                    <a:moveTo>
                      <a:pt x="8588" y="0"/>
                    </a:moveTo>
                    <a:cubicBezTo>
                      <a:pt x="7379" y="0"/>
                      <a:pt x="6172" y="307"/>
                      <a:pt x="5102" y="852"/>
                    </a:cubicBezTo>
                    <a:cubicBezTo>
                      <a:pt x="2844" y="2023"/>
                      <a:pt x="1283" y="4281"/>
                      <a:pt x="1" y="6511"/>
                    </a:cubicBezTo>
                    <a:cubicBezTo>
                      <a:pt x="145" y="6475"/>
                      <a:pt x="290" y="6458"/>
                      <a:pt x="435" y="6458"/>
                    </a:cubicBezTo>
                    <a:cubicBezTo>
                      <a:pt x="964" y="6458"/>
                      <a:pt x="1487" y="6679"/>
                      <a:pt x="1924" y="6985"/>
                    </a:cubicBezTo>
                    <a:cubicBezTo>
                      <a:pt x="2482" y="7347"/>
                      <a:pt x="3011" y="7821"/>
                      <a:pt x="3597" y="8128"/>
                    </a:cubicBezTo>
                    <a:cubicBezTo>
                      <a:pt x="3949" y="8296"/>
                      <a:pt x="4334" y="8406"/>
                      <a:pt x="4703" y="8406"/>
                    </a:cubicBezTo>
                    <a:cubicBezTo>
                      <a:pt x="5005" y="8406"/>
                      <a:pt x="5297" y="8332"/>
                      <a:pt x="5548" y="8156"/>
                    </a:cubicBezTo>
                    <a:cubicBezTo>
                      <a:pt x="6384" y="7598"/>
                      <a:pt x="6496" y="6204"/>
                      <a:pt x="7471" y="5954"/>
                    </a:cubicBezTo>
                    <a:cubicBezTo>
                      <a:pt x="7558" y="5933"/>
                      <a:pt x="7643" y="5924"/>
                      <a:pt x="7727" y="5924"/>
                    </a:cubicBezTo>
                    <a:cubicBezTo>
                      <a:pt x="8541" y="5924"/>
                      <a:pt x="9249" y="6792"/>
                      <a:pt x="10104" y="6792"/>
                    </a:cubicBezTo>
                    <a:cubicBezTo>
                      <a:pt x="10128" y="6792"/>
                      <a:pt x="10151" y="6791"/>
                      <a:pt x="10175" y="6790"/>
                    </a:cubicBezTo>
                    <a:cubicBezTo>
                      <a:pt x="10649" y="6790"/>
                      <a:pt x="11067" y="6511"/>
                      <a:pt x="11374" y="6177"/>
                    </a:cubicBezTo>
                    <a:cubicBezTo>
                      <a:pt x="11681" y="5814"/>
                      <a:pt x="11904" y="5396"/>
                      <a:pt x="12071" y="4978"/>
                    </a:cubicBezTo>
                    <a:cubicBezTo>
                      <a:pt x="12377" y="4281"/>
                      <a:pt x="12740" y="3556"/>
                      <a:pt x="13046" y="2859"/>
                    </a:cubicBezTo>
                    <a:cubicBezTo>
                      <a:pt x="13242" y="2386"/>
                      <a:pt x="13437" y="1912"/>
                      <a:pt x="13046" y="1493"/>
                    </a:cubicBezTo>
                    <a:cubicBezTo>
                      <a:pt x="12266" y="657"/>
                      <a:pt x="10705" y="211"/>
                      <a:pt x="9590" y="72"/>
                    </a:cubicBezTo>
                    <a:cubicBezTo>
                      <a:pt x="9258" y="24"/>
                      <a:pt x="8923" y="0"/>
                      <a:pt x="8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5041635" y="3578888"/>
                <a:ext cx="327659" cy="205525"/>
              </a:xfrm>
              <a:custGeom>
                <a:avLst/>
                <a:gdLst/>
                <a:ahLst/>
                <a:cxnLst/>
                <a:rect l="l" t="t" r="r" b="b"/>
                <a:pathLst>
                  <a:path w="13159" h="8254" extrusionOk="0">
                    <a:moveTo>
                      <a:pt x="8396" y="0"/>
                    </a:moveTo>
                    <a:cubicBezTo>
                      <a:pt x="8334" y="0"/>
                      <a:pt x="8268" y="9"/>
                      <a:pt x="8196" y="30"/>
                    </a:cubicBezTo>
                    <a:lnTo>
                      <a:pt x="8604" y="30"/>
                    </a:lnTo>
                    <a:cubicBezTo>
                      <a:pt x="8539" y="13"/>
                      <a:pt x="8470" y="0"/>
                      <a:pt x="8396" y="0"/>
                    </a:cubicBezTo>
                    <a:close/>
                    <a:moveTo>
                      <a:pt x="8604" y="30"/>
                    </a:moveTo>
                    <a:cubicBezTo>
                      <a:pt x="8696" y="55"/>
                      <a:pt x="8781" y="90"/>
                      <a:pt x="8865" y="114"/>
                    </a:cubicBezTo>
                    <a:cubicBezTo>
                      <a:pt x="10064" y="672"/>
                      <a:pt x="11012" y="1508"/>
                      <a:pt x="11458" y="2456"/>
                    </a:cubicBezTo>
                    <a:cubicBezTo>
                      <a:pt x="10844" y="2762"/>
                      <a:pt x="10175" y="3097"/>
                      <a:pt x="9479" y="3320"/>
                    </a:cubicBezTo>
                    <a:cubicBezTo>
                      <a:pt x="8531" y="2065"/>
                      <a:pt x="7249" y="1034"/>
                      <a:pt x="5827" y="365"/>
                    </a:cubicBezTo>
                    <a:cubicBezTo>
                      <a:pt x="5715" y="393"/>
                      <a:pt x="5660" y="421"/>
                      <a:pt x="5548" y="476"/>
                    </a:cubicBezTo>
                    <a:cubicBezTo>
                      <a:pt x="6998" y="1090"/>
                      <a:pt x="8280" y="2121"/>
                      <a:pt x="9283" y="3403"/>
                    </a:cubicBezTo>
                    <a:cubicBezTo>
                      <a:pt x="8531" y="3654"/>
                      <a:pt x="7778" y="3849"/>
                      <a:pt x="6998" y="4017"/>
                    </a:cubicBezTo>
                    <a:cubicBezTo>
                      <a:pt x="6161" y="2957"/>
                      <a:pt x="4991" y="2149"/>
                      <a:pt x="3708" y="1647"/>
                    </a:cubicBezTo>
                    <a:cubicBezTo>
                      <a:pt x="3625" y="1731"/>
                      <a:pt x="3569" y="1759"/>
                      <a:pt x="3485" y="1842"/>
                    </a:cubicBezTo>
                    <a:cubicBezTo>
                      <a:pt x="4740" y="2288"/>
                      <a:pt x="5883" y="3041"/>
                      <a:pt x="6747" y="4100"/>
                    </a:cubicBezTo>
                    <a:cubicBezTo>
                      <a:pt x="6301" y="4156"/>
                      <a:pt x="5827" y="4240"/>
                      <a:pt x="5353" y="4295"/>
                    </a:cubicBezTo>
                    <a:lnTo>
                      <a:pt x="4628" y="4407"/>
                    </a:lnTo>
                    <a:cubicBezTo>
                      <a:pt x="3903" y="3849"/>
                      <a:pt x="3067" y="3403"/>
                      <a:pt x="2203" y="3125"/>
                    </a:cubicBezTo>
                    <a:cubicBezTo>
                      <a:pt x="2147" y="3180"/>
                      <a:pt x="2092" y="3236"/>
                      <a:pt x="2064" y="3292"/>
                    </a:cubicBezTo>
                    <a:cubicBezTo>
                      <a:pt x="2844" y="3571"/>
                      <a:pt x="3625" y="3961"/>
                      <a:pt x="4322" y="4491"/>
                    </a:cubicBezTo>
                    <a:cubicBezTo>
                      <a:pt x="3820" y="4546"/>
                      <a:pt x="3374" y="4658"/>
                      <a:pt x="2928" y="4769"/>
                    </a:cubicBezTo>
                    <a:cubicBezTo>
                      <a:pt x="1841" y="5048"/>
                      <a:pt x="949" y="5466"/>
                      <a:pt x="252" y="6024"/>
                    </a:cubicBezTo>
                    <a:cubicBezTo>
                      <a:pt x="168" y="6163"/>
                      <a:pt x="57" y="6302"/>
                      <a:pt x="1" y="6442"/>
                    </a:cubicBezTo>
                    <a:cubicBezTo>
                      <a:pt x="29" y="6442"/>
                      <a:pt x="57" y="6442"/>
                      <a:pt x="112" y="6386"/>
                    </a:cubicBezTo>
                    <a:cubicBezTo>
                      <a:pt x="809" y="5773"/>
                      <a:pt x="1785" y="5271"/>
                      <a:pt x="3011" y="4964"/>
                    </a:cubicBezTo>
                    <a:cubicBezTo>
                      <a:pt x="3402" y="4853"/>
                      <a:pt x="3820" y="4797"/>
                      <a:pt x="4266" y="4714"/>
                    </a:cubicBezTo>
                    <a:lnTo>
                      <a:pt x="4266" y="4714"/>
                    </a:lnTo>
                    <a:cubicBezTo>
                      <a:pt x="3625" y="5606"/>
                      <a:pt x="2872" y="6358"/>
                      <a:pt x="2036" y="6999"/>
                    </a:cubicBezTo>
                    <a:cubicBezTo>
                      <a:pt x="2092" y="7027"/>
                      <a:pt x="2175" y="7055"/>
                      <a:pt x="2203" y="7139"/>
                    </a:cubicBezTo>
                    <a:cubicBezTo>
                      <a:pt x="3095" y="6470"/>
                      <a:pt x="3903" y="5633"/>
                      <a:pt x="4545" y="4686"/>
                    </a:cubicBezTo>
                    <a:cubicBezTo>
                      <a:pt x="4823" y="4658"/>
                      <a:pt x="5102" y="4630"/>
                      <a:pt x="5381" y="4546"/>
                    </a:cubicBezTo>
                    <a:cubicBezTo>
                      <a:pt x="5660" y="4518"/>
                      <a:pt x="5966" y="4491"/>
                      <a:pt x="6245" y="4407"/>
                    </a:cubicBezTo>
                    <a:lnTo>
                      <a:pt x="6245" y="4407"/>
                    </a:lnTo>
                    <a:cubicBezTo>
                      <a:pt x="6022" y="5940"/>
                      <a:pt x="5130" y="7334"/>
                      <a:pt x="3792" y="8142"/>
                    </a:cubicBezTo>
                    <a:cubicBezTo>
                      <a:pt x="3876" y="8170"/>
                      <a:pt x="3987" y="8198"/>
                      <a:pt x="4071" y="8254"/>
                    </a:cubicBezTo>
                    <a:cubicBezTo>
                      <a:pt x="5409" y="7362"/>
                      <a:pt x="6301" y="5940"/>
                      <a:pt x="6496" y="4379"/>
                    </a:cubicBezTo>
                    <a:cubicBezTo>
                      <a:pt x="6663" y="4351"/>
                      <a:pt x="6830" y="4295"/>
                      <a:pt x="6970" y="4295"/>
                    </a:cubicBezTo>
                    <a:cubicBezTo>
                      <a:pt x="7722" y="4156"/>
                      <a:pt x="8475" y="3961"/>
                      <a:pt x="9200" y="3710"/>
                    </a:cubicBezTo>
                    <a:lnTo>
                      <a:pt x="9200" y="3710"/>
                    </a:lnTo>
                    <a:cubicBezTo>
                      <a:pt x="9060" y="4518"/>
                      <a:pt x="8782" y="5327"/>
                      <a:pt x="8419" y="6079"/>
                    </a:cubicBezTo>
                    <a:lnTo>
                      <a:pt x="8642" y="6191"/>
                    </a:lnTo>
                    <a:cubicBezTo>
                      <a:pt x="9033" y="5383"/>
                      <a:pt x="9311" y="4546"/>
                      <a:pt x="9451" y="3682"/>
                    </a:cubicBezTo>
                    <a:cubicBezTo>
                      <a:pt x="10092" y="3431"/>
                      <a:pt x="10733" y="3180"/>
                      <a:pt x="11318" y="2874"/>
                    </a:cubicBezTo>
                    <a:lnTo>
                      <a:pt x="11318" y="2874"/>
                    </a:lnTo>
                    <a:cubicBezTo>
                      <a:pt x="11458" y="4156"/>
                      <a:pt x="11263" y="5494"/>
                      <a:pt x="10733" y="6637"/>
                    </a:cubicBezTo>
                    <a:cubicBezTo>
                      <a:pt x="10844" y="6581"/>
                      <a:pt x="10984" y="6498"/>
                      <a:pt x="11040" y="6442"/>
                    </a:cubicBezTo>
                    <a:cubicBezTo>
                      <a:pt x="11541" y="5271"/>
                      <a:pt x="11709" y="3989"/>
                      <a:pt x="11541" y="2762"/>
                    </a:cubicBezTo>
                    <a:cubicBezTo>
                      <a:pt x="12099" y="2484"/>
                      <a:pt x="12656" y="2177"/>
                      <a:pt x="13158" y="1842"/>
                    </a:cubicBezTo>
                    <a:cubicBezTo>
                      <a:pt x="13130" y="1759"/>
                      <a:pt x="13130" y="1703"/>
                      <a:pt x="13074" y="1619"/>
                    </a:cubicBezTo>
                    <a:cubicBezTo>
                      <a:pt x="12573" y="1926"/>
                      <a:pt x="12099" y="2205"/>
                      <a:pt x="11597" y="2484"/>
                    </a:cubicBezTo>
                    <a:lnTo>
                      <a:pt x="11486" y="2288"/>
                    </a:lnTo>
                    <a:cubicBezTo>
                      <a:pt x="10984" y="1341"/>
                      <a:pt x="10064" y="588"/>
                      <a:pt x="8893" y="58"/>
                    </a:cubicBezTo>
                    <a:cubicBezTo>
                      <a:pt x="8837" y="58"/>
                      <a:pt x="8810" y="30"/>
                      <a:pt x="8782" y="3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6" name="Google Shape;56;p4"/>
            <p:cNvGrpSpPr/>
            <p:nvPr/>
          </p:nvGrpSpPr>
          <p:grpSpPr>
            <a:xfrm rot="8342089">
              <a:off x="50050" y="4048556"/>
              <a:ext cx="523936" cy="327115"/>
              <a:chOff x="5041635" y="3575776"/>
              <a:chExt cx="335278" cy="209309"/>
            </a:xfrm>
          </p:grpSpPr>
          <p:sp>
            <p:nvSpPr>
              <p:cNvPr id="57" name="Google Shape;57;p4"/>
              <p:cNvSpPr/>
              <p:nvPr/>
            </p:nvSpPr>
            <p:spPr>
              <a:xfrm>
                <a:off x="5042332" y="3575776"/>
                <a:ext cx="334581" cy="209309"/>
              </a:xfrm>
              <a:custGeom>
                <a:avLst/>
                <a:gdLst/>
                <a:ahLst/>
                <a:cxnLst/>
                <a:rect l="l" t="t" r="r" b="b"/>
                <a:pathLst>
                  <a:path w="13437" h="8406" extrusionOk="0">
                    <a:moveTo>
                      <a:pt x="8588" y="0"/>
                    </a:moveTo>
                    <a:cubicBezTo>
                      <a:pt x="7379" y="0"/>
                      <a:pt x="6172" y="307"/>
                      <a:pt x="5102" y="852"/>
                    </a:cubicBezTo>
                    <a:cubicBezTo>
                      <a:pt x="2844" y="2023"/>
                      <a:pt x="1283" y="4281"/>
                      <a:pt x="1" y="6511"/>
                    </a:cubicBezTo>
                    <a:cubicBezTo>
                      <a:pt x="145" y="6475"/>
                      <a:pt x="290" y="6458"/>
                      <a:pt x="435" y="6458"/>
                    </a:cubicBezTo>
                    <a:cubicBezTo>
                      <a:pt x="964" y="6458"/>
                      <a:pt x="1487" y="6679"/>
                      <a:pt x="1924" y="6985"/>
                    </a:cubicBezTo>
                    <a:cubicBezTo>
                      <a:pt x="2482" y="7347"/>
                      <a:pt x="3011" y="7821"/>
                      <a:pt x="3597" y="8128"/>
                    </a:cubicBezTo>
                    <a:cubicBezTo>
                      <a:pt x="3949" y="8296"/>
                      <a:pt x="4334" y="8406"/>
                      <a:pt x="4703" y="8406"/>
                    </a:cubicBezTo>
                    <a:cubicBezTo>
                      <a:pt x="5005" y="8406"/>
                      <a:pt x="5297" y="8332"/>
                      <a:pt x="5548" y="8156"/>
                    </a:cubicBezTo>
                    <a:cubicBezTo>
                      <a:pt x="6384" y="7598"/>
                      <a:pt x="6496" y="6204"/>
                      <a:pt x="7471" y="5954"/>
                    </a:cubicBezTo>
                    <a:cubicBezTo>
                      <a:pt x="7558" y="5933"/>
                      <a:pt x="7643" y="5924"/>
                      <a:pt x="7727" y="5924"/>
                    </a:cubicBezTo>
                    <a:cubicBezTo>
                      <a:pt x="8541" y="5924"/>
                      <a:pt x="9249" y="6792"/>
                      <a:pt x="10104" y="6792"/>
                    </a:cubicBezTo>
                    <a:cubicBezTo>
                      <a:pt x="10128" y="6792"/>
                      <a:pt x="10151" y="6791"/>
                      <a:pt x="10175" y="6790"/>
                    </a:cubicBezTo>
                    <a:cubicBezTo>
                      <a:pt x="10649" y="6790"/>
                      <a:pt x="11067" y="6511"/>
                      <a:pt x="11374" y="6177"/>
                    </a:cubicBezTo>
                    <a:cubicBezTo>
                      <a:pt x="11681" y="5814"/>
                      <a:pt x="11904" y="5396"/>
                      <a:pt x="12071" y="4978"/>
                    </a:cubicBezTo>
                    <a:cubicBezTo>
                      <a:pt x="12377" y="4281"/>
                      <a:pt x="12740" y="3556"/>
                      <a:pt x="13046" y="2859"/>
                    </a:cubicBezTo>
                    <a:cubicBezTo>
                      <a:pt x="13242" y="2386"/>
                      <a:pt x="13437" y="1912"/>
                      <a:pt x="13046" y="1493"/>
                    </a:cubicBezTo>
                    <a:cubicBezTo>
                      <a:pt x="12266" y="657"/>
                      <a:pt x="10705" y="211"/>
                      <a:pt x="9590" y="72"/>
                    </a:cubicBezTo>
                    <a:cubicBezTo>
                      <a:pt x="9258" y="24"/>
                      <a:pt x="8923" y="0"/>
                      <a:pt x="8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5041635" y="3578888"/>
                <a:ext cx="327659" cy="205525"/>
              </a:xfrm>
              <a:custGeom>
                <a:avLst/>
                <a:gdLst/>
                <a:ahLst/>
                <a:cxnLst/>
                <a:rect l="l" t="t" r="r" b="b"/>
                <a:pathLst>
                  <a:path w="13159" h="8254" extrusionOk="0">
                    <a:moveTo>
                      <a:pt x="8396" y="0"/>
                    </a:moveTo>
                    <a:cubicBezTo>
                      <a:pt x="8334" y="0"/>
                      <a:pt x="8268" y="9"/>
                      <a:pt x="8196" y="30"/>
                    </a:cubicBezTo>
                    <a:lnTo>
                      <a:pt x="8604" y="30"/>
                    </a:lnTo>
                    <a:cubicBezTo>
                      <a:pt x="8539" y="13"/>
                      <a:pt x="8470" y="0"/>
                      <a:pt x="8396" y="0"/>
                    </a:cubicBezTo>
                    <a:close/>
                    <a:moveTo>
                      <a:pt x="8604" y="30"/>
                    </a:moveTo>
                    <a:cubicBezTo>
                      <a:pt x="8696" y="55"/>
                      <a:pt x="8781" y="90"/>
                      <a:pt x="8865" y="114"/>
                    </a:cubicBezTo>
                    <a:cubicBezTo>
                      <a:pt x="10064" y="672"/>
                      <a:pt x="11012" y="1508"/>
                      <a:pt x="11458" y="2456"/>
                    </a:cubicBezTo>
                    <a:cubicBezTo>
                      <a:pt x="10844" y="2762"/>
                      <a:pt x="10175" y="3097"/>
                      <a:pt x="9479" y="3320"/>
                    </a:cubicBezTo>
                    <a:cubicBezTo>
                      <a:pt x="8531" y="2065"/>
                      <a:pt x="7249" y="1034"/>
                      <a:pt x="5827" y="365"/>
                    </a:cubicBezTo>
                    <a:cubicBezTo>
                      <a:pt x="5715" y="393"/>
                      <a:pt x="5660" y="421"/>
                      <a:pt x="5548" y="476"/>
                    </a:cubicBezTo>
                    <a:cubicBezTo>
                      <a:pt x="6998" y="1090"/>
                      <a:pt x="8280" y="2121"/>
                      <a:pt x="9283" y="3403"/>
                    </a:cubicBezTo>
                    <a:cubicBezTo>
                      <a:pt x="8531" y="3654"/>
                      <a:pt x="7778" y="3849"/>
                      <a:pt x="6998" y="4017"/>
                    </a:cubicBezTo>
                    <a:cubicBezTo>
                      <a:pt x="6161" y="2957"/>
                      <a:pt x="4991" y="2149"/>
                      <a:pt x="3708" y="1647"/>
                    </a:cubicBezTo>
                    <a:cubicBezTo>
                      <a:pt x="3625" y="1731"/>
                      <a:pt x="3569" y="1759"/>
                      <a:pt x="3485" y="1842"/>
                    </a:cubicBezTo>
                    <a:cubicBezTo>
                      <a:pt x="4740" y="2288"/>
                      <a:pt x="5883" y="3041"/>
                      <a:pt x="6747" y="4100"/>
                    </a:cubicBezTo>
                    <a:cubicBezTo>
                      <a:pt x="6301" y="4156"/>
                      <a:pt x="5827" y="4240"/>
                      <a:pt x="5353" y="4295"/>
                    </a:cubicBezTo>
                    <a:lnTo>
                      <a:pt x="4628" y="4407"/>
                    </a:lnTo>
                    <a:cubicBezTo>
                      <a:pt x="3903" y="3849"/>
                      <a:pt x="3067" y="3403"/>
                      <a:pt x="2203" y="3125"/>
                    </a:cubicBezTo>
                    <a:cubicBezTo>
                      <a:pt x="2147" y="3180"/>
                      <a:pt x="2092" y="3236"/>
                      <a:pt x="2064" y="3292"/>
                    </a:cubicBezTo>
                    <a:cubicBezTo>
                      <a:pt x="2844" y="3571"/>
                      <a:pt x="3625" y="3961"/>
                      <a:pt x="4322" y="4491"/>
                    </a:cubicBezTo>
                    <a:cubicBezTo>
                      <a:pt x="3820" y="4546"/>
                      <a:pt x="3374" y="4658"/>
                      <a:pt x="2928" y="4769"/>
                    </a:cubicBezTo>
                    <a:cubicBezTo>
                      <a:pt x="1841" y="5048"/>
                      <a:pt x="949" y="5466"/>
                      <a:pt x="252" y="6024"/>
                    </a:cubicBezTo>
                    <a:cubicBezTo>
                      <a:pt x="168" y="6163"/>
                      <a:pt x="57" y="6302"/>
                      <a:pt x="1" y="6442"/>
                    </a:cubicBezTo>
                    <a:cubicBezTo>
                      <a:pt x="29" y="6442"/>
                      <a:pt x="57" y="6442"/>
                      <a:pt x="112" y="6386"/>
                    </a:cubicBezTo>
                    <a:cubicBezTo>
                      <a:pt x="809" y="5773"/>
                      <a:pt x="1785" y="5271"/>
                      <a:pt x="3011" y="4964"/>
                    </a:cubicBezTo>
                    <a:cubicBezTo>
                      <a:pt x="3402" y="4853"/>
                      <a:pt x="3820" y="4797"/>
                      <a:pt x="4266" y="4714"/>
                    </a:cubicBezTo>
                    <a:lnTo>
                      <a:pt x="4266" y="4714"/>
                    </a:lnTo>
                    <a:cubicBezTo>
                      <a:pt x="3625" y="5606"/>
                      <a:pt x="2872" y="6358"/>
                      <a:pt x="2036" y="6999"/>
                    </a:cubicBezTo>
                    <a:cubicBezTo>
                      <a:pt x="2092" y="7027"/>
                      <a:pt x="2175" y="7055"/>
                      <a:pt x="2203" y="7139"/>
                    </a:cubicBezTo>
                    <a:cubicBezTo>
                      <a:pt x="3095" y="6470"/>
                      <a:pt x="3903" y="5633"/>
                      <a:pt x="4545" y="4686"/>
                    </a:cubicBezTo>
                    <a:cubicBezTo>
                      <a:pt x="4823" y="4658"/>
                      <a:pt x="5102" y="4630"/>
                      <a:pt x="5381" y="4546"/>
                    </a:cubicBezTo>
                    <a:cubicBezTo>
                      <a:pt x="5660" y="4518"/>
                      <a:pt x="5966" y="4491"/>
                      <a:pt x="6245" y="4407"/>
                    </a:cubicBezTo>
                    <a:lnTo>
                      <a:pt x="6245" y="4407"/>
                    </a:lnTo>
                    <a:cubicBezTo>
                      <a:pt x="6022" y="5940"/>
                      <a:pt x="5130" y="7334"/>
                      <a:pt x="3792" y="8142"/>
                    </a:cubicBezTo>
                    <a:cubicBezTo>
                      <a:pt x="3876" y="8170"/>
                      <a:pt x="3987" y="8198"/>
                      <a:pt x="4071" y="8254"/>
                    </a:cubicBezTo>
                    <a:cubicBezTo>
                      <a:pt x="5409" y="7362"/>
                      <a:pt x="6301" y="5940"/>
                      <a:pt x="6496" y="4379"/>
                    </a:cubicBezTo>
                    <a:cubicBezTo>
                      <a:pt x="6663" y="4351"/>
                      <a:pt x="6830" y="4295"/>
                      <a:pt x="6970" y="4295"/>
                    </a:cubicBezTo>
                    <a:cubicBezTo>
                      <a:pt x="7722" y="4156"/>
                      <a:pt x="8475" y="3961"/>
                      <a:pt x="9200" y="3710"/>
                    </a:cubicBezTo>
                    <a:lnTo>
                      <a:pt x="9200" y="3710"/>
                    </a:lnTo>
                    <a:cubicBezTo>
                      <a:pt x="9060" y="4518"/>
                      <a:pt x="8782" y="5327"/>
                      <a:pt x="8419" y="6079"/>
                    </a:cubicBezTo>
                    <a:lnTo>
                      <a:pt x="8642" y="6191"/>
                    </a:lnTo>
                    <a:cubicBezTo>
                      <a:pt x="9033" y="5383"/>
                      <a:pt x="9311" y="4546"/>
                      <a:pt x="9451" y="3682"/>
                    </a:cubicBezTo>
                    <a:cubicBezTo>
                      <a:pt x="10092" y="3431"/>
                      <a:pt x="10733" y="3180"/>
                      <a:pt x="11318" y="2874"/>
                    </a:cubicBezTo>
                    <a:lnTo>
                      <a:pt x="11318" y="2874"/>
                    </a:lnTo>
                    <a:cubicBezTo>
                      <a:pt x="11458" y="4156"/>
                      <a:pt x="11263" y="5494"/>
                      <a:pt x="10733" y="6637"/>
                    </a:cubicBezTo>
                    <a:cubicBezTo>
                      <a:pt x="10844" y="6581"/>
                      <a:pt x="10984" y="6498"/>
                      <a:pt x="11040" y="6442"/>
                    </a:cubicBezTo>
                    <a:cubicBezTo>
                      <a:pt x="11541" y="5271"/>
                      <a:pt x="11709" y="3989"/>
                      <a:pt x="11541" y="2762"/>
                    </a:cubicBezTo>
                    <a:cubicBezTo>
                      <a:pt x="12099" y="2484"/>
                      <a:pt x="12656" y="2177"/>
                      <a:pt x="13158" y="1842"/>
                    </a:cubicBezTo>
                    <a:cubicBezTo>
                      <a:pt x="13130" y="1759"/>
                      <a:pt x="13130" y="1703"/>
                      <a:pt x="13074" y="1619"/>
                    </a:cubicBezTo>
                    <a:cubicBezTo>
                      <a:pt x="12573" y="1926"/>
                      <a:pt x="12099" y="2205"/>
                      <a:pt x="11597" y="2484"/>
                    </a:cubicBezTo>
                    <a:lnTo>
                      <a:pt x="11486" y="2288"/>
                    </a:lnTo>
                    <a:cubicBezTo>
                      <a:pt x="10984" y="1341"/>
                      <a:pt x="10064" y="588"/>
                      <a:pt x="8893" y="58"/>
                    </a:cubicBezTo>
                    <a:cubicBezTo>
                      <a:pt x="8837" y="58"/>
                      <a:pt x="8810" y="30"/>
                      <a:pt x="8782" y="3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9" name="Google Shape;59;p4"/>
            <p:cNvGrpSpPr/>
            <p:nvPr/>
          </p:nvGrpSpPr>
          <p:grpSpPr>
            <a:xfrm rot="9764795">
              <a:off x="7941310" y="290226"/>
              <a:ext cx="523946" cy="327118"/>
              <a:chOff x="5041635" y="3575776"/>
              <a:chExt cx="335278" cy="209309"/>
            </a:xfrm>
          </p:grpSpPr>
          <p:sp>
            <p:nvSpPr>
              <p:cNvPr id="60" name="Google Shape;60;p4"/>
              <p:cNvSpPr/>
              <p:nvPr/>
            </p:nvSpPr>
            <p:spPr>
              <a:xfrm>
                <a:off x="5042332" y="3575776"/>
                <a:ext cx="334581" cy="209309"/>
              </a:xfrm>
              <a:custGeom>
                <a:avLst/>
                <a:gdLst/>
                <a:ahLst/>
                <a:cxnLst/>
                <a:rect l="l" t="t" r="r" b="b"/>
                <a:pathLst>
                  <a:path w="13437" h="8406" extrusionOk="0">
                    <a:moveTo>
                      <a:pt x="8588" y="0"/>
                    </a:moveTo>
                    <a:cubicBezTo>
                      <a:pt x="7379" y="0"/>
                      <a:pt x="6172" y="307"/>
                      <a:pt x="5102" y="852"/>
                    </a:cubicBezTo>
                    <a:cubicBezTo>
                      <a:pt x="2844" y="2023"/>
                      <a:pt x="1283" y="4281"/>
                      <a:pt x="1" y="6511"/>
                    </a:cubicBezTo>
                    <a:cubicBezTo>
                      <a:pt x="145" y="6475"/>
                      <a:pt x="290" y="6458"/>
                      <a:pt x="435" y="6458"/>
                    </a:cubicBezTo>
                    <a:cubicBezTo>
                      <a:pt x="964" y="6458"/>
                      <a:pt x="1487" y="6679"/>
                      <a:pt x="1924" y="6985"/>
                    </a:cubicBezTo>
                    <a:cubicBezTo>
                      <a:pt x="2482" y="7347"/>
                      <a:pt x="3011" y="7821"/>
                      <a:pt x="3597" y="8128"/>
                    </a:cubicBezTo>
                    <a:cubicBezTo>
                      <a:pt x="3949" y="8296"/>
                      <a:pt x="4334" y="8406"/>
                      <a:pt x="4703" y="8406"/>
                    </a:cubicBezTo>
                    <a:cubicBezTo>
                      <a:pt x="5005" y="8406"/>
                      <a:pt x="5297" y="8332"/>
                      <a:pt x="5548" y="8156"/>
                    </a:cubicBezTo>
                    <a:cubicBezTo>
                      <a:pt x="6384" y="7598"/>
                      <a:pt x="6496" y="6204"/>
                      <a:pt x="7471" y="5954"/>
                    </a:cubicBezTo>
                    <a:cubicBezTo>
                      <a:pt x="7558" y="5933"/>
                      <a:pt x="7643" y="5924"/>
                      <a:pt x="7727" y="5924"/>
                    </a:cubicBezTo>
                    <a:cubicBezTo>
                      <a:pt x="8541" y="5924"/>
                      <a:pt x="9249" y="6792"/>
                      <a:pt x="10104" y="6792"/>
                    </a:cubicBezTo>
                    <a:cubicBezTo>
                      <a:pt x="10128" y="6792"/>
                      <a:pt x="10151" y="6791"/>
                      <a:pt x="10175" y="6790"/>
                    </a:cubicBezTo>
                    <a:cubicBezTo>
                      <a:pt x="10649" y="6790"/>
                      <a:pt x="11067" y="6511"/>
                      <a:pt x="11374" y="6177"/>
                    </a:cubicBezTo>
                    <a:cubicBezTo>
                      <a:pt x="11681" y="5814"/>
                      <a:pt x="11904" y="5396"/>
                      <a:pt x="12071" y="4978"/>
                    </a:cubicBezTo>
                    <a:cubicBezTo>
                      <a:pt x="12377" y="4281"/>
                      <a:pt x="12740" y="3556"/>
                      <a:pt x="13046" y="2859"/>
                    </a:cubicBezTo>
                    <a:cubicBezTo>
                      <a:pt x="13242" y="2386"/>
                      <a:pt x="13437" y="1912"/>
                      <a:pt x="13046" y="1493"/>
                    </a:cubicBezTo>
                    <a:cubicBezTo>
                      <a:pt x="12266" y="657"/>
                      <a:pt x="10705" y="211"/>
                      <a:pt x="9590" y="72"/>
                    </a:cubicBezTo>
                    <a:cubicBezTo>
                      <a:pt x="9258" y="24"/>
                      <a:pt x="8923" y="0"/>
                      <a:pt x="8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5041635" y="3578888"/>
                <a:ext cx="327659" cy="205525"/>
              </a:xfrm>
              <a:custGeom>
                <a:avLst/>
                <a:gdLst/>
                <a:ahLst/>
                <a:cxnLst/>
                <a:rect l="l" t="t" r="r" b="b"/>
                <a:pathLst>
                  <a:path w="13159" h="8254" extrusionOk="0">
                    <a:moveTo>
                      <a:pt x="8396" y="0"/>
                    </a:moveTo>
                    <a:cubicBezTo>
                      <a:pt x="8334" y="0"/>
                      <a:pt x="8268" y="9"/>
                      <a:pt x="8196" y="30"/>
                    </a:cubicBezTo>
                    <a:lnTo>
                      <a:pt x="8604" y="30"/>
                    </a:lnTo>
                    <a:cubicBezTo>
                      <a:pt x="8539" y="13"/>
                      <a:pt x="8470" y="0"/>
                      <a:pt x="8396" y="0"/>
                    </a:cubicBezTo>
                    <a:close/>
                    <a:moveTo>
                      <a:pt x="8604" y="30"/>
                    </a:moveTo>
                    <a:cubicBezTo>
                      <a:pt x="8696" y="55"/>
                      <a:pt x="8781" y="90"/>
                      <a:pt x="8865" y="114"/>
                    </a:cubicBezTo>
                    <a:cubicBezTo>
                      <a:pt x="10064" y="672"/>
                      <a:pt x="11012" y="1508"/>
                      <a:pt x="11458" y="2456"/>
                    </a:cubicBezTo>
                    <a:cubicBezTo>
                      <a:pt x="10844" y="2762"/>
                      <a:pt x="10175" y="3097"/>
                      <a:pt x="9479" y="3320"/>
                    </a:cubicBezTo>
                    <a:cubicBezTo>
                      <a:pt x="8531" y="2065"/>
                      <a:pt x="7249" y="1034"/>
                      <a:pt x="5827" y="365"/>
                    </a:cubicBezTo>
                    <a:cubicBezTo>
                      <a:pt x="5715" y="393"/>
                      <a:pt x="5660" y="421"/>
                      <a:pt x="5548" y="476"/>
                    </a:cubicBezTo>
                    <a:cubicBezTo>
                      <a:pt x="6998" y="1090"/>
                      <a:pt x="8280" y="2121"/>
                      <a:pt x="9283" y="3403"/>
                    </a:cubicBezTo>
                    <a:cubicBezTo>
                      <a:pt x="8531" y="3654"/>
                      <a:pt x="7778" y="3849"/>
                      <a:pt x="6998" y="4017"/>
                    </a:cubicBezTo>
                    <a:cubicBezTo>
                      <a:pt x="6161" y="2957"/>
                      <a:pt x="4991" y="2149"/>
                      <a:pt x="3708" y="1647"/>
                    </a:cubicBezTo>
                    <a:cubicBezTo>
                      <a:pt x="3625" y="1731"/>
                      <a:pt x="3569" y="1759"/>
                      <a:pt x="3485" y="1842"/>
                    </a:cubicBezTo>
                    <a:cubicBezTo>
                      <a:pt x="4740" y="2288"/>
                      <a:pt x="5883" y="3041"/>
                      <a:pt x="6747" y="4100"/>
                    </a:cubicBezTo>
                    <a:cubicBezTo>
                      <a:pt x="6301" y="4156"/>
                      <a:pt x="5827" y="4240"/>
                      <a:pt x="5353" y="4295"/>
                    </a:cubicBezTo>
                    <a:lnTo>
                      <a:pt x="4628" y="4407"/>
                    </a:lnTo>
                    <a:cubicBezTo>
                      <a:pt x="3903" y="3849"/>
                      <a:pt x="3067" y="3403"/>
                      <a:pt x="2203" y="3125"/>
                    </a:cubicBezTo>
                    <a:cubicBezTo>
                      <a:pt x="2147" y="3180"/>
                      <a:pt x="2092" y="3236"/>
                      <a:pt x="2064" y="3292"/>
                    </a:cubicBezTo>
                    <a:cubicBezTo>
                      <a:pt x="2844" y="3571"/>
                      <a:pt x="3625" y="3961"/>
                      <a:pt x="4322" y="4491"/>
                    </a:cubicBezTo>
                    <a:cubicBezTo>
                      <a:pt x="3820" y="4546"/>
                      <a:pt x="3374" y="4658"/>
                      <a:pt x="2928" y="4769"/>
                    </a:cubicBezTo>
                    <a:cubicBezTo>
                      <a:pt x="1841" y="5048"/>
                      <a:pt x="949" y="5466"/>
                      <a:pt x="252" y="6024"/>
                    </a:cubicBezTo>
                    <a:cubicBezTo>
                      <a:pt x="168" y="6163"/>
                      <a:pt x="57" y="6302"/>
                      <a:pt x="1" y="6442"/>
                    </a:cubicBezTo>
                    <a:cubicBezTo>
                      <a:pt x="29" y="6442"/>
                      <a:pt x="57" y="6442"/>
                      <a:pt x="112" y="6386"/>
                    </a:cubicBezTo>
                    <a:cubicBezTo>
                      <a:pt x="809" y="5773"/>
                      <a:pt x="1785" y="5271"/>
                      <a:pt x="3011" y="4964"/>
                    </a:cubicBezTo>
                    <a:cubicBezTo>
                      <a:pt x="3402" y="4853"/>
                      <a:pt x="3820" y="4797"/>
                      <a:pt x="4266" y="4714"/>
                    </a:cubicBezTo>
                    <a:lnTo>
                      <a:pt x="4266" y="4714"/>
                    </a:lnTo>
                    <a:cubicBezTo>
                      <a:pt x="3625" y="5606"/>
                      <a:pt x="2872" y="6358"/>
                      <a:pt x="2036" y="6999"/>
                    </a:cubicBezTo>
                    <a:cubicBezTo>
                      <a:pt x="2092" y="7027"/>
                      <a:pt x="2175" y="7055"/>
                      <a:pt x="2203" y="7139"/>
                    </a:cubicBezTo>
                    <a:cubicBezTo>
                      <a:pt x="3095" y="6470"/>
                      <a:pt x="3903" y="5633"/>
                      <a:pt x="4545" y="4686"/>
                    </a:cubicBezTo>
                    <a:cubicBezTo>
                      <a:pt x="4823" y="4658"/>
                      <a:pt x="5102" y="4630"/>
                      <a:pt x="5381" y="4546"/>
                    </a:cubicBezTo>
                    <a:cubicBezTo>
                      <a:pt x="5660" y="4518"/>
                      <a:pt x="5966" y="4491"/>
                      <a:pt x="6245" y="4407"/>
                    </a:cubicBezTo>
                    <a:lnTo>
                      <a:pt x="6245" y="4407"/>
                    </a:lnTo>
                    <a:cubicBezTo>
                      <a:pt x="6022" y="5940"/>
                      <a:pt x="5130" y="7334"/>
                      <a:pt x="3792" y="8142"/>
                    </a:cubicBezTo>
                    <a:cubicBezTo>
                      <a:pt x="3876" y="8170"/>
                      <a:pt x="3987" y="8198"/>
                      <a:pt x="4071" y="8254"/>
                    </a:cubicBezTo>
                    <a:cubicBezTo>
                      <a:pt x="5409" y="7362"/>
                      <a:pt x="6301" y="5940"/>
                      <a:pt x="6496" y="4379"/>
                    </a:cubicBezTo>
                    <a:cubicBezTo>
                      <a:pt x="6663" y="4351"/>
                      <a:pt x="6830" y="4295"/>
                      <a:pt x="6970" y="4295"/>
                    </a:cubicBezTo>
                    <a:cubicBezTo>
                      <a:pt x="7722" y="4156"/>
                      <a:pt x="8475" y="3961"/>
                      <a:pt x="9200" y="3710"/>
                    </a:cubicBezTo>
                    <a:lnTo>
                      <a:pt x="9200" y="3710"/>
                    </a:lnTo>
                    <a:cubicBezTo>
                      <a:pt x="9060" y="4518"/>
                      <a:pt x="8782" y="5327"/>
                      <a:pt x="8419" y="6079"/>
                    </a:cubicBezTo>
                    <a:lnTo>
                      <a:pt x="8642" y="6191"/>
                    </a:lnTo>
                    <a:cubicBezTo>
                      <a:pt x="9033" y="5383"/>
                      <a:pt x="9311" y="4546"/>
                      <a:pt x="9451" y="3682"/>
                    </a:cubicBezTo>
                    <a:cubicBezTo>
                      <a:pt x="10092" y="3431"/>
                      <a:pt x="10733" y="3180"/>
                      <a:pt x="11318" y="2874"/>
                    </a:cubicBezTo>
                    <a:lnTo>
                      <a:pt x="11318" y="2874"/>
                    </a:lnTo>
                    <a:cubicBezTo>
                      <a:pt x="11458" y="4156"/>
                      <a:pt x="11263" y="5494"/>
                      <a:pt x="10733" y="6637"/>
                    </a:cubicBezTo>
                    <a:cubicBezTo>
                      <a:pt x="10844" y="6581"/>
                      <a:pt x="10984" y="6498"/>
                      <a:pt x="11040" y="6442"/>
                    </a:cubicBezTo>
                    <a:cubicBezTo>
                      <a:pt x="11541" y="5271"/>
                      <a:pt x="11709" y="3989"/>
                      <a:pt x="11541" y="2762"/>
                    </a:cubicBezTo>
                    <a:cubicBezTo>
                      <a:pt x="12099" y="2484"/>
                      <a:pt x="12656" y="2177"/>
                      <a:pt x="13158" y="1842"/>
                    </a:cubicBezTo>
                    <a:cubicBezTo>
                      <a:pt x="13130" y="1759"/>
                      <a:pt x="13130" y="1703"/>
                      <a:pt x="13074" y="1619"/>
                    </a:cubicBezTo>
                    <a:cubicBezTo>
                      <a:pt x="12573" y="1926"/>
                      <a:pt x="12099" y="2205"/>
                      <a:pt x="11597" y="2484"/>
                    </a:cubicBezTo>
                    <a:lnTo>
                      <a:pt x="11486" y="2288"/>
                    </a:lnTo>
                    <a:cubicBezTo>
                      <a:pt x="10984" y="1341"/>
                      <a:pt x="10064" y="588"/>
                      <a:pt x="8893" y="58"/>
                    </a:cubicBezTo>
                    <a:cubicBezTo>
                      <a:pt x="8837" y="58"/>
                      <a:pt x="8810" y="30"/>
                      <a:pt x="8782" y="3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2" name="Google Shape;62;p4"/>
            <p:cNvGrpSpPr/>
            <p:nvPr/>
          </p:nvGrpSpPr>
          <p:grpSpPr>
            <a:xfrm rot="-6924935">
              <a:off x="4748971" y="4865377"/>
              <a:ext cx="523955" cy="327116"/>
              <a:chOff x="5041635" y="3575776"/>
              <a:chExt cx="335278" cy="209309"/>
            </a:xfrm>
          </p:grpSpPr>
          <p:sp>
            <p:nvSpPr>
              <p:cNvPr id="63" name="Google Shape;63;p4"/>
              <p:cNvSpPr/>
              <p:nvPr/>
            </p:nvSpPr>
            <p:spPr>
              <a:xfrm>
                <a:off x="5042332" y="3575776"/>
                <a:ext cx="334581" cy="209309"/>
              </a:xfrm>
              <a:custGeom>
                <a:avLst/>
                <a:gdLst/>
                <a:ahLst/>
                <a:cxnLst/>
                <a:rect l="l" t="t" r="r" b="b"/>
                <a:pathLst>
                  <a:path w="13437" h="8406" extrusionOk="0">
                    <a:moveTo>
                      <a:pt x="8588" y="0"/>
                    </a:moveTo>
                    <a:cubicBezTo>
                      <a:pt x="7379" y="0"/>
                      <a:pt x="6172" y="307"/>
                      <a:pt x="5102" y="852"/>
                    </a:cubicBezTo>
                    <a:cubicBezTo>
                      <a:pt x="2844" y="2023"/>
                      <a:pt x="1283" y="4281"/>
                      <a:pt x="1" y="6511"/>
                    </a:cubicBezTo>
                    <a:cubicBezTo>
                      <a:pt x="145" y="6475"/>
                      <a:pt x="290" y="6458"/>
                      <a:pt x="435" y="6458"/>
                    </a:cubicBezTo>
                    <a:cubicBezTo>
                      <a:pt x="964" y="6458"/>
                      <a:pt x="1487" y="6679"/>
                      <a:pt x="1924" y="6985"/>
                    </a:cubicBezTo>
                    <a:cubicBezTo>
                      <a:pt x="2482" y="7347"/>
                      <a:pt x="3011" y="7821"/>
                      <a:pt x="3597" y="8128"/>
                    </a:cubicBezTo>
                    <a:cubicBezTo>
                      <a:pt x="3949" y="8296"/>
                      <a:pt x="4334" y="8406"/>
                      <a:pt x="4703" y="8406"/>
                    </a:cubicBezTo>
                    <a:cubicBezTo>
                      <a:pt x="5005" y="8406"/>
                      <a:pt x="5297" y="8332"/>
                      <a:pt x="5548" y="8156"/>
                    </a:cubicBezTo>
                    <a:cubicBezTo>
                      <a:pt x="6384" y="7598"/>
                      <a:pt x="6496" y="6204"/>
                      <a:pt x="7471" y="5954"/>
                    </a:cubicBezTo>
                    <a:cubicBezTo>
                      <a:pt x="7558" y="5933"/>
                      <a:pt x="7643" y="5924"/>
                      <a:pt x="7727" y="5924"/>
                    </a:cubicBezTo>
                    <a:cubicBezTo>
                      <a:pt x="8541" y="5924"/>
                      <a:pt x="9249" y="6792"/>
                      <a:pt x="10104" y="6792"/>
                    </a:cubicBezTo>
                    <a:cubicBezTo>
                      <a:pt x="10128" y="6792"/>
                      <a:pt x="10151" y="6791"/>
                      <a:pt x="10175" y="6790"/>
                    </a:cubicBezTo>
                    <a:cubicBezTo>
                      <a:pt x="10649" y="6790"/>
                      <a:pt x="11067" y="6511"/>
                      <a:pt x="11374" y="6177"/>
                    </a:cubicBezTo>
                    <a:cubicBezTo>
                      <a:pt x="11681" y="5814"/>
                      <a:pt x="11904" y="5396"/>
                      <a:pt x="12071" y="4978"/>
                    </a:cubicBezTo>
                    <a:cubicBezTo>
                      <a:pt x="12377" y="4281"/>
                      <a:pt x="12740" y="3556"/>
                      <a:pt x="13046" y="2859"/>
                    </a:cubicBezTo>
                    <a:cubicBezTo>
                      <a:pt x="13242" y="2386"/>
                      <a:pt x="13437" y="1912"/>
                      <a:pt x="13046" y="1493"/>
                    </a:cubicBezTo>
                    <a:cubicBezTo>
                      <a:pt x="12266" y="657"/>
                      <a:pt x="10705" y="211"/>
                      <a:pt x="9590" y="72"/>
                    </a:cubicBezTo>
                    <a:cubicBezTo>
                      <a:pt x="9258" y="24"/>
                      <a:pt x="8923" y="0"/>
                      <a:pt x="8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5041635" y="3578888"/>
                <a:ext cx="327659" cy="205525"/>
              </a:xfrm>
              <a:custGeom>
                <a:avLst/>
                <a:gdLst/>
                <a:ahLst/>
                <a:cxnLst/>
                <a:rect l="l" t="t" r="r" b="b"/>
                <a:pathLst>
                  <a:path w="13159" h="8254" extrusionOk="0">
                    <a:moveTo>
                      <a:pt x="8396" y="0"/>
                    </a:moveTo>
                    <a:cubicBezTo>
                      <a:pt x="8334" y="0"/>
                      <a:pt x="8268" y="9"/>
                      <a:pt x="8196" y="30"/>
                    </a:cubicBezTo>
                    <a:lnTo>
                      <a:pt x="8604" y="30"/>
                    </a:lnTo>
                    <a:cubicBezTo>
                      <a:pt x="8539" y="13"/>
                      <a:pt x="8470" y="0"/>
                      <a:pt x="8396" y="0"/>
                    </a:cubicBezTo>
                    <a:close/>
                    <a:moveTo>
                      <a:pt x="8604" y="30"/>
                    </a:moveTo>
                    <a:cubicBezTo>
                      <a:pt x="8696" y="55"/>
                      <a:pt x="8781" y="90"/>
                      <a:pt x="8865" y="114"/>
                    </a:cubicBezTo>
                    <a:cubicBezTo>
                      <a:pt x="10064" y="672"/>
                      <a:pt x="11012" y="1508"/>
                      <a:pt x="11458" y="2456"/>
                    </a:cubicBezTo>
                    <a:cubicBezTo>
                      <a:pt x="10844" y="2762"/>
                      <a:pt x="10175" y="3097"/>
                      <a:pt x="9479" y="3320"/>
                    </a:cubicBezTo>
                    <a:cubicBezTo>
                      <a:pt x="8531" y="2065"/>
                      <a:pt x="7249" y="1034"/>
                      <a:pt x="5827" y="365"/>
                    </a:cubicBezTo>
                    <a:cubicBezTo>
                      <a:pt x="5715" y="393"/>
                      <a:pt x="5660" y="421"/>
                      <a:pt x="5548" y="476"/>
                    </a:cubicBezTo>
                    <a:cubicBezTo>
                      <a:pt x="6998" y="1090"/>
                      <a:pt x="8280" y="2121"/>
                      <a:pt x="9283" y="3403"/>
                    </a:cubicBezTo>
                    <a:cubicBezTo>
                      <a:pt x="8531" y="3654"/>
                      <a:pt x="7778" y="3849"/>
                      <a:pt x="6998" y="4017"/>
                    </a:cubicBezTo>
                    <a:cubicBezTo>
                      <a:pt x="6161" y="2957"/>
                      <a:pt x="4991" y="2149"/>
                      <a:pt x="3708" y="1647"/>
                    </a:cubicBezTo>
                    <a:cubicBezTo>
                      <a:pt x="3625" y="1731"/>
                      <a:pt x="3569" y="1759"/>
                      <a:pt x="3485" y="1842"/>
                    </a:cubicBezTo>
                    <a:cubicBezTo>
                      <a:pt x="4740" y="2288"/>
                      <a:pt x="5883" y="3041"/>
                      <a:pt x="6747" y="4100"/>
                    </a:cubicBezTo>
                    <a:cubicBezTo>
                      <a:pt x="6301" y="4156"/>
                      <a:pt x="5827" y="4240"/>
                      <a:pt x="5353" y="4295"/>
                    </a:cubicBezTo>
                    <a:lnTo>
                      <a:pt x="4628" y="4407"/>
                    </a:lnTo>
                    <a:cubicBezTo>
                      <a:pt x="3903" y="3849"/>
                      <a:pt x="3067" y="3403"/>
                      <a:pt x="2203" y="3125"/>
                    </a:cubicBezTo>
                    <a:cubicBezTo>
                      <a:pt x="2147" y="3180"/>
                      <a:pt x="2092" y="3236"/>
                      <a:pt x="2064" y="3292"/>
                    </a:cubicBezTo>
                    <a:cubicBezTo>
                      <a:pt x="2844" y="3571"/>
                      <a:pt x="3625" y="3961"/>
                      <a:pt x="4322" y="4491"/>
                    </a:cubicBezTo>
                    <a:cubicBezTo>
                      <a:pt x="3820" y="4546"/>
                      <a:pt x="3374" y="4658"/>
                      <a:pt x="2928" y="4769"/>
                    </a:cubicBezTo>
                    <a:cubicBezTo>
                      <a:pt x="1841" y="5048"/>
                      <a:pt x="949" y="5466"/>
                      <a:pt x="252" y="6024"/>
                    </a:cubicBezTo>
                    <a:cubicBezTo>
                      <a:pt x="168" y="6163"/>
                      <a:pt x="57" y="6302"/>
                      <a:pt x="1" y="6442"/>
                    </a:cubicBezTo>
                    <a:cubicBezTo>
                      <a:pt x="29" y="6442"/>
                      <a:pt x="57" y="6442"/>
                      <a:pt x="112" y="6386"/>
                    </a:cubicBezTo>
                    <a:cubicBezTo>
                      <a:pt x="809" y="5773"/>
                      <a:pt x="1785" y="5271"/>
                      <a:pt x="3011" y="4964"/>
                    </a:cubicBezTo>
                    <a:cubicBezTo>
                      <a:pt x="3402" y="4853"/>
                      <a:pt x="3820" y="4797"/>
                      <a:pt x="4266" y="4714"/>
                    </a:cubicBezTo>
                    <a:lnTo>
                      <a:pt x="4266" y="4714"/>
                    </a:lnTo>
                    <a:cubicBezTo>
                      <a:pt x="3625" y="5606"/>
                      <a:pt x="2872" y="6358"/>
                      <a:pt x="2036" y="6999"/>
                    </a:cubicBezTo>
                    <a:cubicBezTo>
                      <a:pt x="2092" y="7027"/>
                      <a:pt x="2175" y="7055"/>
                      <a:pt x="2203" y="7139"/>
                    </a:cubicBezTo>
                    <a:cubicBezTo>
                      <a:pt x="3095" y="6470"/>
                      <a:pt x="3903" y="5633"/>
                      <a:pt x="4545" y="4686"/>
                    </a:cubicBezTo>
                    <a:cubicBezTo>
                      <a:pt x="4823" y="4658"/>
                      <a:pt x="5102" y="4630"/>
                      <a:pt x="5381" y="4546"/>
                    </a:cubicBezTo>
                    <a:cubicBezTo>
                      <a:pt x="5660" y="4518"/>
                      <a:pt x="5966" y="4491"/>
                      <a:pt x="6245" y="4407"/>
                    </a:cubicBezTo>
                    <a:lnTo>
                      <a:pt x="6245" y="4407"/>
                    </a:lnTo>
                    <a:cubicBezTo>
                      <a:pt x="6022" y="5940"/>
                      <a:pt x="5130" y="7334"/>
                      <a:pt x="3792" y="8142"/>
                    </a:cubicBezTo>
                    <a:cubicBezTo>
                      <a:pt x="3876" y="8170"/>
                      <a:pt x="3987" y="8198"/>
                      <a:pt x="4071" y="8254"/>
                    </a:cubicBezTo>
                    <a:cubicBezTo>
                      <a:pt x="5409" y="7362"/>
                      <a:pt x="6301" y="5940"/>
                      <a:pt x="6496" y="4379"/>
                    </a:cubicBezTo>
                    <a:cubicBezTo>
                      <a:pt x="6663" y="4351"/>
                      <a:pt x="6830" y="4295"/>
                      <a:pt x="6970" y="4295"/>
                    </a:cubicBezTo>
                    <a:cubicBezTo>
                      <a:pt x="7722" y="4156"/>
                      <a:pt x="8475" y="3961"/>
                      <a:pt x="9200" y="3710"/>
                    </a:cubicBezTo>
                    <a:lnTo>
                      <a:pt x="9200" y="3710"/>
                    </a:lnTo>
                    <a:cubicBezTo>
                      <a:pt x="9060" y="4518"/>
                      <a:pt x="8782" y="5327"/>
                      <a:pt x="8419" y="6079"/>
                    </a:cubicBezTo>
                    <a:lnTo>
                      <a:pt x="8642" y="6191"/>
                    </a:lnTo>
                    <a:cubicBezTo>
                      <a:pt x="9033" y="5383"/>
                      <a:pt x="9311" y="4546"/>
                      <a:pt x="9451" y="3682"/>
                    </a:cubicBezTo>
                    <a:cubicBezTo>
                      <a:pt x="10092" y="3431"/>
                      <a:pt x="10733" y="3180"/>
                      <a:pt x="11318" y="2874"/>
                    </a:cubicBezTo>
                    <a:lnTo>
                      <a:pt x="11318" y="2874"/>
                    </a:lnTo>
                    <a:cubicBezTo>
                      <a:pt x="11458" y="4156"/>
                      <a:pt x="11263" y="5494"/>
                      <a:pt x="10733" y="6637"/>
                    </a:cubicBezTo>
                    <a:cubicBezTo>
                      <a:pt x="10844" y="6581"/>
                      <a:pt x="10984" y="6498"/>
                      <a:pt x="11040" y="6442"/>
                    </a:cubicBezTo>
                    <a:cubicBezTo>
                      <a:pt x="11541" y="5271"/>
                      <a:pt x="11709" y="3989"/>
                      <a:pt x="11541" y="2762"/>
                    </a:cubicBezTo>
                    <a:cubicBezTo>
                      <a:pt x="12099" y="2484"/>
                      <a:pt x="12656" y="2177"/>
                      <a:pt x="13158" y="1842"/>
                    </a:cubicBezTo>
                    <a:cubicBezTo>
                      <a:pt x="13130" y="1759"/>
                      <a:pt x="13130" y="1703"/>
                      <a:pt x="13074" y="1619"/>
                    </a:cubicBezTo>
                    <a:cubicBezTo>
                      <a:pt x="12573" y="1926"/>
                      <a:pt x="12099" y="2205"/>
                      <a:pt x="11597" y="2484"/>
                    </a:cubicBezTo>
                    <a:lnTo>
                      <a:pt x="11486" y="2288"/>
                    </a:lnTo>
                    <a:cubicBezTo>
                      <a:pt x="10984" y="1341"/>
                      <a:pt x="10064" y="588"/>
                      <a:pt x="8893" y="58"/>
                    </a:cubicBezTo>
                    <a:cubicBezTo>
                      <a:pt x="8837" y="58"/>
                      <a:pt x="8810" y="30"/>
                      <a:pt x="8782" y="3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>
              <a:off x="7094813" y="344097"/>
              <a:ext cx="217277" cy="219344"/>
            </a:xfrm>
            <a:custGeom>
              <a:avLst/>
              <a:gdLst/>
              <a:ahLst/>
              <a:cxnLst/>
              <a:rect l="l" t="t" r="r" b="b"/>
              <a:pathLst>
                <a:path w="8726" h="8809" fill="none" extrusionOk="0">
                  <a:moveTo>
                    <a:pt x="1561" y="8809"/>
                  </a:moveTo>
                  <a:cubicBezTo>
                    <a:pt x="1004" y="7917"/>
                    <a:pt x="474" y="6969"/>
                    <a:pt x="251" y="5966"/>
                  </a:cubicBezTo>
                  <a:cubicBezTo>
                    <a:pt x="0" y="4962"/>
                    <a:pt x="56" y="3791"/>
                    <a:pt x="558" y="2899"/>
                  </a:cubicBezTo>
                  <a:cubicBezTo>
                    <a:pt x="1060" y="1980"/>
                    <a:pt x="2091" y="1283"/>
                    <a:pt x="3122" y="1366"/>
                  </a:cubicBezTo>
                  <a:cubicBezTo>
                    <a:pt x="4182" y="1422"/>
                    <a:pt x="5157" y="2370"/>
                    <a:pt x="5102" y="3401"/>
                  </a:cubicBezTo>
                  <a:cubicBezTo>
                    <a:pt x="5102" y="3875"/>
                    <a:pt x="4906" y="4321"/>
                    <a:pt x="4544" y="4600"/>
                  </a:cubicBezTo>
                  <a:cubicBezTo>
                    <a:pt x="4210" y="4879"/>
                    <a:pt x="3680" y="4990"/>
                    <a:pt x="3290" y="4767"/>
                  </a:cubicBezTo>
                  <a:cubicBezTo>
                    <a:pt x="2872" y="4600"/>
                    <a:pt x="2593" y="4154"/>
                    <a:pt x="2537" y="3652"/>
                  </a:cubicBezTo>
                  <a:cubicBezTo>
                    <a:pt x="2453" y="3206"/>
                    <a:pt x="2593" y="2732"/>
                    <a:pt x="2816" y="2314"/>
                  </a:cubicBezTo>
                  <a:cubicBezTo>
                    <a:pt x="3345" y="1255"/>
                    <a:pt x="4349" y="502"/>
                    <a:pt x="5464" y="251"/>
                  </a:cubicBezTo>
                  <a:cubicBezTo>
                    <a:pt x="6579" y="0"/>
                    <a:pt x="7833" y="307"/>
                    <a:pt x="8725" y="1060"/>
                  </a:cubicBezTo>
                </a:path>
              </a:pathLst>
            </a:custGeom>
            <a:solidFill>
              <a:schemeClr val="dk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" name="Google Shape;66;p4"/>
            <p:cNvSpPr/>
            <p:nvPr/>
          </p:nvSpPr>
          <p:spPr>
            <a:xfrm flipH="1">
              <a:off x="8574900" y="4102447"/>
              <a:ext cx="217277" cy="219344"/>
            </a:xfrm>
            <a:custGeom>
              <a:avLst/>
              <a:gdLst/>
              <a:ahLst/>
              <a:cxnLst/>
              <a:rect l="l" t="t" r="r" b="b"/>
              <a:pathLst>
                <a:path w="8726" h="8809" fill="none" extrusionOk="0">
                  <a:moveTo>
                    <a:pt x="1561" y="8809"/>
                  </a:moveTo>
                  <a:cubicBezTo>
                    <a:pt x="1004" y="7917"/>
                    <a:pt x="474" y="6969"/>
                    <a:pt x="251" y="5966"/>
                  </a:cubicBezTo>
                  <a:cubicBezTo>
                    <a:pt x="0" y="4962"/>
                    <a:pt x="56" y="3791"/>
                    <a:pt x="558" y="2899"/>
                  </a:cubicBezTo>
                  <a:cubicBezTo>
                    <a:pt x="1060" y="1980"/>
                    <a:pt x="2091" y="1283"/>
                    <a:pt x="3122" y="1366"/>
                  </a:cubicBezTo>
                  <a:cubicBezTo>
                    <a:pt x="4182" y="1422"/>
                    <a:pt x="5157" y="2370"/>
                    <a:pt x="5102" y="3401"/>
                  </a:cubicBezTo>
                  <a:cubicBezTo>
                    <a:pt x="5102" y="3875"/>
                    <a:pt x="4906" y="4321"/>
                    <a:pt x="4544" y="4600"/>
                  </a:cubicBezTo>
                  <a:cubicBezTo>
                    <a:pt x="4210" y="4879"/>
                    <a:pt x="3680" y="4990"/>
                    <a:pt x="3290" y="4767"/>
                  </a:cubicBezTo>
                  <a:cubicBezTo>
                    <a:pt x="2872" y="4600"/>
                    <a:pt x="2593" y="4154"/>
                    <a:pt x="2537" y="3652"/>
                  </a:cubicBezTo>
                  <a:cubicBezTo>
                    <a:pt x="2453" y="3206"/>
                    <a:pt x="2593" y="2732"/>
                    <a:pt x="2816" y="2314"/>
                  </a:cubicBezTo>
                  <a:cubicBezTo>
                    <a:pt x="3345" y="1255"/>
                    <a:pt x="4349" y="502"/>
                    <a:pt x="5464" y="251"/>
                  </a:cubicBezTo>
                  <a:cubicBezTo>
                    <a:pt x="6579" y="0"/>
                    <a:pt x="7833" y="307"/>
                    <a:pt x="8725" y="1060"/>
                  </a:cubicBezTo>
                </a:path>
              </a:pathLst>
            </a:custGeom>
            <a:solidFill>
              <a:schemeClr val="dk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" name="Google Shape;67;p4"/>
            <p:cNvSpPr/>
            <p:nvPr/>
          </p:nvSpPr>
          <p:spPr>
            <a:xfrm rot="3636711">
              <a:off x="203370" y="3347035"/>
              <a:ext cx="217295" cy="219362"/>
            </a:xfrm>
            <a:custGeom>
              <a:avLst/>
              <a:gdLst/>
              <a:ahLst/>
              <a:cxnLst/>
              <a:rect l="l" t="t" r="r" b="b"/>
              <a:pathLst>
                <a:path w="8726" h="8809" fill="none" extrusionOk="0">
                  <a:moveTo>
                    <a:pt x="1561" y="8809"/>
                  </a:moveTo>
                  <a:cubicBezTo>
                    <a:pt x="1004" y="7917"/>
                    <a:pt x="474" y="6969"/>
                    <a:pt x="251" y="5966"/>
                  </a:cubicBezTo>
                  <a:cubicBezTo>
                    <a:pt x="0" y="4962"/>
                    <a:pt x="56" y="3791"/>
                    <a:pt x="558" y="2899"/>
                  </a:cubicBezTo>
                  <a:cubicBezTo>
                    <a:pt x="1060" y="1980"/>
                    <a:pt x="2091" y="1283"/>
                    <a:pt x="3122" y="1366"/>
                  </a:cubicBezTo>
                  <a:cubicBezTo>
                    <a:pt x="4182" y="1422"/>
                    <a:pt x="5157" y="2370"/>
                    <a:pt x="5102" y="3401"/>
                  </a:cubicBezTo>
                  <a:cubicBezTo>
                    <a:pt x="5102" y="3875"/>
                    <a:pt x="4906" y="4321"/>
                    <a:pt x="4544" y="4600"/>
                  </a:cubicBezTo>
                  <a:cubicBezTo>
                    <a:pt x="4210" y="4879"/>
                    <a:pt x="3680" y="4990"/>
                    <a:pt x="3290" y="4767"/>
                  </a:cubicBezTo>
                  <a:cubicBezTo>
                    <a:pt x="2872" y="4600"/>
                    <a:pt x="2593" y="4154"/>
                    <a:pt x="2537" y="3652"/>
                  </a:cubicBezTo>
                  <a:cubicBezTo>
                    <a:pt x="2453" y="3206"/>
                    <a:pt x="2593" y="2732"/>
                    <a:pt x="2816" y="2314"/>
                  </a:cubicBezTo>
                  <a:cubicBezTo>
                    <a:pt x="3345" y="1255"/>
                    <a:pt x="4349" y="502"/>
                    <a:pt x="5464" y="251"/>
                  </a:cubicBezTo>
                  <a:cubicBezTo>
                    <a:pt x="6579" y="0"/>
                    <a:pt x="7833" y="307"/>
                    <a:pt x="8725" y="1060"/>
                  </a:cubicBezTo>
                </a:path>
              </a:pathLst>
            </a:custGeom>
            <a:solidFill>
              <a:schemeClr val="dk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/>
          <p:nvPr/>
        </p:nvSpPr>
        <p:spPr>
          <a:xfrm rot="6629057" flipH="1">
            <a:off x="-1618124" y="-1937530"/>
            <a:ext cx="3973472" cy="3465921"/>
          </a:xfrm>
          <a:custGeom>
            <a:avLst/>
            <a:gdLst/>
            <a:ahLst/>
            <a:cxnLst/>
            <a:rect l="l" t="t" r="r" b="b"/>
            <a:pathLst>
              <a:path w="102470" h="89381" extrusionOk="0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0" name="Google Shape;110;p7"/>
          <p:cNvSpPr txBox="1">
            <a:spLocks noGrp="1"/>
          </p:cNvSpPr>
          <p:nvPr>
            <p:ph type="title"/>
          </p:nvPr>
        </p:nvSpPr>
        <p:spPr>
          <a:xfrm>
            <a:off x="713225" y="1001375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ubTitle" idx="1"/>
          </p:nvPr>
        </p:nvSpPr>
        <p:spPr>
          <a:xfrm>
            <a:off x="713225" y="1790050"/>
            <a:ext cx="4294800" cy="267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12" name="Google Shape;112;p7"/>
          <p:cNvSpPr>
            <a:spLocks noGrp="1"/>
          </p:cNvSpPr>
          <p:nvPr>
            <p:ph type="pic" idx="2"/>
          </p:nvPr>
        </p:nvSpPr>
        <p:spPr>
          <a:xfrm>
            <a:off x="5271175" y="1071450"/>
            <a:ext cx="3159600" cy="31602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113" name="Google Shape;113;p7"/>
          <p:cNvGrpSpPr/>
          <p:nvPr/>
        </p:nvGrpSpPr>
        <p:grpSpPr>
          <a:xfrm rot="-10190042">
            <a:off x="223176" y="489768"/>
            <a:ext cx="290857" cy="238766"/>
            <a:chOff x="8209488" y="3016721"/>
            <a:chExt cx="290857" cy="238766"/>
          </a:xfrm>
        </p:grpSpPr>
        <p:sp>
          <p:nvSpPr>
            <p:cNvPr id="114" name="Google Shape;114;p7"/>
            <p:cNvSpPr/>
            <p:nvPr/>
          </p:nvSpPr>
          <p:spPr>
            <a:xfrm>
              <a:off x="8209488" y="3017443"/>
              <a:ext cx="290857" cy="238044"/>
            </a:xfrm>
            <a:custGeom>
              <a:avLst/>
              <a:gdLst/>
              <a:ahLst/>
              <a:cxnLst/>
              <a:rect l="l" t="t" r="r" b="b"/>
              <a:pathLst>
                <a:path w="11681" h="9560" extrusionOk="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8216435" y="3016721"/>
              <a:ext cx="283213" cy="230474"/>
            </a:xfrm>
            <a:custGeom>
              <a:avLst/>
              <a:gdLst/>
              <a:ahLst/>
              <a:cxnLst/>
              <a:rect l="l" t="t" r="r" b="b"/>
              <a:pathLst>
                <a:path w="11374" h="9256" extrusionOk="0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16" name="Google Shape;116;p7"/>
          <p:cNvGrpSpPr/>
          <p:nvPr/>
        </p:nvGrpSpPr>
        <p:grpSpPr>
          <a:xfrm rot="-4557575">
            <a:off x="8504955" y="975280"/>
            <a:ext cx="290849" cy="238760"/>
            <a:chOff x="8209488" y="3016721"/>
            <a:chExt cx="290857" cy="238766"/>
          </a:xfrm>
        </p:grpSpPr>
        <p:sp>
          <p:nvSpPr>
            <p:cNvPr id="117" name="Google Shape;117;p7"/>
            <p:cNvSpPr/>
            <p:nvPr/>
          </p:nvSpPr>
          <p:spPr>
            <a:xfrm>
              <a:off x="8209488" y="3017443"/>
              <a:ext cx="290857" cy="238044"/>
            </a:xfrm>
            <a:custGeom>
              <a:avLst/>
              <a:gdLst/>
              <a:ahLst/>
              <a:cxnLst/>
              <a:rect l="l" t="t" r="r" b="b"/>
              <a:pathLst>
                <a:path w="11681" h="9560" extrusionOk="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8216435" y="3016721"/>
              <a:ext cx="283213" cy="230474"/>
            </a:xfrm>
            <a:custGeom>
              <a:avLst/>
              <a:gdLst/>
              <a:ahLst/>
              <a:cxnLst/>
              <a:rect l="l" t="t" r="r" b="b"/>
              <a:pathLst>
                <a:path w="11374" h="9256" extrusionOk="0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19" name="Google Shape;119;p7"/>
          <p:cNvGrpSpPr/>
          <p:nvPr/>
        </p:nvGrpSpPr>
        <p:grpSpPr>
          <a:xfrm rot="9764795">
            <a:off x="8160910" y="217026"/>
            <a:ext cx="523946" cy="327118"/>
            <a:chOff x="5041635" y="3575776"/>
            <a:chExt cx="335278" cy="209309"/>
          </a:xfrm>
        </p:grpSpPr>
        <p:sp>
          <p:nvSpPr>
            <p:cNvPr id="120" name="Google Shape;120;p7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22" name="Google Shape;122;p7"/>
          <p:cNvSpPr/>
          <p:nvPr/>
        </p:nvSpPr>
        <p:spPr>
          <a:xfrm>
            <a:off x="7314413" y="270897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3" name="Google Shape;123;p7"/>
          <p:cNvSpPr/>
          <p:nvPr/>
        </p:nvSpPr>
        <p:spPr>
          <a:xfrm>
            <a:off x="1366163" y="204372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24" name="Google Shape;124;p7"/>
          <p:cNvGrpSpPr/>
          <p:nvPr/>
        </p:nvGrpSpPr>
        <p:grpSpPr>
          <a:xfrm rot="-4557575">
            <a:off x="263117" y="4314580"/>
            <a:ext cx="290849" cy="238760"/>
            <a:chOff x="8209488" y="3016721"/>
            <a:chExt cx="290857" cy="238766"/>
          </a:xfrm>
        </p:grpSpPr>
        <p:sp>
          <p:nvSpPr>
            <p:cNvPr id="125" name="Google Shape;125;p7"/>
            <p:cNvSpPr/>
            <p:nvPr/>
          </p:nvSpPr>
          <p:spPr>
            <a:xfrm>
              <a:off x="8209488" y="3017443"/>
              <a:ext cx="290857" cy="238044"/>
            </a:xfrm>
            <a:custGeom>
              <a:avLst/>
              <a:gdLst/>
              <a:ahLst/>
              <a:cxnLst/>
              <a:rect l="l" t="t" r="r" b="b"/>
              <a:pathLst>
                <a:path w="11681" h="9560" extrusionOk="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8216435" y="3016721"/>
              <a:ext cx="283213" cy="230474"/>
            </a:xfrm>
            <a:custGeom>
              <a:avLst/>
              <a:gdLst/>
              <a:ahLst/>
              <a:cxnLst/>
              <a:rect l="l" t="t" r="r" b="b"/>
              <a:pathLst>
                <a:path w="11374" h="9256" extrusionOk="0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29" name="Google Shape;129;p8"/>
          <p:cNvSpPr/>
          <p:nvPr/>
        </p:nvSpPr>
        <p:spPr>
          <a:xfrm rot="-6629057">
            <a:off x="6518038" y="-2078730"/>
            <a:ext cx="3973472" cy="3465921"/>
          </a:xfrm>
          <a:custGeom>
            <a:avLst/>
            <a:gdLst/>
            <a:ahLst/>
            <a:cxnLst/>
            <a:rect l="l" t="t" r="r" b="b"/>
            <a:pathLst>
              <a:path w="102470" h="89381" extrusionOk="0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30" name="Google Shape;130;p8"/>
          <p:cNvGrpSpPr/>
          <p:nvPr/>
        </p:nvGrpSpPr>
        <p:grpSpPr>
          <a:xfrm rot="9764795">
            <a:off x="295885" y="4611789"/>
            <a:ext cx="523946" cy="327118"/>
            <a:chOff x="5041635" y="3575776"/>
            <a:chExt cx="335278" cy="209309"/>
          </a:xfrm>
        </p:grpSpPr>
        <p:sp>
          <p:nvSpPr>
            <p:cNvPr id="131" name="Google Shape;131;p8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3" name="Google Shape;133;p8"/>
          <p:cNvGrpSpPr/>
          <p:nvPr/>
        </p:nvGrpSpPr>
        <p:grpSpPr>
          <a:xfrm rot="-2859763">
            <a:off x="144854" y="4165489"/>
            <a:ext cx="335282" cy="209311"/>
            <a:chOff x="5041635" y="3575776"/>
            <a:chExt cx="335278" cy="209309"/>
          </a:xfrm>
        </p:grpSpPr>
        <p:sp>
          <p:nvSpPr>
            <p:cNvPr id="134" name="Google Shape;134;p8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" name="Google Shape;135;p8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6" name="Google Shape;136;p8"/>
          <p:cNvGrpSpPr/>
          <p:nvPr/>
        </p:nvGrpSpPr>
        <p:grpSpPr>
          <a:xfrm rot="-4557575">
            <a:off x="8655355" y="771018"/>
            <a:ext cx="290849" cy="238760"/>
            <a:chOff x="8209488" y="3016721"/>
            <a:chExt cx="290857" cy="238766"/>
          </a:xfrm>
        </p:grpSpPr>
        <p:sp>
          <p:nvSpPr>
            <p:cNvPr id="137" name="Google Shape;137;p8"/>
            <p:cNvSpPr/>
            <p:nvPr/>
          </p:nvSpPr>
          <p:spPr>
            <a:xfrm>
              <a:off x="8209488" y="3017443"/>
              <a:ext cx="290857" cy="238044"/>
            </a:xfrm>
            <a:custGeom>
              <a:avLst/>
              <a:gdLst/>
              <a:ahLst/>
              <a:cxnLst/>
              <a:rect l="l" t="t" r="r" b="b"/>
              <a:pathLst>
                <a:path w="11681" h="9560" extrusionOk="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8216435" y="3016721"/>
              <a:ext cx="283213" cy="230474"/>
            </a:xfrm>
            <a:custGeom>
              <a:avLst/>
              <a:gdLst/>
              <a:ahLst/>
              <a:cxnLst/>
              <a:rect l="l" t="t" r="r" b="b"/>
              <a:pathLst>
                <a:path w="11374" h="9256" extrusionOk="0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9" name="Google Shape;139;p8"/>
          <p:cNvGrpSpPr/>
          <p:nvPr/>
        </p:nvGrpSpPr>
        <p:grpSpPr>
          <a:xfrm rot="9764795">
            <a:off x="8297548" y="256876"/>
            <a:ext cx="523946" cy="327118"/>
            <a:chOff x="5041635" y="3575776"/>
            <a:chExt cx="335278" cy="209309"/>
          </a:xfrm>
        </p:grpSpPr>
        <p:sp>
          <p:nvSpPr>
            <p:cNvPr id="140" name="Google Shape;140;p8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" name="Google Shape;141;p8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42" name="Google Shape;142;p8"/>
          <p:cNvSpPr/>
          <p:nvPr/>
        </p:nvSpPr>
        <p:spPr>
          <a:xfrm>
            <a:off x="7725688" y="162547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8"/>
          <p:cNvSpPr/>
          <p:nvPr/>
        </p:nvSpPr>
        <p:spPr>
          <a:xfrm>
            <a:off x="264855" y="3291944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9"/>
          <p:cNvSpPr/>
          <p:nvPr/>
        </p:nvSpPr>
        <p:spPr>
          <a:xfrm rot="6629057" flipH="1">
            <a:off x="-1210449" y="-1486155"/>
            <a:ext cx="3973472" cy="3465921"/>
          </a:xfrm>
          <a:custGeom>
            <a:avLst/>
            <a:gdLst/>
            <a:ahLst/>
            <a:cxnLst/>
            <a:rect l="l" t="t" r="r" b="b"/>
            <a:pathLst>
              <a:path w="102470" h="89381" extrusionOk="0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48" name="Google Shape;148;p9"/>
          <p:cNvGrpSpPr/>
          <p:nvPr/>
        </p:nvGrpSpPr>
        <p:grpSpPr>
          <a:xfrm rot="-10190042">
            <a:off x="223176" y="489768"/>
            <a:ext cx="290857" cy="238766"/>
            <a:chOff x="8209488" y="3016721"/>
            <a:chExt cx="290857" cy="238766"/>
          </a:xfrm>
        </p:grpSpPr>
        <p:sp>
          <p:nvSpPr>
            <p:cNvPr id="149" name="Google Shape;149;p9"/>
            <p:cNvSpPr/>
            <p:nvPr/>
          </p:nvSpPr>
          <p:spPr>
            <a:xfrm>
              <a:off x="8209488" y="3017443"/>
              <a:ext cx="290857" cy="238044"/>
            </a:xfrm>
            <a:custGeom>
              <a:avLst/>
              <a:gdLst/>
              <a:ahLst/>
              <a:cxnLst/>
              <a:rect l="l" t="t" r="r" b="b"/>
              <a:pathLst>
                <a:path w="11681" h="9560" extrusionOk="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8216435" y="3016721"/>
              <a:ext cx="283213" cy="230474"/>
            </a:xfrm>
            <a:custGeom>
              <a:avLst/>
              <a:gdLst/>
              <a:ahLst/>
              <a:cxnLst/>
              <a:rect l="l" t="t" r="r" b="b"/>
              <a:pathLst>
                <a:path w="11374" h="9256" extrusionOk="0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51" name="Google Shape;151;p9"/>
          <p:cNvGrpSpPr/>
          <p:nvPr/>
        </p:nvGrpSpPr>
        <p:grpSpPr>
          <a:xfrm rot="-4557575">
            <a:off x="8504955" y="975280"/>
            <a:ext cx="290849" cy="238760"/>
            <a:chOff x="8209488" y="3016721"/>
            <a:chExt cx="290857" cy="238766"/>
          </a:xfrm>
        </p:grpSpPr>
        <p:sp>
          <p:nvSpPr>
            <p:cNvPr id="152" name="Google Shape;152;p9"/>
            <p:cNvSpPr/>
            <p:nvPr/>
          </p:nvSpPr>
          <p:spPr>
            <a:xfrm>
              <a:off x="8209488" y="3017443"/>
              <a:ext cx="290857" cy="238044"/>
            </a:xfrm>
            <a:custGeom>
              <a:avLst/>
              <a:gdLst/>
              <a:ahLst/>
              <a:cxnLst/>
              <a:rect l="l" t="t" r="r" b="b"/>
              <a:pathLst>
                <a:path w="11681" h="9560" extrusionOk="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8216435" y="3016721"/>
              <a:ext cx="283213" cy="230474"/>
            </a:xfrm>
            <a:custGeom>
              <a:avLst/>
              <a:gdLst/>
              <a:ahLst/>
              <a:cxnLst/>
              <a:rect l="l" t="t" r="r" b="b"/>
              <a:pathLst>
                <a:path w="11374" h="9256" extrusionOk="0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54" name="Google Shape;154;p9"/>
          <p:cNvGrpSpPr/>
          <p:nvPr/>
        </p:nvGrpSpPr>
        <p:grpSpPr>
          <a:xfrm rot="9764795">
            <a:off x="8160910" y="217026"/>
            <a:ext cx="523946" cy="327118"/>
            <a:chOff x="5041635" y="3575776"/>
            <a:chExt cx="335278" cy="209309"/>
          </a:xfrm>
        </p:grpSpPr>
        <p:sp>
          <p:nvSpPr>
            <p:cNvPr id="155" name="Google Shape;155;p9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57" name="Google Shape;157;p9"/>
          <p:cNvSpPr/>
          <p:nvPr/>
        </p:nvSpPr>
        <p:spPr>
          <a:xfrm>
            <a:off x="7314413" y="270897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9"/>
          <p:cNvSpPr/>
          <p:nvPr/>
        </p:nvSpPr>
        <p:spPr>
          <a:xfrm>
            <a:off x="1366163" y="204372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59" name="Google Shape;159;p9"/>
          <p:cNvGrpSpPr/>
          <p:nvPr/>
        </p:nvGrpSpPr>
        <p:grpSpPr>
          <a:xfrm rot="-4557575">
            <a:off x="263117" y="4314580"/>
            <a:ext cx="290849" cy="238760"/>
            <a:chOff x="8209488" y="3016721"/>
            <a:chExt cx="290857" cy="238766"/>
          </a:xfrm>
        </p:grpSpPr>
        <p:sp>
          <p:nvSpPr>
            <p:cNvPr id="160" name="Google Shape;160;p9"/>
            <p:cNvSpPr/>
            <p:nvPr/>
          </p:nvSpPr>
          <p:spPr>
            <a:xfrm>
              <a:off x="8209488" y="3017443"/>
              <a:ext cx="290857" cy="238044"/>
            </a:xfrm>
            <a:custGeom>
              <a:avLst/>
              <a:gdLst/>
              <a:ahLst/>
              <a:cxnLst/>
              <a:rect l="l" t="t" r="r" b="b"/>
              <a:pathLst>
                <a:path w="11681" h="9560" extrusionOk="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8216435" y="3016721"/>
              <a:ext cx="283213" cy="230474"/>
            </a:xfrm>
            <a:custGeom>
              <a:avLst/>
              <a:gdLst/>
              <a:ahLst/>
              <a:cxnLst/>
              <a:rect l="l" t="t" r="r" b="b"/>
              <a:pathLst>
                <a:path w="11374" h="9256" extrusionOk="0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>
            <a:spLocks noGrp="1"/>
          </p:cNvSpPr>
          <p:nvPr>
            <p:ph type="title" hasCustomPrompt="1"/>
          </p:nvPr>
        </p:nvSpPr>
        <p:spPr>
          <a:xfrm>
            <a:off x="1018025" y="795625"/>
            <a:ext cx="3727800" cy="118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7" name="Google Shape;167;p11"/>
          <p:cNvSpPr txBox="1">
            <a:spLocks noGrp="1"/>
          </p:cNvSpPr>
          <p:nvPr>
            <p:ph type="subTitle" idx="1"/>
          </p:nvPr>
        </p:nvSpPr>
        <p:spPr>
          <a:xfrm>
            <a:off x="1018025" y="2182025"/>
            <a:ext cx="3209700" cy="7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68" name="Google Shape;168;p11"/>
          <p:cNvGrpSpPr/>
          <p:nvPr/>
        </p:nvGrpSpPr>
        <p:grpSpPr>
          <a:xfrm rot="8342089">
            <a:off x="252038" y="438381"/>
            <a:ext cx="523936" cy="327115"/>
            <a:chOff x="5041635" y="3575776"/>
            <a:chExt cx="335278" cy="209309"/>
          </a:xfrm>
        </p:grpSpPr>
        <p:sp>
          <p:nvSpPr>
            <p:cNvPr id="169" name="Google Shape;169;p11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71" name="Google Shape;171;p11"/>
          <p:cNvGrpSpPr/>
          <p:nvPr/>
        </p:nvGrpSpPr>
        <p:grpSpPr>
          <a:xfrm rot="6379958">
            <a:off x="166588" y="1113799"/>
            <a:ext cx="290843" cy="238755"/>
            <a:chOff x="8209488" y="3016721"/>
            <a:chExt cx="290857" cy="238766"/>
          </a:xfrm>
        </p:grpSpPr>
        <p:sp>
          <p:nvSpPr>
            <p:cNvPr id="172" name="Google Shape;172;p11"/>
            <p:cNvSpPr/>
            <p:nvPr/>
          </p:nvSpPr>
          <p:spPr>
            <a:xfrm>
              <a:off x="8209488" y="3017443"/>
              <a:ext cx="290857" cy="238044"/>
            </a:xfrm>
            <a:custGeom>
              <a:avLst/>
              <a:gdLst/>
              <a:ahLst/>
              <a:cxnLst/>
              <a:rect l="l" t="t" r="r" b="b"/>
              <a:pathLst>
                <a:path w="11681" h="9560" extrusionOk="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" name="Google Shape;173;p11"/>
            <p:cNvSpPr/>
            <p:nvPr/>
          </p:nvSpPr>
          <p:spPr>
            <a:xfrm>
              <a:off x="8216435" y="3016721"/>
              <a:ext cx="283213" cy="230474"/>
            </a:xfrm>
            <a:custGeom>
              <a:avLst/>
              <a:gdLst/>
              <a:ahLst/>
              <a:cxnLst/>
              <a:rect l="l" t="t" r="r" b="b"/>
              <a:pathLst>
                <a:path w="11374" h="9256" extrusionOk="0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74" name="Google Shape;174;p11"/>
          <p:cNvGrpSpPr/>
          <p:nvPr/>
        </p:nvGrpSpPr>
        <p:grpSpPr>
          <a:xfrm rot="9764795">
            <a:off x="8028623" y="438426"/>
            <a:ext cx="523946" cy="327118"/>
            <a:chOff x="5041635" y="3575776"/>
            <a:chExt cx="335278" cy="209309"/>
          </a:xfrm>
        </p:grpSpPr>
        <p:sp>
          <p:nvSpPr>
            <p:cNvPr id="175" name="Google Shape;175;p11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" name="Google Shape;176;p11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77" name="Google Shape;177;p11"/>
          <p:cNvSpPr/>
          <p:nvPr/>
        </p:nvSpPr>
        <p:spPr>
          <a:xfrm>
            <a:off x="7456763" y="344097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78" name="Google Shape;178;p11"/>
          <p:cNvGrpSpPr/>
          <p:nvPr/>
        </p:nvGrpSpPr>
        <p:grpSpPr>
          <a:xfrm rot="-4557575">
            <a:off x="8386430" y="952568"/>
            <a:ext cx="290849" cy="238760"/>
            <a:chOff x="8209488" y="3016721"/>
            <a:chExt cx="290857" cy="238766"/>
          </a:xfrm>
        </p:grpSpPr>
        <p:sp>
          <p:nvSpPr>
            <p:cNvPr id="179" name="Google Shape;179;p11"/>
            <p:cNvSpPr/>
            <p:nvPr/>
          </p:nvSpPr>
          <p:spPr>
            <a:xfrm>
              <a:off x="8209488" y="3017443"/>
              <a:ext cx="290857" cy="238044"/>
            </a:xfrm>
            <a:custGeom>
              <a:avLst/>
              <a:gdLst/>
              <a:ahLst/>
              <a:cxnLst/>
              <a:rect l="l" t="t" r="r" b="b"/>
              <a:pathLst>
                <a:path w="11681" h="9560" extrusionOk="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8216435" y="3016721"/>
              <a:ext cx="283213" cy="230474"/>
            </a:xfrm>
            <a:custGeom>
              <a:avLst/>
              <a:gdLst/>
              <a:ahLst/>
              <a:cxnLst/>
              <a:rect l="l" t="t" r="r" b="b"/>
              <a:pathLst>
                <a:path w="11374" h="9256" extrusionOk="0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5"/>
          <p:cNvSpPr/>
          <p:nvPr/>
        </p:nvSpPr>
        <p:spPr>
          <a:xfrm flipH="1">
            <a:off x="7879186" y="4588047"/>
            <a:ext cx="1519577" cy="714254"/>
          </a:xfrm>
          <a:custGeom>
            <a:avLst/>
            <a:gdLst/>
            <a:ahLst/>
            <a:cxnLst/>
            <a:rect l="l" t="t" r="r" b="b"/>
            <a:pathLst>
              <a:path w="46944" h="22067" extrusionOk="0">
                <a:moveTo>
                  <a:pt x="22719" y="0"/>
                </a:moveTo>
                <a:cubicBezTo>
                  <a:pt x="20147" y="0"/>
                  <a:pt x="17573" y="188"/>
                  <a:pt x="15026" y="566"/>
                </a:cubicBezTo>
                <a:cubicBezTo>
                  <a:pt x="11123" y="1151"/>
                  <a:pt x="7109" y="2266"/>
                  <a:pt x="4238" y="4942"/>
                </a:cubicBezTo>
                <a:cubicBezTo>
                  <a:pt x="1367" y="7674"/>
                  <a:pt x="1" y="12301"/>
                  <a:pt x="2064" y="15674"/>
                </a:cubicBezTo>
                <a:cubicBezTo>
                  <a:pt x="3708" y="18378"/>
                  <a:pt x="6942" y="19549"/>
                  <a:pt x="10008" y="20329"/>
                </a:cubicBezTo>
                <a:cubicBezTo>
                  <a:pt x="14675" y="21484"/>
                  <a:pt x="19499" y="22067"/>
                  <a:pt x="24325" y="22067"/>
                </a:cubicBezTo>
                <a:cubicBezTo>
                  <a:pt x="27888" y="22067"/>
                  <a:pt x="31452" y="21749"/>
                  <a:pt x="34957" y="21110"/>
                </a:cubicBezTo>
                <a:cubicBezTo>
                  <a:pt x="38134" y="20525"/>
                  <a:pt x="41452" y="19633"/>
                  <a:pt x="43737" y="17291"/>
                </a:cubicBezTo>
                <a:cubicBezTo>
                  <a:pt x="46079" y="14950"/>
                  <a:pt x="46943" y="11298"/>
                  <a:pt x="45995" y="8120"/>
                </a:cubicBezTo>
                <a:cubicBezTo>
                  <a:pt x="44239" y="2266"/>
                  <a:pt x="39138" y="2378"/>
                  <a:pt x="34232" y="1263"/>
                </a:cubicBezTo>
                <a:cubicBezTo>
                  <a:pt x="30463" y="425"/>
                  <a:pt x="26593" y="0"/>
                  <a:pt x="2271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7" name="Google Shape;217;p15"/>
          <p:cNvSpPr/>
          <p:nvPr/>
        </p:nvSpPr>
        <p:spPr>
          <a:xfrm rot="-3636711" flipH="1">
            <a:off x="8609184" y="3533247"/>
            <a:ext cx="217295" cy="219362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18" name="Google Shape;218;p15"/>
          <p:cNvGrpSpPr/>
          <p:nvPr/>
        </p:nvGrpSpPr>
        <p:grpSpPr>
          <a:xfrm rot="4557575" flipH="1">
            <a:off x="8285357" y="4705943"/>
            <a:ext cx="290849" cy="238760"/>
            <a:chOff x="8209488" y="3016721"/>
            <a:chExt cx="290857" cy="238766"/>
          </a:xfrm>
        </p:grpSpPr>
        <p:sp>
          <p:nvSpPr>
            <p:cNvPr id="219" name="Google Shape;219;p15"/>
            <p:cNvSpPr/>
            <p:nvPr/>
          </p:nvSpPr>
          <p:spPr>
            <a:xfrm>
              <a:off x="8209488" y="3017443"/>
              <a:ext cx="290857" cy="238044"/>
            </a:xfrm>
            <a:custGeom>
              <a:avLst/>
              <a:gdLst/>
              <a:ahLst/>
              <a:cxnLst/>
              <a:rect l="l" t="t" r="r" b="b"/>
              <a:pathLst>
                <a:path w="11681" h="9560" extrusionOk="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" name="Google Shape;220;p15"/>
            <p:cNvSpPr/>
            <p:nvPr/>
          </p:nvSpPr>
          <p:spPr>
            <a:xfrm>
              <a:off x="8216435" y="3016721"/>
              <a:ext cx="283213" cy="230474"/>
            </a:xfrm>
            <a:custGeom>
              <a:avLst/>
              <a:gdLst/>
              <a:ahLst/>
              <a:cxnLst/>
              <a:rect l="l" t="t" r="r" b="b"/>
              <a:pathLst>
                <a:path w="11374" h="9256" extrusionOk="0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21" name="Google Shape;221;p15"/>
          <p:cNvGrpSpPr/>
          <p:nvPr/>
        </p:nvGrpSpPr>
        <p:grpSpPr>
          <a:xfrm rot="-9764795" flipH="1">
            <a:off x="8777742" y="4190601"/>
            <a:ext cx="523946" cy="327118"/>
            <a:chOff x="5041635" y="3575776"/>
            <a:chExt cx="335278" cy="209309"/>
          </a:xfrm>
        </p:grpSpPr>
        <p:sp>
          <p:nvSpPr>
            <p:cNvPr id="222" name="Google Shape;222;p15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" name="Google Shape;223;p15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24" name="Google Shape;224;p15"/>
          <p:cNvSpPr/>
          <p:nvPr/>
        </p:nvSpPr>
        <p:spPr>
          <a:xfrm rot="10800000">
            <a:off x="7299051" y="-2054886"/>
            <a:ext cx="2854641" cy="2865942"/>
          </a:xfrm>
          <a:custGeom>
            <a:avLst/>
            <a:gdLst/>
            <a:ahLst/>
            <a:cxnLst/>
            <a:rect l="l" t="t" r="r" b="b"/>
            <a:pathLst>
              <a:path w="53298" h="53509" extrusionOk="0">
                <a:moveTo>
                  <a:pt x="26115" y="1"/>
                </a:moveTo>
                <a:cubicBezTo>
                  <a:pt x="24636" y="1"/>
                  <a:pt x="23162" y="136"/>
                  <a:pt x="21715" y="417"/>
                </a:cubicBezTo>
                <a:cubicBezTo>
                  <a:pt x="17840" y="1169"/>
                  <a:pt x="14133" y="2814"/>
                  <a:pt x="11011" y="5295"/>
                </a:cubicBezTo>
                <a:cubicBezTo>
                  <a:pt x="3568" y="11260"/>
                  <a:pt x="0" y="21602"/>
                  <a:pt x="1896" y="30968"/>
                </a:cubicBezTo>
                <a:cubicBezTo>
                  <a:pt x="3763" y="40334"/>
                  <a:pt x="10844" y="48390"/>
                  <a:pt x="19764" y="51791"/>
                </a:cubicBezTo>
                <a:cubicBezTo>
                  <a:pt x="22579" y="52876"/>
                  <a:pt x="25624" y="53509"/>
                  <a:pt x="28640" y="53509"/>
                </a:cubicBezTo>
                <a:cubicBezTo>
                  <a:pt x="30970" y="53509"/>
                  <a:pt x="33283" y="53131"/>
                  <a:pt x="35458" y="52293"/>
                </a:cubicBezTo>
                <a:cubicBezTo>
                  <a:pt x="40141" y="50481"/>
                  <a:pt x="43848" y="46662"/>
                  <a:pt x="46636" y="42397"/>
                </a:cubicBezTo>
                <a:cubicBezTo>
                  <a:pt x="50873" y="35902"/>
                  <a:pt x="53298" y="28013"/>
                  <a:pt x="51960" y="20375"/>
                </a:cubicBezTo>
                <a:cubicBezTo>
                  <a:pt x="49955" y="8517"/>
                  <a:pt x="37858" y="1"/>
                  <a:pt x="261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25" name="Google Shape;225;p15"/>
          <p:cNvGrpSpPr/>
          <p:nvPr/>
        </p:nvGrpSpPr>
        <p:grpSpPr>
          <a:xfrm rot="-2457911">
            <a:off x="8455856" y="549335"/>
            <a:ext cx="523936" cy="327115"/>
            <a:chOff x="5041635" y="3575776"/>
            <a:chExt cx="335278" cy="209309"/>
          </a:xfrm>
        </p:grpSpPr>
        <p:sp>
          <p:nvSpPr>
            <p:cNvPr id="226" name="Google Shape;226;p15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28" name="Google Shape;228;p15"/>
          <p:cNvSpPr/>
          <p:nvPr/>
        </p:nvSpPr>
        <p:spPr>
          <a:xfrm rot="-7163289">
            <a:off x="8609178" y="1358610"/>
            <a:ext cx="217295" cy="219362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29" name="Google Shape;229;p15"/>
          <p:cNvGrpSpPr/>
          <p:nvPr/>
        </p:nvGrpSpPr>
        <p:grpSpPr>
          <a:xfrm rot="-9764795" flipH="1">
            <a:off x="1529792" y="4904851"/>
            <a:ext cx="523946" cy="327118"/>
            <a:chOff x="5041635" y="3575776"/>
            <a:chExt cx="335278" cy="209309"/>
          </a:xfrm>
        </p:grpSpPr>
        <p:sp>
          <p:nvSpPr>
            <p:cNvPr id="230" name="Google Shape;230;p15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32" name="Google Shape;232;p15"/>
          <p:cNvSpPr/>
          <p:nvPr/>
        </p:nvSpPr>
        <p:spPr>
          <a:xfrm>
            <a:off x="164005" y="3977744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"/>
          <p:cNvSpPr txBox="1">
            <a:spLocks noGrp="1"/>
          </p:cNvSpPr>
          <p:nvPr>
            <p:ph type="title"/>
          </p:nvPr>
        </p:nvSpPr>
        <p:spPr>
          <a:xfrm>
            <a:off x="5298150" y="539500"/>
            <a:ext cx="3118500" cy="65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7"/>
          <p:cNvSpPr txBox="1">
            <a:spLocks noGrp="1"/>
          </p:cNvSpPr>
          <p:nvPr>
            <p:ph type="subTitle" idx="1"/>
          </p:nvPr>
        </p:nvSpPr>
        <p:spPr>
          <a:xfrm>
            <a:off x="5298150" y="1418350"/>
            <a:ext cx="26088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247" name="Google Shape;247;p17"/>
          <p:cNvGrpSpPr/>
          <p:nvPr/>
        </p:nvGrpSpPr>
        <p:grpSpPr>
          <a:xfrm rot="764630">
            <a:off x="8447023" y="420113"/>
            <a:ext cx="290867" cy="238774"/>
            <a:chOff x="8209488" y="3016721"/>
            <a:chExt cx="290857" cy="238766"/>
          </a:xfrm>
        </p:grpSpPr>
        <p:sp>
          <p:nvSpPr>
            <p:cNvPr id="248" name="Google Shape;248;p17"/>
            <p:cNvSpPr/>
            <p:nvPr/>
          </p:nvSpPr>
          <p:spPr>
            <a:xfrm>
              <a:off x="8209488" y="3017443"/>
              <a:ext cx="290857" cy="238044"/>
            </a:xfrm>
            <a:custGeom>
              <a:avLst/>
              <a:gdLst/>
              <a:ahLst/>
              <a:cxnLst/>
              <a:rect l="l" t="t" r="r" b="b"/>
              <a:pathLst>
                <a:path w="11681" h="9560" extrusionOk="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" name="Google Shape;249;p17"/>
            <p:cNvSpPr/>
            <p:nvPr/>
          </p:nvSpPr>
          <p:spPr>
            <a:xfrm>
              <a:off x="8216435" y="3016721"/>
              <a:ext cx="283213" cy="230474"/>
            </a:xfrm>
            <a:custGeom>
              <a:avLst/>
              <a:gdLst/>
              <a:ahLst/>
              <a:cxnLst/>
              <a:rect l="l" t="t" r="r" b="b"/>
              <a:pathLst>
                <a:path w="11374" h="9256" extrusionOk="0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50" name="Google Shape;250;p17"/>
          <p:cNvSpPr/>
          <p:nvPr/>
        </p:nvSpPr>
        <p:spPr>
          <a:xfrm flipH="1">
            <a:off x="8720408" y="792219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1" name="Google Shape;251;p17"/>
          <p:cNvSpPr/>
          <p:nvPr/>
        </p:nvSpPr>
        <p:spPr>
          <a:xfrm rot="-2028326" flipH="1">
            <a:off x="8069237" y="4635106"/>
            <a:ext cx="1519591" cy="714269"/>
          </a:xfrm>
          <a:custGeom>
            <a:avLst/>
            <a:gdLst/>
            <a:ahLst/>
            <a:cxnLst/>
            <a:rect l="l" t="t" r="r" b="b"/>
            <a:pathLst>
              <a:path w="46944" h="22067" extrusionOk="0">
                <a:moveTo>
                  <a:pt x="22719" y="0"/>
                </a:moveTo>
                <a:cubicBezTo>
                  <a:pt x="20147" y="0"/>
                  <a:pt x="17573" y="188"/>
                  <a:pt x="15026" y="566"/>
                </a:cubicBezTo>
                <a:cubicBezTo>
                  <a:pt x="11123" y="1151"/>
                  <a:pt x="7109" y="2266"/>
                  <a:pt x="4238" y="4942"/>
                </a:cubicBezTo>
                <a:cubicBezTo>
                  <a:pt x="1367" y="7674"/>
                  <a:pt x="1" y="12301"/>
                  <a:pt x="2064" y="15674"/>
                </a:cubicBezTo>
                <a:cubicBezTo>
                  <a:pt x="3708" y="18378"/>
                  <a:pt x="6942" y="19549"/>
                  <a:pt x="10008" y="20329"/>
                </a:cubicBezTo>
                <a:cubicBezTo>
                  <a:pt x="14675" y="21484"/>
                  <a:pt x="19499" y="22067"/>
                  <a:pt x="24325" y="22067"/>
                </a:cubicBezTo>
                <a:cubicBezTo>
                  <a:pt x="27888" y="22067"/>
                  <a:pt x="31452" y="21749"/>
                  <a:pt x="34957" y="21110"/>
                </a:cubicBezTo>
                <a:cubicBezTo>
                  <a:pt x="38134" y="20525"/>
                  <a:pt x="41452" y="19633"/>
                  <a:pt x="43737" y="17291"/>
                </a:cubicBezTo>
                <a:cubicBezTo>
                  <a:pt x="46079" y="14950"/>
                  <a:pt x="46943" y="11298"/>
                  <a:pt x="45995" y="8120"/>
                </a:cubicBezTo>
                <a:cubicBezTo>
                  <a:pt x="44239" y="2266"/>
                  <a:pt x="39138" y="2378"/>
                  <a:pt x="34232" y="1263"/>
                </a:cubicBezTo>
                <a:cubicBezTo>
                  <a:pt x="30463" y="425"/>
                  <a:pt x="26593" y="0"/>
                  <a:pt x="2271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2" name="Google Shape;252;p17"/>
          <p:cNvSpPr/>
          <p:nvPr/>
        </p:nvSpPr>
        <p:spPr>
          <a:xfrm rot="-3636711" flipH="1">
            <a:off x="8720384" y="3647547"/>
            <a:ext cx="217295" cy="219362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53" name="Google Shape;253;p17"/>
          <p:cNvGrpSpPr/>
          <p:nvPr/>
        </p:nvGrpSpPr>
        <p:grpSpPr>
          <a:xfrm rot="-2056206" flipH="1">
            <a:off x="8325797" y="4753092"/>
            <a:ext cx="290860" cy="238768"/>
            <a:chOff x="8209488" y="3016721"/>
            <a:chExt cx="290857" cy="238766"/>
          </a:xfrm>
        </p:grpSpPr>
        <p:sp>
          <p:nvSpPr>
            <p:cNvPr id="254" name="Google Shape;254;p17"/>
            <p:cNvSpPr/>
            <p:nvPr/>
          </p:nvSpPr>
          <p:spPr>
            <a:xfrm>
              <a:off x="8209488" y="3017443"/>
              <a:ext cx="290857" cy="238044"/>
            </a:xfrm>
            <a:custGeom>
              <a:avLst/>
              <a:gdLst/>
              <a:ahLst/>
              <a:cxnLst/>
              <a:rect l="l" t="t" r="r" b="b"/>
              <a:pathLst>
                <a:path w="11681" h="9560" extrusionOk="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" name="Google Shape;255;p17"/>
            <p:cNvSpPr/>
            <p:nvPr/>
          </p:nvSpPr>
          <p:spPr>
            <a:xfrm>
              <a:off x="8216435" y="3016721"/>
              <a:ext cx="283213" cy="230474"/>
            </a:xfrm>
            <a:custGeom>
              <a:avLst/>
              <a:gdLst/>
              <a:ahLst/>
              <a:cxnLst/>
              <a:rect l="l" t="t" r="r" b="b"/>
              <a:pathLst>
                <a:path w="11374" h="9256" extrusionOk="0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56" name="Google Shape;256;p17"/>
          <p:cNvGrpSpPr/>
          <p:nvPr/>
        </p:nvGrpSpPr>
        <p:grpSpPr>
          <a:xfrm rot="-7438244" flipH="1">
            <a:off x="8567065" y="4319566"/>
            <a:ext cx="523946" cy="327121"/>
            <a:chOff x="5041635" y="3575776"/>
            <a:chExt cx="335278" cy="209309"/>
          </a:xfrm>
        </p:grpSpPr>
        <p:sp>
          <p:nvSpPr>
            <p:cNvPr id="257" name="Google Shape;257;p17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" name="Google Shape;258;p17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59" name="Google Shape;259;p17"/>
          <p:cNvGrpSpPr/>
          <p:nvPr/>
        </p:nvGrpSpPr>
        <p:grpSpPr>
          <a:xfrm rot="-9764795" flipH="1">
            <a:off x="80335" y="180939"/>
            <a:ext cx="523946" cy="327118"/>
            <a:chOff x="5041635" y="3575776"/>
            <a:chExt cx="335278" cy="209309"/>
          </a:xfrm>
        </p:grpSpPr>
        <p:sp>
          <p:nvSpPr>
            <p:cNvPr id="260" name="Google Shape;260;p17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" name="Google Shape;261;p17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62" name="Google Shape;262;p17"/>
          <p:cNvSpPr/>
          <p:nvPr/>
        </p:nvSpPr>
        <p:spPr>
          <a:xfrm flipH="1">
            <a:off x="1113333" y="178594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23"/>
          <p:cNvSpPr txBox="1">
            <a:spLocks noGrp="1"/>
          </p:cNvSpPr>
          <p:nvPr>
            <p:ph type="subTitle" idx="1"/>
          </p:nvPr>
        </p:nvSpPr>
        <p:spPr>
          <a:xfrm>
            <a:off x="712900" y="1710150"/>
            <a:ext cx="24693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23"/>
          <p:cNvSpPr txBox="1">
            <a:spLocks noGrp="1"/>
          </p:cNvSpPr>
          <p:nvPr>
            <p:ph type="subTitle" idx="2"/>
          </p:nvPr>
        </p:nvSpPr>
        <p:spPr>
          <a:xfrm>
            <a:off x="3281974" y="1710159"/>
            <a:ext cx="25797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23"/>
          <p:cNvSpPr txBox="1">
            <a:spLocks noGrp="1"/>
          </p:cNvSpPr>
          <p:nvPr>
            <p:ph type="subTitle" idx="3"/>
          </p:nvPr>
        </p:nvSpPr>
        <p:spPr>
          <a:xfrm>
            <a:off x="712900" y="3387450"/>
            <a:ext cx="24693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75" name="Google Shape;375;p23"/>
          <p:cNvSpPr txBox="1">
            <a:spLocks noGrp="1"/>
          </p:cNvSpPr>
          <p:nvPr>
            <p:ph type="subTitle" idx="4"/>
          </p:nvPr>
        </p:nvSpPr>
        <p:spPr>
          <a:xfrm>
            <a:off x="3281985" y="3387451"/>
            <a:ext cx="25797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23"/>
          <p:cNvSpPr txBox="1">
            <a:spLocks noGrp="1"/>
          </p:cNvSpPr>
          <p:nvPr>
            <p:ph type="subTitle" idx="5"/>
          </p:nvPr>
        </p:nvSpPr>
        <p:spPr>
          <a:xfrm>
            <a:off x="5961452" y="1710155"/>
            <a:ext cx="24693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23"/>
          <p:cNvSpPr txBox="1">
            <a:spLocks noGrp="1"/>
          </p:cNvSpPr>
          <p:nvPr>
            <p:ph type="subTitle" idx="6"/>
          </p:nvPr>
        </p:nvSpPr>
        <p:spPr>
          <a:xfrm>
            <a:off x="5961475" y="3387450"/>
            <a:ext cx="24693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78" name="Google Shape;378;p23"/>
          <p:cNvSpPr txBox="1">
            <a:spLocks noGrp="1"/>
          </p:cNvSpPr>
          <p:nvPr>
            <p:ph type="subTitle" idx="7"/>
          </p:nvPr>
        </p:nvSpPr>
        <p:spPr>
          <a:xfrm>
            <a:off x="712900" y="1223673"/>
            <a:ext cx="2469300" cy="47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79" name="Google Shape;379;p23"/>
          <p:cNvSpPr txBox="1">
            <a:spLocks noGrp="1"/>
          </p:cNvSpPr>
          <p:nvPr>
            <p:ph type="subTitle" idx="8"/>
          </p:nvPr>
        </p:nvSpPr>
        <p:spPr>
          <a:xfrm>
            <a:off x="3281974" y="1223673"/>
            <a:ext cx="2577300" cy="47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0" name="Google Shape;380;p23"/>
          <p:cNvSpPr txBox="1">
            <a:spLocks noGrp="1"/>
          </p:cNvSpPr>
          <p:nvPr>
            <p:ph type="subTitle" idx="9"/>
          </p:nvPr>
        </p:nvSpPr>
        <p:spPr>
          <a:xfrm>
            <a:off x="5961452" y="1223673"/>
            <a:ext cx="2466900" cy="47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1" name="Google Shape;381;p23"/>
          <p:cNvSpPr txBox="1">
            <a:spLocks noGrp="1"/>
          </p:cNvSpPr>
          <p:nvPr>
            <p:ph type="subTitle" idx="13"/>
          </p:nvPr>
        </p:nvSpPr>
        <p:spPr>
          <a:xfrm>
            <a:off x="712900" y="2903460"/>
            <a:ext cx="2469300" cy="47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2" name="Google Shape;382;p23"/>
          <p:cNvSpPr txBox="1">
            <a:spLocks noGrp="1"/>
          </p:cNvSpPr>
          <p:nvPr>
            <p:ph type="subTitle" idx="14"/>
          </p:nvPr>
        </p:nvSpPr>
        <p:spPr>
          <a:xfrm>
            <a:off x="3281974" y="2903457"/>
            <a:ext cx="2577300" cy="47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3" name="Google Shape;383;p23"/>
          <p:cNvSpPr txBox="1">
            <a:spLocks noGrp="1"/>
          </p:cNvSpPr>
          <p:nvPr>
            <p:ph type="subTitle" idx="15"/>
          </p:nvPr>
        </p:nvSpPr>
        <p:spPr>
          <a:xfrm>
            <a:off x="5961452" y="2903453"/>
            <a:ext cx="2469300" cy="47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384" name="Google Shape;384;p23"/>
          <p:cNvGrpSpPr/>
          <p:nvPr/>
        </p:nvGrpSpPr>
        <p:grpSpPr>
          <a:xfrm rot="-2859763">
            <a:off x="117954" y="4226989"/>
            <a:ext cx="335282" cy="209311"/>
            <a:chOff x="5041635" y="3575776"/>
            <a:chExt cx="335278" cy="209309"/>
          </a:xfrm>
        </p:grpSpPr>
        <p:sp>
          <p:nvSpPr>
            <p:cNvPr id="385" name="Google Shape;385;p23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6" name="Google Shape;386;p23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87" name="Google Shape;387;p23"/>
          <p:cNvGrpSpPr/>
          <p:nvPr/>
        </p:nvGrpSpPr>
        <p:grpSpPr>
          <a:xfrm rot="9764795">
            <a:off x="268985" y="4673289"/>
            <a:ext cx="523946" cy="327118"/>
            <a:chOff x="5041635" y="3575776"/>
            <a:chExt cx="335278" cy="209309"/>
          </a:xfrm>
        </p:grpSpPr>
        <p:sp>
          <p:nvSpPr>
            <p:cNvPr id="388" name="Google Shape;388;p23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9" name="Google Shape;389;p23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90" name="Google Shape;390;p23"/>
          <p:cNvSpPr/>
          <p:nvPr/>
        </p:nvSpPr>
        <p:spPr>
          <a:xfrm>
            <a:off x="1152355" y="4727169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91" name="Google Shape;391;p23"/>
          <p:cNvGrpSpPr/>
          <p:nvPr/>
        </p:nvGrpSpPr>
        <p:grpSpPr>
          <a:xfrm rot="10190042" flipH="1">
            <a:off x="8528941" y="550293"/>
            <a:ext cx="290857" cy="238766"/>
            <a:chOff x="8209488" y="3016721"/>
            <a:chExt cx="290857" cy="238766"/>
          </a:xfrm>
        </p:grpSpPr>
        <p:sp>
          <p:nvSpPr>
            <p:cNvPr id="392" name="Google Shape;392;p23"/>
            <p:cNvSpPr/>
            <p:nvPr/>
          </p:nvSpPr>
          <p:spPr>
            <a:xfrm>
              <a:off x="8209488" y="3017443"/>
              <a:ext cx="290857" cy="238044"/>
            </a:xfrm>
            <a:custGeom>
              <a:avLst/>
              <a:gdLst/>
              <a:ahLst/>
              <a:cxnLst/>
              <a:rect l="l" t="t" r="r" b="b"/>
              <a:pathLst>
                <a:path w="11681" h="9560" extrusionOk="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3" name="Google Shape;393;p23"/>
            <p:cNvSpPr/>
            <p:nvPr/>
          </p:nvSpPr>
          <p:spPr>
            <a:xfrm>
              <a:off x="8216435" y="3016721"/>
              <a:ext cx="283213" cy="230474"/>
            </a:xfrm>
            <a:custGeom>
              <a:avLst/>
              <a:gdLst/>
              <a:ahLst/>
              <a:cxnLst/>
              <a:rect l="l" t="t" r="r" b="b"/>
              <a:pathLst>
                <a:path w="11374" h="9256" extrusionOk="0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94" name="Google Shape;394;p23"/>
          <p:cNvSpPr/>
          <p:nvPr/>
        </p:nvSpPr>
        <p:spPr>
          <a:xfrm flipH="1">
            <a:off x="7459534" y="264897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5" name="Google Shape;395;p23"/>
          <p:cNvSpPr/>
          <p:nvPr/>
        </p:nvSpPr>
        <p:spPr>
          <a:xfrm rot="-6629057">
            <a:off x="6687626" y="-1877005"/>
            <a:ext cx="3973472" cy="3465921"/>
          </a:xfrm>
          <a:custGeom>
            <a:avLst/>
            <a:gdLst/>
            <a:ahLst/>
            <a:cxnLst/>
            <a:rect l="l" t="t" r="r" b="b"/>
            <a:pathLst>
              <a:path w="102470" h="89381" extrusionOk="0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96" name="Google Shape;396;p23"/>
          <p:cNvGrpSpPr/>
          <p:nvPr/>
        </p:nvGrpSpPr>
        <p:grpSpPr>
          <a:xfrm rot="-4557575">
            <a:off x="8813880" y="699018"/>
            <a:ext cx="290849" cy="238760"/>
            <a:chOff x="8209488" y="3016721"/>
            <a:chExt cx="290857" cy="238766"/>
          </a:xfrm>
        </p:grpSpPr>
        <p:sp>
          <p:nvSpPr>
            <p:cNvPr id="397" name="Google Shape;397;p23"/>
            <p:cNvSpPr/>
            <p:nvPr/>
          </p:nvSpPr>
          <p:spPr>
            <a:xfrm>
              <a:off x="8209488" y="3017443"/>
              <a:ext cx="290857" cy="238044"/>
            </a:xfrm>
            <a:custGeom>
              <a:avLst/>
              <a:gdLst/>
              <a:ahLst/>
              <a:cxnLst/>
              <a:rect l="l" t="t" r="r" b="b"/>
              <a:pathLst>
                <a:path w="11681" h="9560" extrusionOk="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8" name="Google Shape;398;p23"/>
            <p:cNvSpPr/>
            <p:nvPr/>
          </p:nvSpPr>
          <p:spPr>
            <a:xfrm>
              <a:off x="8216435" y="3016721"/>
              <a:ext cx="283213" cy="230474"/>
            </a:xfrm>
            <a:custGeom>
              <a:avLst/>
              <a:gdLst/>
              <a:ahLst/>
              <a:cxnLst/>
              <a:rect l="l" t="t" r="r" b="b"/>
              <a:pathLst>
                <a:path w="11374" h="9256" extrusionOk="0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99" name="Google Shape;399;p23"/>
          <p:cNvGrpSpPr/>
          <p:nvPr/>
        </p:nvGrpSpPr>
        <p:grpSpPr>
          <a:xfrm rot="9764795">
            <a:off x="8456073" y="184876"/>
            <a:ext cx="523946" cy="327118"/>
            <a:chOff x="5041635" y="3575776"/>
            <a:chExt cx="335278" cy="209309"/>
          </a:xfrm>
        </p:grpSpPr>
        <p:sp>
          <p:nvSpPr>
            <p:cNvPr id="400" name="Google Shape;400;p23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1" name="Google Shape;401;p23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02" name="Google Shape;402;p23"/>
          <p:cNvSpPr/>
          <p:nvPr/>
        </p:nvSpPr>
        <p:spPr>
          <a:xfrm>
            <a:off x="7884213" y="90547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Google Shape;423;p25"/>
          <p:cNvGrpSpPr/>
          <p:nvPr/>
        </p:nvGrpSpPr>
        <p:grpSpPr>
          <a:xfrm rot="-2859763">
            <a:off x="340529" y="434839"/>
            <a:ext cx="335282" cy="209311"/>
            <a:chOff x="5041635" y="3575776"/>
            <a:chExt cx="335278" cy="209309"/>
          </a:xfrm>
        </p:grpSpPr>
        <p:sp>
          <p:nvSpPr>
            <p:cNvPr id="424" name="Google Shape;424;p25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" name="Google Shape;425;p25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26" name="Google Shape;426;p25"/>
          <p:cNvGrpSpPr/>
          <p:nvPr/>
        </p:nvGrpSpPr>
        <p:grpSpPr>
          <a:xfrm rot="8342089">
            <a:off x="50050" y="4048556"/>
            <a:ext cx="523936" cy="327115"/>
            <a:chOff x="5041635" y="3575776"/>
            <a:chExt cx="335278" cy="209309"/>
          </a:xfrm>
        </p:grpSpPr>
        <p:sp>
          <p:nvSpPr>
            <p:cNvPr id="427" name="Google Shape;427;p25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" name="Google Shape;428;p25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29" name="Google Shape;429;p25"/>
          <p:cNvSpPr/>
          <p:nvPr/>
        </p:nvSpPr>
        <p:spPr>
          <a:xfrm rot="3636711">
            <a:off x="203370" y="3347035"/>
            <a:ext cx="217295" cy="219362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30" name="Google Shape;430;p25"/>
          <p:cNvGrpSpPr/>
          <p:nvPr/>
        </p:nvGrpSpPr>
        <p:grpSpPr>
          <a:xfrm rot="-4557575">
            <a:off x="8386430" y="952568"/>
            <a:ext cx="290849" cy="238760"/>
            <a:chOff x="8209488" y="3016721"/>
            <a:chExt cx="290857" cy="238766"/>
          </a:xfrm>
        </p:grpSpPr>
        <p:sp>
          <p:nvSpPr>
            <p:cNvPr id="431" name="Google Shape;431;p25"/>
            <p:cNvSpPr/>
            <p:nvPr/>
          </p:nvSpPr>
          <p:spPr>
            <a:xfrm>
              <a:off x="8209488" y="3017443"/>
              <a:ext cx="290857" cy="238044"/>
            </a:xfrm>
            <a:custGeom>
              <a:avLst/>
              <a:gdLst/>
              <a:ahLst/>
              <a:cxnLst/>
              <a:rect l="l" t="t" r="r" b="b"/>
              <a:pathLst>
                <a:path w="11681" h="9560" extrusionOk="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" name="Google Shape;432;p25"/>
            <p:cNvSpPr/>
            <p:nvPr/>
          </p:nvSpPr>
          <p:spPr>
            <a:xfrm>
              <a:off x="8216435" y="3016721"/>
              <a:ext cx="283213" cy="230474"/>
            </a:xfrm>
            <a:custGeom>
              <a:avLst/>
              <a:gdLst/>
              <a:ahLst/>
              <a:cxnLst/>
              <a:rect l="l" t="t" r="r" b="b"/>
              <a:pathLst>
                <a:path w="11374" h="9256" extrusionOk="0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33" name="Google Shape;433;p25"/>
          <p:cNvGrpSpPr/>
          <p:nvPr/>
        </p:nvGrpSpPr>
        <p:grpSpPr>
          <a:xfrm rot="9764795">
            <a:off x="8028623" y="438426"/>
            <a:ext cx="523946" cy="327118"/>
            <a:chOff x="5041635" y="3575776"/>
            <a:chExt cx="335278" cy="209309"/>
          </a:xfrm>
        </p:grpSpPr>
        <p:sp>
          <p:nvSpPr>
            <p:cNvPr id="434" name="Google Shape;434;p25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" name="Google Shape;435;p25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36" name="Google Shape;436;p25"/>
          <p:cNvSpPr/>
          <p:nvPr/>
        </p:nvSpPr>
        <p:spPr>
          <a:xfrm>
            <a:off x="7456763" y="344097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7" name="Google Shape;437;p25"/>
          <p:cNvSpPr/>
          <p:nvPr/>
        </p:nvSpPr>
        <p:spPr>
          <a:xfrm flipH="1">
            <a:off x="8574900" y="4102447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8" name="Google Shape;438;p25"/>
          <p:cNvSpPr/>
          <p:nvPr/>
        </p:nvSpPr>
        <p:spPr>
          <a:xfrm rot="-2700000">
            <a:off x="4540072" y="824338"/>
            <a:ext cx="4432571" cy="3866377"/>
          </a:xfrm>
          <a:custGeom>
            <a:avLst/>
            <a:gdLst/>
            <a:ahLst/>
            <a:cxnLst/>
            <a:rect l="l" t="t" r="r" b="b"/>
            <a:pathLst>
              <a:path w="102470" h="89381" extrusionOk="0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6"/>
          <p:cNvSpPr/>
          <p:nvPr/>
        </p:nvSpPr>
        <p:spPr>
          <a:xfrm>
            <a:off x="-370552" y="4542647"/>
            <a:ext cx="1519577" cy="714254"/>
          </a:xfrm>
          <a:custGeom>
            <a:avLst/>
            <a:gdLst/>
            <a:ahLst/>
            <a:cxnLst/>
            <a:rect l="l" t="t" r="r" b="b"/>
            <a:pathLst>
              <a:path w="46944" h="22067" extrusionOk="0">
                <a:moveTo>
                  <a:pt x="22719" y="0"/>
                </a:moveTo>
                <a:cubicBezTo>
                  <a:pt x="20147" y="0"/>
                  <a:pt x="17573" y="188"/>
                  <a:pt x="15026" y="566"/>
                </a:cubicBezTo>
                <a:cubicBezTo>
                  <a:pt x="11123" y="1151"/>
                  <a:pt x="7109" y="2266"/>
                  <a:pt x="4238" y="4942"/>
                </a:cubicBezTo>
                <a:cubicBezTo>
                  <a:pt x="1367" y="7674"/>
                  <a:pt x="1" y="12301"/>
                  <a:pt x="2064" y="15674"/>
                </a:cubicBezTo>
                <a:cubicBezTo>
                  <a:pt x="3708" y="18378"/>
                  <a:pt x="6942" y="19549"/>
                  <a:pt x="10008" y="20329"/>
                </a:cubicBezTo>
                <a:cubicBezTo>
                  <a:pt x="14675" y="21484"/>
                  <a:pt x="19499" y="22067"/>
                  <a:pt x="24325" y="22067"/>
                </a:cubicBezTo>
                <a:cubicBezTo>
                  <a:pt x="27888" y="22067"/>
                  <a:pt x="31452" y="21749"/>
                  <a:pt x="34957" y="21110"/>
                </a:cubicBezTo>
                <a:cubicBezTo>
                  <a:pt x="38134" y="20525"/>
                  <a:pt x="41452" y="19633"/>
                  <a:pt x="43737" y="17291"/>
                </a:cubicBezTo>
                <a:cubicBezTo>
                  <a:pt x="46079" y="14950"/>
                  <a:pt x="46943" y="11298"/>
                  <a:pt x="45995" y="8120"/>
                </a:cubicBezTo>
                <a:cubicBezTo>
                  <a:pt x="44239" y="2266"/>
                  <a:pt x="39138" y="2378"/>
                  <a:pt x="34232" y="1263"/>
                </a:cubicBezTo>
                <a:cubicBezTo>
                  <a:pt x="30463" y="425"/>
                  <a:pt x="26593" y="0"/>
                  <a:pt x="2271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1" name="Google Shape;441;p26"/>
          <p:cNvSpPr/>
          <p:nvPr/>
        </p:nvSpPr>
        <p:spPr>
          <a:xfrm rot="3636711">
            <a:off x="280595" y="3364672"/>
            <a:ext cx="217295" cy="219362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42" name="Google Shape;442;p26"/>
          <p:cNvGrpSpPr/>
          <p:nvPr/>
        </p:nvGrpSpPr>
        <p:grpSpPr>
          <a:xfrm rot="-4557575">
            <a:off x="438255" y="4698743"/>
            <a:ext cx="290849" cy="238760"/>
            <a:chOff x="8209488" y="3016721"/>
            <a:chExt cx="290857" cy="238766"/>
          </a:xfrm>
        </p:grpSpPr>
        <p:sp>
          <p:nvSpPr>
            <p:cNvPr id="443" name="Google Shape;443;p26"/>
            <p:cNvSpPr/>
            <p:nvPr/>
          </p:nvSpPr>
          <p:spPr>
            <a:xfrm>
              <a:off x="8209488" y="3017443"/>
              <a:ext cx="290857" cy="238044"/>
            </a:xfrm>
            <a:custGeom>
              <a:avLst/>
              <a:gdLst/>
              <a:ahLst/>
              <a:cxnLst/>
              <a:rect l="l" t="t" r="r" b="b"/>
              <a:pathLst>
                <a:path w="11681" h="9560" extrusionOk="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" name="Google Shape;444;p26"/>
            <p:cNvSpPr/>
            <p:nvPr/>
          </p:nvSpPr>
          <p:spPr>
            <a:xfrm>
              <a:off x="8216435" y="3016721"/>
              <a:ext cx="283213" cy="230474"/>
            </a:xfrm>
            <a:custGeom>
              <a:avLst/>
              <a:gdLst/>
              <a:ahLst/>
              <a:cxnLst/>
              <a:rect l="l" t="t" r="r" b="b"/>
              <a:pathLst>
                <a:path w="11374" h="9256" extrusionOk="0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45" name="Google Shape;445;p26"/>
          <p:cNvGrpSpPr/>
          <p:nvPr/>
        </p:nvGrpSpPr>
        <p:grpSpPr>
          <a:xfrm rot="9764795">
            <a:off x="80448" y="4184601"/>
            <a:ext cx="523946" cy="327118"/>
            <a:chOff x="5041635" y="3575776"/>
            <a:chExt cx="335278" cy="209309"/>
          </a:xfrm>
        </p:grpSpPr>
        <p:sp>
          <p:nvSpPr>
            <p:cNvPr id="446" name="Google Shape;446;p26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" name="Google Shape;447;p26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48" name="Google Shape;448;p26"/>
          <p:cNvSpPr/>
          <p:nvPr/>
        </p:nvSpPr>
        <p:spPr>
          <a:xfrm rot="-6629057">
            <a:off x="6518038" y="-2078730"/>
            <a:ext cx="3973472" cy="3465921"/>
          </a:xfrm>
          <a:custGeom>
            <a:avLst/>
            <a:gdLst/>
            <a:ahLst/>
            <a:cxnLst/>
            <a:rect l="l" t="t" r="r" b="b"/>
            <a:pathLst>
              <a:path w="102470" h="89381" extrusionOk="0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49" name="Google Shape;449;p26"/>
          <p:cNvGrpSpPr/>
          <p:nvPr/>
        </p:nvGrpSpPr>
        <p:grpSpPr>
          <a:xfrm rot="-2859763">
            <a:off x="8508054" y="3874664"/>
            <a:ext cx="335282" cy="209311"/>
            <a:chOff x="5041635" y="3575776"/>
            <a:chExt cx="335278" cy="209309"/>
          </a:xfrm>
        </p:grpSpPr>
        <p:sp>
          <p:nvSpPr>
            <p:cNvPr id="450" name="Google Shape;450;p26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" name="Google Shape;451;p26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52" name="Google Shape;452;p26"/>
          <p:cNvGrpSpPr/>
          <p:nvPr/>
        </p:nvGrpSpPr>
        <p:grpSpPr>
          <a:xfrm rot="9764795">
            <a:off x="8522160" y="375939"/>
            <a:ext cx="523946" cy="327118"/>
            <a:chOff x="5041635" y="3575776"/>
            <a:chExt cx="335278" cy="209309"/>
          </a:xfrm>
        </p:grpSpPr>
        <p:sp>
          <p:nvSpPr>
            <p:cNvPr id="453" name="Google Shape;453;p26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55" name="Google Shape;455;p26"/>
          <p:cNvSpPr/>
          <p:nvPr/>
        </p:nvSpPr>
        <p:spPr>
          <a:xfrm>
            <a:off x="8865955" y="4226944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6" name="Google Shape;456;p26"/>
          <p:cNvSpPr/>
          <p:nvPr/>
        </p:nvSpPr>
        <p:spPr>
          <a:xfrm>
            <a:off x="7941055" y="225669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0"/>
          <p:cNvSpPr txBox="1">
            <a:spLocks noGrp="1"/>
          </p:cNvSpPr>
          <p:nvPr>
            <p:ph type="title"/>
          </p:nvPr>
        </p:nvSpPr>
        <p:spPr>
          <a:xfrm>
            <a:off x="713250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20"/>
          <p:cNvSpPr txBox="1">
            <a:spLocks noGrp="1"/>
          </p:cNvSpPr>
          <p:nvPr>
            <p:ph type="body" idx="1"/>
          </p:nvPr>
        </p:nvSpPr>
        <p:spPr>
          <a:xfrm>
            <a:off x="713250" y="1257575"/>
            <a:ext cx="3778800" cy="29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01" name="Google Shape;301;p20"/>
          <p:cNvSpPr txBox="1">
            <a:spLocks noGrp="1"/>
          </p:cNvSpPr>
          <p:nvPr>
            <p:ph type="body" idx="2"/>
          </p:nvPr>
        </p:nvSpPr>
        <p:spPr>
          <a:xfrm>
            <a:off x="4622750" y="2191874"/>
            <a:ext cx="3778800" cy="19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 u="sng"/>
            </a:lvl1pPr>
            <a:lvl2pPr marL="914400" lvl="1" indent="-3048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02" name="Google Shape;302;p20"/>
          <p:cNvSpPr/>
          <p:nvPr/>
        </p:nvSpPr>
        <p:spPr>
          <a:xfrm>
            <a:off x="7377651" y="-1798525"/>
            <a:ext cx="2854641" cy="2865942"/>
          </a:xfrm>
          <a:custGeom>
            <a:avLst/>
            <a:gdLst/>
            <a:ahLst/>
            <a:cxnLst/>
            <a:rect l="l" t="t" r="r" b="b"/>
            <a:pathLst>
              <a:path w="53298" h="53509" extrusionOk="0">
                <a:moveTo>
                  <a:pt x="26115" y="1"/>
                </a:moveTo>
                <a:cubicBezTo>
                  <a:pt x="24636" y="1"/>
                  <a:pt x="23162" y="136"/>
                  <a:pt x="21715" y="417"/>
                </a:cubicBezTo>
                <a:cubicBezTo>
                  <a:pt x="17840" y="1169"/>
                  <a:pt x="14133" y="2814"/>
                  <a:pt x="11011" y="5295"/>
                </a:cubicBezTo>
                <a:cubicBezTo>
                  <a:pt x="3568" y="11260"/>
                  <a:pt x="0" y="21602"/>
                  <a:pt x="1896" y="30968"/>
                </a:cubicBezTo>
                <a:cubicBezTo>
                  <a:pt x="3763" y="40334"/>
                  <a:pt x="10844" y="48390"/>
                  <a:pt x="19764" y="51791"/>
                </a:cubicBezTo>
                <a:cubicBezTo>
                  <a:pt x="22579" y="52876"/>
                  <a:pt x="25624" y="53509"/>
                  <a:pt x="28640" y="53509"/>
                </a:cubicBezTo>
                <a:cubicBezTo>
                  <a:pt x="30970" y="53509"/>
                  <a:pt x="33283" y="53131"/>
                  <a:pt x="35458" y="52293"/>
                </a:cubicBezTo>
                <a:cubicBezTo>
                  <a:pt x="40141" y="50481"/>
                  <a:pt x="43848" y="46662"/>
                  <a:pt x="46636" y="42397"/>
                </a:cubicBezTo>
                <a:cubicBezTo>
                  <a:pt x="50873" y="35902"/>
                  <a:pt x="53298" y="28013"/>
                  <a:pt x="51960" y="20375"/>
                </a:cubicBezTo>
                <a:cubicBezTo>
                  <a:pt x="49955" y="8517"/>
                  <a:pt x="37858" y="1"/>
                  <a:pt x="261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0"/>
          <p:cNvSpPr/>
          <p:nvPr/>
        </p:nvSpPr>
        <p:spPr>
          <a:xfrm rot="4170943">
            <a:off x="-1402974" y="3817820"/>
            <a:ext cx="3973472" cy="3465921"/>
          </a:xfrm>
          <a:custGeom>
            <a:avLst/>
            <a:gdLst/>
            <a:ahLst/>
            <a:cxnLst/>
            <a:rect l="l" t="t" r="r" b="b"/>
            <a:pathLst>
              <a:path w="102470" h="89381" extrusionOk="0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4" name="Google Shape;304;p20"/>
          <p:cNvGrpSpPr/>
          <p:nvPr/>
        </p:nvGrpSpPr>
        <p:grpSpPr>
          <a:xfrm rot="-609958" flipH="1">
            <a:off x="438326" y="4617677"/>
            <a:ext cx="290857" cy="238766"/>
            <a:chOff x="8209488" y="3016721"/>
            <a:chExt cx="290857" cy="238766"/>
          </a:xfrm>
        </p:grpSpPr>
        <p:sp>
          <p:nvSpPr>
            <p:cNvPr id="305" name="Google Shape;305;p20"/>
            <p:cNvSpPr/>
            <p:nvPr/>
          </p:nvSpPr>
          <p:spPr>
            <a:xfrm>
              <a:off x="8209488" y="3017443"/>
              <a:ext cx="290857" cy="238044"/>
            </a:xfrm>
            <a:custGeom>
              <a:avLst/>
              <a:gdLst/>
              <a:ahLst/>
              <a:cxnLst/>
              <a:rect l="l" t="t" r="r" b="b"/>
              <a:pathLst>
                <a:path w="11681" h="9560" extrusionOk="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8216435" y="3016721"/>
              <a:ext cx="283213" cy="230474"/>
            </a:xfrm>
            <a:custGeom>
              <a:avLst/>
              <a:gdLst/>
              <a:ahLst/>
              <a:cxnLst/>
              <a:rect l="l" t="t" r="r" b="b"/>
              <a:pathLst>
                <a:path w="11374" h="9256" extrusionOk="0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7" name="Google Shape;307;p20"/>
          <p:cNvGrpSpPr/>
          <p:nvPr/>
        </p:nvGrpSpPr>
        <p:grpSpPr>
          <a:xfrm rot="9764795">
            <a:off x="8543010" y="4735951"/>
            <a:ext cx="523946" cy="327118"/>
            <a:chOff x="5041635" y="3575776"/>
            <a:chExt cx="335278" cy="209309"/>
          </a:xfrm>
        </p:grpSpPr>
        <p:sp>
          <p:nvSpPr>
            <p:cNvPr id="308" name="Google Shape;308;p20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0" name="Google Shape;310;p20"/>
          <p:cNvSpPr/>
          <p:nvPr/>
        </p:nvSpPr>
        <p:spPr>
          <a:xfrm>
            <a:off x="8038638" y="4789822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0"/>
          <p:cNvSpPr/>
          <p:nvPr/>
        </p:nvSpPr>
        <p:spPr>
          <a:xfrm>
            <a:off x="1191363" y="4789822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2" name="Google Shape;312;p20"/>
          <p:cNvGrpSpPr/>
          <p:nvPr/>
        </p:nvGrpSpPr>
        <p:grpSpPr>
          <a:xfrm rot="-4557575">
            <a:off x="7742130" y="250080"/>
            <a:ext cx="290849" cy="238760"/>
            <a:chOff x="8209488" y="3016721"/>
            <a:chExt cx="290857" cy="238766"/>
          </a:xfrm>
        </p:grpSpPr>
        <p:sp>
          <p:nvSpPr>
            <p:cNvPr id="313" name="Google Shape;313;p20"/>
            <p:cNvSpPr/>
            <p:nvPr/>
          </p:nvSpPr>
          <p:spPr>
            <a:xfrm>
              <a:off x="8209488" y="3017443"/>
              <a:ext cx="290857" cy="238044"/>
            </a:xfrm>
            <a:custGeom>
              <a:avLst/>
              <a:gdLst/>
              <a:ahLst/>
              <a:cxnLst/>
              <a:rect l="l" t="t" r="r" b="b"/>
              <a:pathLst>
                <a:path w="11681" h="9560" extrusionOk="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0"/>
            <p:cNvSpPr/>
            <p:nvPr/>
          </p:nvSpPr>
          <p:spPr>
            <a:xfrm>
              <a:off x="8216435" y="3016721"/>
              <a:ext cx="283213" cy="230474"/>
            </a:xfrm>
            <a:custGeom>
              <a:avLst/>
              <a:gdLst/>
              <a:ahLst/>
              <a:cxnLst/>
              <a:rect l="l" t="t" r="r" b="b"/>
              <a:pathLst>
                <a:path w="11374" h="9256" extrusionOk="0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5" name="Google Shape;315;p20"/>
          <p:cNvGrpSpPr/>
          <p:nvPr/>
        </p:nvGrpSpPr>
        <p:grpSpPr>
          <a:xfrm rot="8923612">
            <a:off x="8477619" y="567821"/>
            <a:ext cx="523923" cy="327106"/>
            <a:chOff x="5041635" y="3575776"/>
            <a:chExt cx="335278" cy="209309"/>
          </a:xfrm>
        </p:grpSpPr>
        <p:sp>
          <p:nvSpPr>
            <p:cNvPr id="316" name="Google Shape;316;p20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0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8" name="Google Shape;318;p20"/>
          <p:cNvSpPr/>
          <p:nvPr/>
        </p:nvSpPr>
        <p:spPr>
          <a:xfrm>
            <a:off x="7469888" y="100722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7657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cellus"/>
              <a:buNone/>
              <a:defRPr sz="3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cellus"/>
              <a:buNone/>
              <a:defRPr sz="3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cellus"/>
              <a:buNone/>
              <a:defRPr sz="3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cellus"/>
              <a:buNone/>
              <a:defRPr sz="3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cellus"/>
              <a:buNone/>
              <a:defRPr sz="3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cellus"/>
              <a:buNone/>
              <a:defRPr sz="3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cellus"/>
              <a:buNone/>
              <a:defRPr sz="3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cellus"/>
              <a:buNone/>
              <a:defRPr sz="3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cellus"/>
              <a:buNone/>
              <a:defRPr sz="3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●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○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■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●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○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■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●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○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■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4" r:id="rId4"/>
    <p:sldLayoutId id="2147483655" r:id="rId5"/>
    <p:sldLayoutId id="2147483657" r:id="rId6"/>
    <p:sldLayoutId id="2147483658" r:id="rId7"/>
    <p:sldLayoutId id="2147483661" r:id="rId8"/>
    <p:sldLayoutId id="2147483663" r:id="rId9"/>
    <p:sldLayoutId id="2147483669" r:id="rId10"/>
    <p:sldLayoutId id="2147483671" r:id="rId11"/>
    <p:sldLayoutId id="2147483672" r:id="rId12"/>
    <p:sldLayoutId id="2147483676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dirty="0"/>
              <a:t>Ballarpur Institute of Technology</a:t>
            </a:r>
            <a:endParaRPr sz="3200" dirty="0"/>
          </a:p>
        </p:txBody>
      </p:sp>
      <p:sp>
        <p:nvSpPr>
          <p:cNvPr id="702" name="Google Shape;702;p31"/>
          <p:cNvSpPr txBox="1">
            <a:spLocks noGrp="1"/>
          </p:cNvSpPr>
          <p:nvPr>
            <p:ph type="body" idx="1"/>
          </p:nvPr>
        </p:nvSpPr>
        <p:spPr>
          <a:xfrm>
            <a:off x="1117006" y="1133815"/>
            <a:ext cx="5538575" cy="3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/>
              <a:t>Department of Computer Science &amp; Engineering</a:t>
            </a:r>
            <a:endParaRPr sz="1600" dirty="0"/>
          </a:p>
        </p:txBody>
      </p:sp>
      <p:sp>
        <p:nvSpPr>
          <p:cNvPr id="704" name="Google Shape;704;p31"/>
          <p:cNvSpPr txBox="1"/>
          <p:nvPr/>
        </p:nvSpPr>
        <p:spPr>
          <a:xfrm>
            <a:off x="2386293" y="3480486"/>
            <a:ext cx="3000000" cy="683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Under the Guidance of:</a:t>
            </a:r>
            <a:br>
              <a:rPr lang="en" sz="9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</a:br>
            <a:r>
              <a:rPr lang="en" sz="12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Prof. Mehnaz Sheikh</a:t>
            </a:r>
            <a:endParaRPr sz="1200" b="1" u="sng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705" name="Google Shape;705;p31"/>
          <p:cNvSpPr txBox="1"/>
          <p:nvPr/>
        </p:nvSpPr>
        <p:spPr>
          <a:xfrm>
            <a:off x="1505649" y="2680854"/>
            <a:ext cx="4761288" cy="683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Presented by:</a:t>
            </a:r>
            <a:br>
              <a:rPr lang="en" sz="9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</a:br>
            <a:r>
              <a:rPr lang="en" sz="12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Abhishek Ganvir | Atharva Thak | Nidhi Nirmal | Ganesh Kove</a:t>
            </a:r>
            <a:endParaRPr sz="1200" b="1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962DFB-D0EC-4063-7BE2-B70AC254E4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526" y="1665321"/>
            <a:ext cx="1015533" cy="1015533"/>
          </a:xfrm>
          <a:prstGeom prst="rect">
            <a:avLst/>
          </a:prstGeom>
        </p:spPr>
      </p:pic>
      <p:grpSp>
        <p:nvGrpSpPr>
          <p:cNvPr id="6" name="Google Shape;723;p32">
            <a:extLst>
              <a:ext uri="{FF2B5EF4-FFF2-40B4-BE49-F238E27FC236}">
                <a16:creationId xmlns:a16="http://schemas.microsoft.com/office/drawing/2014/main" id="{BFB57452-CB63-907A-061A-65725576BB43}"/>
              </a:ext>
            </a:extLst>
          </p:cNvPr>
          <p:cNvGrpSpPr/>
          <p:nvPr/>
        </p:nvGrpSpPr>
        <p:grpSpPr>
          <a:xfrm rot="6104796">
            <a:off x="6582040" y="2483005"/>
            <a:ext cx="2666037" cy="2655365"/>
            <a:chOff x="5290851" y="676650"/>
            <a:chExt cx="3610982" cy="4020600"/>
          </a:xfrm>
        </p:grpSpPr>
        <p:sp>
          <p:nvSpPr>
            <p:cNvPr id="7" name="Google Shape;724;p32">
              <a:extLst>
                <a:ext uri="{FF2B5EF4-FFF2-40B4-BE49-F238E27FC236}">
                  <a16:creationId xmlns:a16="http://schemas.microsoft.com/office/drawing/2014/main" id="{46BC64A4-A3A7-6AFB-DA7D-5B739FF1141B}"/>
                </a:ext>
              </a:extLst>
            </p:cNvPr>
            <p:cNvSpPr/>
            <p:nvPr/>
          </p:nvSpPr>
          <p:spPr>
            <a:xfrm>
              <a:off x="5290851" y="1117800"/>
              <a:ext cx="2950599" cy="3112954"/>
            </a:xfrm>
            <a:custGeom>
              <a:avLst/>
              <a:gdLst/>
              <a:ahLst/>
              <a:cxnLst/>
              <a:rect l="l" t="t" r="r" b="b"/>
              <a:pathLst>
                <a:path w="77765" h="82044" extrusionOk="0">
                  <a:moveTo>
                    <a:pt x="39099" y="0"/>
                  </a:moveTo>
                  <a:cubicBezTo>
                    <a:pt x="34409" y="0"/>
                    <a:pt x="29756" y="533"/>
                    <a:pt x="25687" y="1340"/>
                  </a:cubicBezTo>
                  <a:cubicBezTo>
                    <a:pt x="18662" y="2723"/>
                    <a:pt x="11610" y="5598"/>
                    <a:pt x="7080" y="11104"/>
                  </a:cubicBezTo>
                  <a:cubicBezTo>
                    <a:pt x="1954" y="17289"/>
                    <a:pt x="733" y="25806"/>
                    <a:pt x="435" y="33888"/>
                  </a:cubicBezTo>
                  <a:cubicBezTo>
                    <a:pt x="1" y="44602"/>
                    <a:pt x="977" y="56021"/>
                    <a:pt x="7324" y="64674"/>
                  </a:cubicBezTo>
                  <a:cubicBezTo>
                    <a:pt x="11827" y="70804"/>
                    <a:pt x="18635" y="74845"/>
                    <a:pt x="25660" y="77748"/>
                  </a:cubicBezTo>
                  <a:cubicBezTo>
                    <a:pt x="31854" y="80305"/>
                    <a:pt x="38671" y="82043"/>
                    <a:pt x="45327" y="82043"/>
                  </a:cubicBezTo>
                  <a:cubicBezTo>
                    <a:pt x="50038" y="82043"/>
                    <a:pt x="54669" y="81172"/>
                    <a:pt x="58941" y="79104"/>
                  </a:cubicBezTo>
                  <a:cubicBezTo>
                    <a:pt x="66888" y="75279"/>
                    <a:pt x="72638" y="67630"/>
                    <a:pt x="75188" y="59168"/>
                  </a:cubicBezTo>
                  <a:cubicBezTo>
                    <a:pt x="77765" y="50705"/>
                    <a:pt x="77222" y="41619"/>
                    <a:pt x="75134" y="33075"/>
                  </a:cubicBezTo>
                  <a:cubicBezTo>
                    <a:pt x="72367" y="22090"/>
                    <a:pt x="67756" y="9070"/>
                    <a:pt x="56988" y="3564"/>
                  </a:cubicBezTo>
                  <a:cubicBezTo>
                    <a:pt x="51857" y="975"/>
                    <a:pt x="45443" y="0"/>
                    <a:pt x="390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8" name="Google Shape;725;p32">
              <a:extLst>
                <a:ext uri="{FF2B5EF4-FFF2-40B4-BE49-F238E27FC236}">
                  <a16:creationId xmlns:a16="http://schemas.microsoft.com/office/drawing/2014/main" id="{E195B358-4C51-F5B3-8AC0-7C96E50CEF28}"/>
                </a:ext>
              </a:extLst>
            </p:cNvPr>
            <p:cNvGrpSpPr/>
            <p:nvPr/>
          </p:nvGrpSpPr>
          <p:grpSpPr>
            <a:xfrm>
              <a:off x="6951925" y="3509275"/>
              <a:ext cx="345025" cy="338700"/>
              <a:chOff x="6951925" y="3509275"/>
              <a:chExt cx="345025" cy="338700"/>
            </a:xfrm>
          </p:grpSpPr>
          <p:sp>
            <p:nvSpPr>
              <p:cNvPr id="786" name="Google Shape;726;p32">
                <a:extLst>
                  <a:ext uri="{FF2B5EF4-FFF2-40B4-BE49-F238E27FC236}">
                    <a16:creationId xmlns:a16="http://schemas.microsoft.com/office/drawing/2014/main" id="{D15F7D79-49AF-871A-93F2-AAAEF7F80824}"/>
                  </a:ext>
                </a:extLst>
              </p:cNvPr>
              <p:cNvSpPr/>
              <p:nvPr/>
            </p:nvSpPr>
            <p:spPr>
              <a:xfrm>
                <a:off x="6951925" y="3546725"/>
                <a:ext cx="345025" cy="301250"/>
              </a:xfrm>
              <a:custGeom>
                <a:avLst/>
                <a:gdLst/>
                <a:ahLst/>
                <a:cxnLst/>
                <a:rect l="l" t="t" r="r" b="b"/>
                <a:pathLst>
                  <a:path w="13801" h="12050" extrusionOk="0">
                    <a:moveTo>
                      <a:pt x="8735" y="1"/>
                    </a:moveTo>
                    <a:cubicBezTo>
                      <a:pt x="8559" y="1"/>
                      <a:pt x="8378" y="7"/>
                      <a:pt x="8192" y="21"/>
                    </a:cubicBezTo>
                    <a:cubicBezTo>
                      <a:pt x="5751" y="211"/>
                      <a:pt x="3093" y="1269"/>
                      <a:pt x="1574" y="3330"/>
                    </a:cubicBezTo>
                    <a:cubicBezTo>
                      <a:pt x="381" y="4958"/>
                      <a:pt x="1" y="7236"/>
                      <a:pt x="950" y="8999"/>
                    </a:cubicBezTo>
                    <a:cubicBezTo>
                      <a:pt x="1737" y="10491"/>
                      <a:pt x="3310" y="11440"/>
                      <a:pt x="4937" y="11847"/>
                    </a:cubicBezTo>
                    <a:cubicBezTo>
                      <a:pt x="5519" y="11984"/>
                      <a:pt x="6107" y="12050"/>
                      <a:pt x="6688" y="12050"/>
                    </a:cubicBezTo>
                    <a:cubicBezTo>
                      <a:pt x="10250" y="12050"/>
                      <a:pt x="13555" y="9569"/>
                      <a:pt x="13671" y="5744"/>
                    </a:cubicBezTo>
                    <a:cubicBezTo>
                      <a:pt x="13800" y="2395"/>
                      <a:pt x="12070" y="1"/>
                      <a:pt x="87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87" name="Google Shape;727;p32">
                <a:extLst>
                  <a:ext uri="{FF2B5EF4-FFF2-40B4-BE49-F238E27FC236}">
                    <a16:creationId xmlns:a16="http://schemas.microsoft.com/office/drawing/2014/main" id="{E90C390A-08F0-4BB3-2C97-17DF1E01EF80}"/>
                  </a:ext>
                </a:extLst>
              </p:cNvPr>
              <p:cNvSpPr/>
              <p:nvPr/>
            </p:nvSpPr>
            <p:spPr>
              <a:xfrm>
                <a:off x="7055000" y="3509275"/>
                <a:ext cx="147175" cy="114050"/>
              </a:xfrm>
              <a:custGeom>
                <a:avLst/>
                <a:gdLst/>
                <a:ahLst/>
                <a:cxnLst/>
                <a:rect l="l" t="t" r="r" b="b"/>
                <a:pathLst>
                  <a:path w="5887" h="4562" extrusionOk="0">
                    <a:moveTo>
                      <a:pt x="3473" y="0"/>
                    </a:moveTo>
                    <a:cubicBezTo>
                      <a:pt x="3174" y="326"/>
                      <a:pt x="2930" y="678"/>
                      <a:pt x="2795" y="1085"/>
                    </a:cubicBezTo>
                    <a:cubicBezTo>
                      <a:pt x="2533" y="657"/>
                      <a:pt x="2042" y="333"/>
                      <a:pt x="1504" y="333"/>
                    </a:cubicBezTo>
                    <a:cubicBezTo>
                      <a:pt x="1429" y="333"/>
                      <a:pt x="1352" y="339"/>
                      <a:pt x="1276" y="353"/>
                    </a:cubicBezTo>
                    <a:cubicBezTo>
                      <a:pt x="1710" y="760"/>
                      <a:pt x="1981" y="1356"/>
                      <a:pt x="2035" y="1980"/>
                    </a:cubicBezTo>
                    <a:cubicBezTo>
                      <a:pt x="1501" y="1725"/>
                      <a:pt x="888" y="1589"/>
                      <a:pt x="297" y="1589"/>
                    </a:cubicBezTo>
                    <a:cubicBezTo>
                      <a:pt x="198" y="1589"/>
                      <a:pt x="99" y="1593"/>
                      <a:pt x="1" y="1600"/>
                    </a:cubicBezTo>
                    <a:cubicBezTo>
                      <a:pt x="136" y="2062"/>
                      <a:pt x="408" y="2414"/>
                      <a:pt x="760" y="2631"/>
                    </a:cubicBezTo>
                    <a:cubicBezTo>
                      <a:pt x="1024" y="2763"/>
                      <a:pt x="1340" y="2842"/>
                      <a:pt x="1654" y="2842"/>
                    </a:cubicBezTo>
                    <a:cubicBezTo>
                      <a:pt x="1792" y="2842"/>
                      <a:pt x="1930" y="2827"/>
                      <a:pt x="2062" y="2794"/>
                    </a:cubicBezTo>
                    <a:lnTo>
                      <a:pt x="2062" y="2794"/>
                    </a:lnTo>
                    <a:cubicBezTo>
                      <a:pt x="1628" y="3228"/>
                      <a:pt x="1384" y="3906"/>
                      <a:pt x="1520" y="4557"/>
                    </a:cubicBezTo>
                    <a:cubicBezTo>
                      <a:pt x="1557" y="4560"/>
                      <a:pt x="1594" y="4562"/>
                      <a:pt x="1630" y="4562"/>
                    </a:cubicBezTo>
                    <a:cubicBezTo>
                      <a:pt x="2246" y="4562"/>
                      <a:pt x="2858" y="4143"/>
                      <a:pt x="3012" y="3580"/>
                    </a:cubicBezTo>
                    <a:cubicBezTo>
                      <a:pt x="3256" y="4014"/>
                      <a:pt x="3663" y="4367"/>
                      <a:pt x="4096" y="4530"/>
                    </a:cubicBezTo>
                    <a:cubicBezTo>
                      <a:pt x="4157" y="4542"/>
                      <a:pt x="4223" y="4554"/>
                      <a:pt x="4287" y="4554"/>
                    </a:cubicBezTo>
                    <a:cubicBezTo>
                      <a:pt x="4367" y="4554"/>
                      <a:pt x="4443" y="4536"/>
                      <a:pt x="4503" y="4476"/>
                    </a:cubicBezTo>
                    <a:cubicBezTo>
                      <a:pt x="4558" y="4394"/>
                      <a:pt x="4558" y="4259"/>
                      <a:pt x="4530" y="4150"/>
                    </a:cubicBezTo>
                    <a:cubicBezTo>
                      <a:pt x="4422" y="3716"/>
                      <a:pt x="4232" y="3336"/>
                      <a:pt x="3934" y="3038"/>
                    </a:cubicBezTo>
                    <a:cubicBezTo>
                      <a:pt x="4747" y="2957"/>
                      <a:pt x="5480" y="2496"/>
                      <a:pt x="5887" y="1817"/>
                    </a:cubicBezTo>
                    <a:lnTo>
                      <a:pt x="5887" y="1817"/>
                    </a:lnTo>
                    <a:cubicBezTo>
                      <a:pt x="5209" y="1872"/>
                      <a:pt x="4530" y="1980"/>
                      <a:pt x="3852" y="2062"/>
                    </a:cubicBezTo>
                    <a:cubicBezTo>
                      <a:pt x="4069" y="1356"/>
                      <a:pt x="3934" y="597"/>
                      <a:pt x="34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88" name="Google Shape;728;p32">
                <a:extLst>
                  <a:ext uri="{FF2B5EF4-FFF2-40B4-BE49-F238E27FC236}">
                    <a16:creationId xmlns:a16="http://schemas.microsoft.com/office/drawing/2014/main" id="{6714B3A8-D3D6-367E-59AC-890EE9AA688E}"/>
                  </a:ext>
                </a:extLst>
              </p:cNvPr>
              <p:cNvSpPr/>
              <p:nvPr/>
            </p:nvSpPr>
            <p:spPr>
              <a:xfrm>
                <a:off x="6990600" y="3614525"/>
                <a:ext cx="105800" cy="151125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6045" extrusionOk="0">
                    <a:moveTo>
                      <a:pt x="2120" y="1"/>
                    </a:moveTo>
                    <a:cubicBezTo>
                      <a:pt x="1037" y="1"/>
                      <a:pt x="327" y="1289"/>
                      <a:pt x="163" y="2273"/>
                    </a:cubicBezTo>
                    <a:cubicBezTo>
                      <a:pt x="0" y="3168"/>
                      <a:pt x="136" y="4090"/>
                      <a:pt x="488" y="4904"/>
                    </a:cubicBezTo>
                    <a:cubicBezTo>
                      <a:pt x="814" y="5473"/>
                      <a:pt x="1275" y="6016"/>
                      <a:pt x="1953" y="6043"/>
                    </a:cubicBezTo>
                    <a:cubicBezTo>
                      <a:pt x="1975" y="6044"/>
                      <a:pt x="1996" y="6045"/>
                      <a:pt x="2018" y="6045"/>
                    </a:cubicBezTo>
                    <a:cubicBezTo>
                      <a:pt x="2507" y="6045"/>
                      <a:pt x="2943" y="5755"/>
                      <a:pt x="3255" y="5365"/>
                    </a:cubicBezTo>
                    <a:cubicBezTo>
                      <a:pt x="3553" y="4958"/>
                      <a:pt x="3716" y="4470"/>
                      <a:pt x="3824" y="3982"/>
                    </a:cubicBezTo>
                    <a:cubicBezTo>
                      <a:pt x="4150" y="2652"/>
                      <a:pt x="4231" y="672"/>
                      <a:pt x="2658" y="103"/>
                    </a:cubicBezTo>
                    <a:cubicBezTo>
                      <a:pt x="2470" y="33"/>
                      <a:pt x="2290" y="1"/>
                      <a:pt x="2120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89" name="Google Shape;729;p32">
                <a:extLst>
                  <a:ext uri="{FF2B5EF4-FFF2-40B4-BE49-F238E27FC236}">
                    <a16:creationId xmlns:a16="http://schemas.microsoft.com/office/drawing/2014/main" id="{115FF6DE-69AF-FC31-0C93-17B406AB63F0}"/>
                  </a:ext>
                </a:extLst>
              </p:cNvPr>
              <p:cNvSpPr/>
              <p:nvPr/>
            </p:nvSpPr>
            <p:spPr>
              <a:xfrm>
                <a:off x="7216400" y="3638775"/>
                <a:ext cx="38675" cy="129550"/>
              </a:xfrm>
              <a:custGeom>
                <a:avLst/>
                <a:gdLst/>
                <a:ahLst/>
                <a:cxnLst/>
                <a:rect l="l" t="t" r="r" b="b"/>
                <a:pathLst>
                  <a:path w="1547" h="5182" fill="none" extrusionOk="0">
                    <a:moveTo>
                      <a:pt x="1004" y="1"/>
                    </a:moveTo>
                    <a:cubicBezTo>
                      <a:pt x="1411" y="842"/>
                      <a:pt x="1546" y="1818"/>
                      <a:pt x="1356" y="2740"/>
                    </a:cubicBezTo>
                    <a:cubicBezTo>
                      <a:pt x="1194" y="3663"/>
                      <a:pt x="733" y="4530"/>
                      <a:pt x="0" y="5181"/>
                    </a:cubicBezTo>
                  </a:path>
                </a:pathLst>
              </a:custGeom>
              <a:noFill/>
              <a:ln w="162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90" name="Google Shape;730;p32">
                <a:extLst>
                  <a:ext uri="{FF2B5EF4-FFF2-40B4-BE49-F238E27FC236}">
                    <a16:creationId xmlns:a16="http://schemas.microsoft.com/office/drawing/2014/main" id="{FCD6F3EF-C5D2-9954-702A-8FF6C7C1D889}"/>
                  </a:ext>
                </a:extLst>
              </p:cNvPr>
              <p:cNvSpPr/>
              <p:nvPr/>
            </p:nvSpPr>
            <p:spPr>
              <a:xfrm>
                <a:off x="7177075" y="3791350"/>
                <a:ext cx="8150" cy="4100"/>
              </a:xfrm>
              <a:custGeom>
                <a:avLst/>
                <a:gdLst/>
                <a:ahLst/>
                <a:cxnLst/>
                <a:rect l="l" t="t" r="r" b="b"/>
                <a:pathLst>
                  <a:path w="326" h="164" fill="none" extrusionOk="0">
                    <a:moveTo>
                      <a:pt x="326" y="1"/>
                    </a:moveTo>
                    <a:cubicBezTo>
                      <a:pt x="217" y="55"/>
                      <a:pt x="81" y="82"/>
                      <a:pt x="0" y="163"/>
                    </a:cubicBezTo>
                  </a:path>
                </a:pathLst>
              </a:custGeom>
              <a:noFill/>
              <a:ln w="162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9" name="Google Shape;731;p32">
              <a:extLst>
                <a:ext uri="{FF2B5EF4-FFF2-40B4-BE49-F238E27FC236}">
                  <a16:creationId xmlns:a16="http://schemas.microsoft.com/office/drawing/2014/main" id="{B327C0AF-DA9F-4E6D-8076-AFB63D860781}"/>
                </a:ext>
              </a:extLst>
            </p:cNvPr>
            <p:cNvGrpSpPr/>
            <p:nvPr/>
          </p:nvGrpSpPr>
          <p:grpSpPr>
            <a:xfrm>
              <a:off x="6590500" y="2354625"/>
              <a:ext cx="573025" cy="424675"/>
              <a:chOff x="6590500" y="2354625"/>
              <a:chExt cx="573025" cy="424675"/>
            </a:xfrm>
          </p:grpSpPr>
          <p:sp>
            <p:nvSpPr>
              <p:cNvPr id="778" name="Google Shape;732;p32">
                <a:extLst>
                  <a:ext uri="{FF2B5EF4-FFF2-40B4-BE49-F238E27FC236}">
                    <a16:creationId xmlns:a16="http://schemas.microsoft.com/office/drawing/2014/main" id="{1F1F0F4D-4C77-F6D6-ED64-C6712E25C64B}"/>
                  </a:ext>
                </a:extLst>
              </p:cNvPr>
              <p:cNvSpPr/>
              <p:nvPr/>
            </p:nvSpPr>
            <p:spPr>
              <a:xfrm>
                <a:off x="6590500" y="2538450"/>
                <a:ext cx="180400" cy="97850"/>
              </a:xfrm>
              <a:custGeom>
                <a:avLst/>
                <a:gdLst/>
                <a:ahLst/>
                <a:cxnLst/>
                <a:rect l="l" t="t" r="r" b="b"/>
                <a:pathLst>
                  <a:path w="7216" h="3914" extrusionOk="0">
                    <a:moveTo>
                      <a:pt x="1856" y="1"/>
                    </a:moveTo>
                    <a:cubicBezTo>
                      <a:pt x="1240" y="1"/>
                      <a:pt x="615" y="51"/>
                      <a:pt x="1" y="100"/>
                    </a:cubicBezTo>
                    <a:cubicBezTo>
                      <a:pt x="82" y="1429"/>
                      <a:pt x="1113" y="2542"/>
                      <a:pt x="2306" y="3111"/>
                    </a:cubicBezTo>
                    <a:cubicBezTo>
                      <a:pt x="3039" y="3488"/>
                      <a:pt x="4176" y="3913"/>
                      <a:pt x="5167" y="3913"/>
                    </a:cubicBezTo>
                    <a:cubicBezTo>
                      <a:pt x="5461" y="3913"/>
                      <a:pt x="5741" y="3876"/>
                      <a:pt x="5995" y="3789"/>
                    </a:cubicBezTo>
                    <a:cubicBezTo>
                      <a:pt x="7216" y="3409"/>
                      <a:pt x="6294" y="1863"/>
                      <a:pt x="5724" y="1294"/>
                    </a:cubicBezTo>
                    <a:cubicBezTo>
                      <a:pt x="5019" y="561"/>
                      <a:pt x="4015" y="209"/>
                      <a:pt x="3012" y="73"/>
                    </a:cubicBezTo>
                    <a:cubicBezTo>
                      <a:pt x="2633" y="21"/>
                      <a:pt x="2247" y="1"/>
                      <a:pt x="18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9" name="Google Shape;733;p32">
                <a:extLst>
                  <a:ext uri="{FF2B5EF4-FFF2-40B4-BE49-F238E27FC236}">
                    <a16:creationId xmlns:a16="http://schemas.microsoft.com/office/drawing/2014/main" id="{E8A34C29-7B83-AE6E-BFA4-D14A50E6DA88}"/>
                  </a:ext>
                </a:extLst>
              </p:cNvPr>
              <p:cNvSpPr/>
              <p:nvPr/>
            </p:nvSpPr>
            <p:spPr>
              <a:xfrm>
                <a:off x="6626450" y="2568075"/>
                <a:ext cx="1288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5154" h="1493" fill="none" extrusionOk="0">
                    <a:moveTo>
                      <a:pt x="5154" y="1492"/>
                    </a:moveTo>
                    <a:cubicBezTo>
                      <a:pt x="3445" y="977"/>
                      <a:pt x="1709" y="516"/>
                      <a:pt x="0" y="0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80" name="Google Shape;734;p32">
                <a:extLst>
                  <a:ext uri="{FF2B5EF4-FFF2-40B4-BE49-F238E27FC236}">
                    <a16:creationId xmlns:a16="http://schemas.microsoft.com/office/drawing/2014/main" id="{C5F562C2-BFAC-88B7-791F-F88370BDC938}"/>
                  </a:ext>
                </a:extLst>
              </p:cNvPr>
              <p:cNvSpPr/>
              <p:nvPr/>
            </p:nvSpPr>
            <p:spPr>
              <a:xfrm>
                <a:off x="6601350" y="2626375"/>
                <a:ext cx="179725" cy="40050"/>
              </a:xfrm>
              <a:custGeom>
                <a:avLst/>
                <a:gdLst/>
                <a:ahLst/>
                <a:cxnLst/>
                <a:rect l="l" t="t" r="r" b="b"/>
                <a:pathLst>
                  <a:path w="7189" h="1602" fill="none" extrusionOk="0">
                    <a:moveTo>
                      <a:pt x="7189" y="1"/>
                    </a:moveTo>
                    <a:cubicBezTo>
                      <a:pt x="4937" y="1086"/>
                      <a:pt x="2469" y="1601"/>
                      <a:pt x="1" y="1466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81" name="Google Shape;735;p32">
                <a:extLst>
                  <a:ext uri="{FF2B5EF4-FFF2-40B4-BE49-F238E27FC236}">
                    <a16:creationId xmlns:a16="http://schemas.microsoft.com/office/drawing/2014/main" id="{6C6F05F0-2142-7647-15D0-B5F468FA13A9}"/>
                  </a:ext>
                </a:extLst>
              </p:cNvPr>
              <p:cNvSpPr/>
              <p:nvPr/>
            </p:nvSpPr>
            <p:spPr>
              <a:xfrm>
                <a:off x="6707150" y="2354625"/>
                <a:ext cx="456375" cy="424675"/>
              </a:xfrm>
              <a:custGeom>
                <a:avLst/>
                <a:gdLst/>
                <a:ahLst/>
                <a:cxnLst/>
                <a:rect l="l" t="t" r="r" b="b"/>
                <a:pathLst>
                  <a:path w="18255" h="16987" extrusionOk="0">
                    <a:moveTo>
                      <a:pt x="8905" y="0"/>
                    </a:moveTo>
                    <a:cubicBezTo>
                      <a:pt x="8180" y="0"/>
                      <a:pt x="7455" y="95"/>
                      <a:pt x="6754" y="293"/>
                    </a:cubicBezTo>
                    <a:cubicBezTo>
                      <a:pt x="3879" y="1106"/>
                      <a:pt x="1790" y="3493"/>
                      <a:pt x="895" y="6260"/>
                    </a:cubicBezTo>
                    <a:cubicBezTo>
                      <a:pt x="0" y="8972"/>
                      <a:pt x="678" y="11386"/>
                      <a:pt x="2414" y="13665"/>
                    </a:cubicBezTo>
                    <a:cubicBezTo>
                      <a:pt x="3391" y="14967"/>
                      <a:pt x="4774" y="16024"/>
                      <a:pt x="6374" y="16567"/>
                    </a:cubicBezTo>
                    <a:cubicBezTo>
                      <a:pt x="7217" y="16850"/>
                      <a:pt x="8098" y="16986"/>
                      <a:pt x="8980" y="16986"/>
                    </a:cubicBezTo>
                    <a:cubicBezTo>
                      <a:pt x="11303" y="16986"/>
                      <a:pt x="13624" y="16042"/>
                      <a:pt x="15217" y="14370"/>
                    </a:cubicBezTo>
                    <a:cubicBezTo>
                      <a:pt x="17766" y="11685"/>
                      <a:pt x="18255" y="7291"/>
                      <a:pt x="16356" y="4090"/>
                    </a:cubicBezTo>
                    <a:cubicBezTo>
                      <a:pt x="14832" y="1564"/>
                      <a:pt x="11857" y="0"/>
                      <a:pt x="890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82" name="Google Shape;736;p32">
                <a:extLst>
                  <a:ext uri="{FF2B5EF4-FFF2-40B4-BE49-F238E27FC236}">
                    <a16:creationId xmlns:a16="http://schemas.microsoft.com/office/drawing/2014/main" id="{4E1A4FA7-4252-B3D5-9CDA-411AE2F0383E}"/>
                  </a:ext>
                </a:extLst>
              </p:cNvPr>
              <p:cNvSpPr/>
              <p:nvPr/>
            </p:nvSpPr>
            <p:spPr>
              <a:xfrm>
                <a:off x="6767500" y="2391100"/>
                <a:ext cx="196675" cy="93600"/>
              </a:xfrm>
              <a:custGeom>
                <a:avLst/>
                <a:gdLst/>
                <a:ahLst/>
                <a:cxnLst/>
                <a:rect l="l" t="t" r="r" b="b"/>
                <a:pathLst>
                  <a:path w="7867" h="3744" fill="none" extrusionOk="0">
                    <a:moveTo>
                      <a:pt x="0" y="3743"/>
                    </a:moveTo>
                    <a:cubicBezTo>
                      <a:pt x="733" y="2387"/>
                      <a:pt x="1926" y="1302"/>
                      <a:pt x="3364" y="705"/>
                    </a:cubicBezTo>
                    <a:cubicBezTo>
                      <a:pt x="4774" y="81"/>
                      <a:pt x="6401" y="0"/>
                      <a:pt x="7866" y="353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83" name="Google Shape;737;p32">
                <a:extLst>
                  <a:ext uri="{FF2B5EF4-FFF2-40B4-BE49-F238E27FC236}">
                    <a16:creationId xmlns:a16="http://schemas.microsoft.com/office/drawing/2014/main" id="{51973660-FB38-BAF0-36B1-04D672412054}"/>
                  </a:ext>
                </a:extLst>
              </p:cNvPr>
              <p:cNvSpPr/>
              <p:nvPr/>
            </p:nvSpPr>
            <p:spPr>
              <a:xfrm>
                <a:off x="6991275" y="2405325"/>
                <a:ext cx="29850" cy="10875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5" fill="none" extrusionOk="0">
                    <a:moveTo>
                      <a:pt x="0" y="1"/>
                    </a:moveTo>
                    <a:cubicBezTo>
                      <a:pt x="407" y="136"/>
                      <a:pt x="787" y="299"/>
                      <a:pt x="1194" y="435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84" name="Google Shape;738;p32">
                <a:extLst>
                  <a:ext uri="{FF2B5EF4-FFF2-40B4-BE49-F238E27FC236}">
                    <a16:creationId xmlns:a16="http://schemas.microsoft.com/office/drawing/2014/main" id="{30F531AD-18AE-1D5B-05EF-8CE505FB55CD}"/>
                  </a:ext>
                </a:extLst>
              </p:cNvPr>
              <p:cNvSpPr/>
              <p:nvPr/>
            </p:nvSpPr>
            <p:spPr>
              <a:xfrm>
                <a:off x="7082800" y="2521950"/>
                <a:ext cx="38675" cy="128200"/>
              </a:xfrm>
              <a:custGeom>
                <a:avLst/>
                <a:gdLst/>
                <a:ahLst/>
                <a:cxnLst/>
                <a:rect l="l" t="t" r="r" b="b"/>
                <a:pathLst>
                  <a:path w="1547" h="5128" fill="none" extrusionOk="0">
                    <a:moveTo>
                      <a:pt x="1" y="5127"/>
                    </a:moveTo>
                    <a:cubicBezTo>
                      <a:pt x="1194" y="3744"/>
                      <a:pt x="1547" y="1737"/>
                      <a:pt x="1059" y="1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85" name="Google Shape;739;p32">
                <a:extLst>
                  <a:ext uri="{FF2B5EF4-FFF2-40B4-BE49-F238E27FC236}">
                    <a16:creationId xmlns:a16="http://schemas.microsoft.com/office/drawing/2014/main" id="{A9697F2A-FA74-21C4-F0C6-A19BB9BB74C4}"/>
                  </a:ext>
                </a:extLst>
              </p:cNvPr>
              <p:cNvSpPr/>
              <p:nvPr/>
            </p:nvSpPr>
            <p:spPr>
              <a:xfrm>
                <a:off x="6760025" y="2615125"/>
                <a:ext cx="261775" cy="127600"/>
              </a:xfrm>
              <a:custGeom>
                <a:avLst/>
                <a:gdLst/>
                <a:ahLst/>
                <a:cxnLst/>
                <a:rect l="l" t="t" r="r" b="b"/>
                <a:pathLst>
                  <a:path w="10471" h="5104" extrusionOk="0">
                    <a:moveTo>
                      <a:pt x="5418" y="1"/>
                    </a:moveTo>
                    <a:cubicBezTo>
                      <a:pt x="4631" y="1"/>
                      <a:pt x="3840" y="89"/>
                      <a:pt x="3066" y="261"/>
                    </a:cubicBezTo>
                    <a:cubicBezTo>
                      <a:pt x="2605" y="342"/>
                      <a:pt x="2117" y="532"/>
                      <a:pt x="1737" y="831"/>
                    </a:cubicBezTo>
                    <a:cubicBezTo>
                      <a:pt x="1" y="2350"/>
                      <a:pt x="2930" y="4248"/>
                      <a:pt x="4205" y="4737"/>
                    </a:cubicBezTo>
                    <a:cubicBezTo>
                      <a:pt x="4889" y="4980"/>
                      <a:pt x="5615" y="5104"/>
                      <a:pt x="6341" y="5104"/>
                    </a:cubicBezTo>
                    <a:cubicBezTo>
                      <a:pt x="6911" y="5104"/>
                      <a:pt x="7481" y="5027"/>
                      <a:pt x="8030" y="4872"/>
                    </a:cubicBezTo>
                    <a:cubicBezTo>
                      <a:pt x="8708" y="4655"/>
                      <a:pt x="9386" y="4330"/>
                      <a:pt x="9820" y="3787"/>
                    </a:cubicBezTo>
                    <a:cubicBezTo>
                      <a:pt x="10254" y="3245"/>
                      <a:pt x="10471" y="2458"/>
                      <a:pt x="10199" y="1780"/>
                    </a:cubicBezTo>
                    <a:cubicBezTo>
                      <a:pt x="9874" y="993"/>
                      <a:pt x="9006" y="614"/>
                      <a:pt x="8219" y="397"/>
                    </a:cubicBezTo>
                    <a:cubicBezTo>
                      <a:pt x="7314" y="130"/>
                      <a:pt x="6369" y="1"/>
                      <a:pt x="5418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0" name="Google Shape;740;p32">
              <a:extLst>
                <a:ext uri="{FF2B5EF4-FFF2-40B4-BE49-F238E27FC236}">
                  <a16:creationId xmlns:a16="http://schemas.microsoft.com/office/drawing/2014/main" id="{92E7EF5F-02E6-0740-ED1F-99586342E59E}"/>
                </a:ext>
              </a:extLst>
            </p:cNvPr>
            <p:cNvGrpSpPr/>
            <p:nvPr/>
          </p:nvGrpSpPr>
          <p:grpSpPr>
            <a:xfrm>
              <a:off x="7847025" y="2208500"/>
              <a:ext cx="731000" cy="1080450"/>
              <a:chOff x="7847025" y="2208500"/>
              <a:chExt cx="731000" cy="1080450"/>
            </a:xfrm>
          </p:grpSpPr>
          <p:sp>
            <p:nvSpPr>
              <p:cNvPr id="764" name="Google Shape;741;p32">
                <a:extLst>
                  <a:ext uri="{FF2B5EF4-FFF2-40B4-BE49-F238E27FC236}">
                    <a16:creationId xmlns:a16="http://schemas.microsoft.com/office/drawing/2014/main" id="{32BD5ACA-A1CA-F490-1C38-5C6BB76F780D}"/>
                  </a:ext>
                </a:extLst>
              </p:cNvPr>
              <p:cNvSpPr/>
              <p:nvPr/>
            </p:nvSpPr>
            <p:spPr>
              <a:xfrm>
                <a:off x="7847025" y="2386725"/>
                <a:ext cx="731000" cy="902225"/>
              </a:xfrm>
              <a:custGeom>
                <a:avLst/>
                <a:gdLst/>
                <a:ahLst/>
                <a:cxnLst/>
                <a:rect l="l" t="t" r="r" b="b"/>
                <a:pathLst>
                  <a:path w="29240" h="36089" extrusionOk="0">
                    <a:moveTo>
                      <a:pt x="9491" y="1"/>
                    </a:moveTo>
                    <a:cubicBezTo>
                      <a:pt x="9127" y="1"/>
                      <a:pt x="8755" y="87"/>
                      <a:pt x="8355" y="311"/>
                    </a:cubicBezTo>
                    <a:cubicBezTo>
                      <a:pt x="5778" y="1721"/>
                      <a:pt x="3499" y="4542"/>
                      <a:pt x="1872" y="6983"/>
                    </a:cubicBezTo>
                    <a:cubicBezTo>
                      <a:pt x="1194" y="7987"/>
                      <a:pt x="597" y="9126"/>
                      <a:pt x="272" y="10292"/>
                    </a:cubicBezTo>
                    <a:cubicBezTo>
                      <a:pt x="0" y="11486"/>
                      <a:pt x="82" y="12815"/>
                      <a:pt x="679" y="13900"/>
                    </a:cubicBezTo>
                    <a:cubicBezTo>
                      <a:pt x="1384" y="15120"/>
                      <a:pt x="2794" y="15934"/>
                      <a:pt x="3228" y="17290"/>
                    </a:cubicBezTo>
                    <a:cubicBezTo>
                      <a:pt x="3798" y="18918"/>
                      <a:pt x="2821" y="20599"/>
                      <a:pt x="1953" y="22064"/>
                    </a:cubicBezTo>
                    <a:cubicBezTo>
                      <a:pt x="1031" y="23529"/>
                      <a:pt x="136" y="25292"/>
                      <a:pt x="814" y="26838"/>
                    </a:cubicBezTo>
                    <a:cubicBezTo>
                      <a:pt x="1438" y="28275"/>
                      <a:pt x="3093" y="28926"/>
                      <a:pt x="4612" y="29089"/>
                    </a:cubicBezTo>
                    <a:cubicBezTo>
                      <a:pt x="6158" y="29252"/>
                      <a:pt x="7731" y="29143"/>
                      <a:pt x="9168" y="29740"/>
                    </a:cubicBezTo>
                    <a:cubicBezTo>
                      <a:pt x="10986" y="30445"/>
                      <a:pt x="12179" y="32100"/>
                      <a:pt x="13508" y="33537"/>
                    </a:cubicBezTo>
                    <a:cubicBezTo>
                      <a:pt x="14732" y="34836"/>
                      <a:pt x="16277" y="36088"/>
                      <a:pt x="18039" y="36088"/>
                    </a:cubicBezTo>
                    <a:cubicBezTo>
                      <a:pt x="18191" y="36088"/>
                      <a:pt x="18344" y="36079"/>
                      <a:pt x="18499" y="36060"/>
                    </a:cubicBezTo>
                    <a:cubicBezTo>
                      <a:pt x="20452" y="35843"/>
                      <a:pt x="21835" y="34026"/>
                      <a:pt x="22703" y="32262"/>
                    </a:cubicBezTo>
                    <a:cubicBezTo>
                      <a:pt x="23544" y="30499"/>
                      <a:pt x="24114" y="28546"/>
                      <a:pt x="25497" y="27109"/>
                    </a:cubicBezTo>
                    <a:cubicBezTo>
                      <a:pt x="26555" y="26024"/>
                      <a:pt x="28128" y="25292"/>
                      <a:pt x="28698" y="23854"/>
                    </a:cubicBezTo>
                    <a:cubicBezTo>
                      <a:pt x="29240" y="22525"/>
                      <a:pt x="28752" y="20952"/>
                      <a:pt x="27884" y="19786"/>
                    </a:cubicBezTo>
                    <a:cubicBezTo>
                      <a:pt x="26989" y="18646"/>
                      <a:pt x="25822" y="17805"/>
                      <a:pt x="24683" y="16856"/>
                    </a:cubicBezTo>
                    <a:cubicBezTo>
                      <a:pt x="23598" y="15907"/>
                      <a:pt x="22568" y="14768"/>
                      <a:pt x="22161" y="13384"/>
                    </a:cubicBezTo>
                    <a:cubicBezTo>
                      <a:pt x="21564" y="11214"/>
                      <a:pt x="22649" y="8882"/>
                      <a:pt x="22161" y="6712"/>
                    </a:cubicBezTo>
                    <a:cubicBezTo>
                      <a:pt x="21537" y="4162"/>
                      <a:pt x="18960" y="2643"/>
                      <a:pt x="16492" y="1857"/>
                    </a:cubicBezTo>
                    <a:cubicBezTo>
                      <a:pt x="14891" y="1396"/>
                      <a:pt x="13237" y="1070"/>
                      <a:pt x="11637" y="582"/>
                    </a:cubicBezTo>
                    <a:cubicBezTo>
                      <a:pt x="10853" y="315"/>
                      <a:pt x="10187" y="1"/>
                      <a:pt x="949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5" name="Google Shape;742;p32">
                <a:extLst>
                  <a:ext uri="{FF2B5EF4-FFF2-40B4-BE49-F238E27FC236}">
                    <a16:creationId xmlns:a16="http://schemas.microsoft.com/office/drawing/2014/main" id="{57DF0296-CDAA-D098-E8C3-9F3886CF4393}"/>
                  </a:ext>
                </a:extLst>
              </p:cNvPr>
              <p:cNvSpPr/>
              <p:nvPr/>
            </p:nvSpPr>
            <p:spPr>
              <a:xfrm>
                <a:off x="7961625" y="2208500"/>
                <a:ext cx="290400" cy="837675"/>
              </a:xfrm>
              <a:custGeom>
                <a:avLst/>
                <a:gdLst/>
                <a:ahLst/>
                <a:cxnLst/>
                <a:rect l="l" t="t" r="r" b="b"/>
                <a:pathLst>
                  <a:path w="11616" h="33507" extrusionOk="0">
                    <a:moveTo>
                      <a:pt x="1938" y="0"/>
                    </a:moveTo>
                    <a:cubicBezTo>
                      <a:pt x="1249" y="0"/>
                      <a:pt x="687" y="328"/>
                      <a:pt x="217" y="930"/>
                    </a:cubicBezTo>
                    <a:cubicBezTo>
                      <a:pt x="28" y="1120"/>
                      <a:pt x="0" y="1472"/>
                      <a:pt x="109" y="1771"/>
                    </a:cubicBezTo>
                    <a:cubicBezTo>
                      <a:pt x="3499" y="12105"/>
                      <a:pt x="6917" y="22493"/>
                      <a:pt x="10307" y="32827"/>
                    </a:cubicBezTo>
                    <a:cubicBezTo>
                      <a:pt x="10471" y="33292"/>
                      <a:pt x="10779" y="33506"/>
                      <a:pt x="11047" y="33506"/>
                    </a:cubicBezTo>
                    <a:cubicBezTo>
                      <a:pt x="11358" y="33506"/>
                      <a:pt x="11616" y="33217"/>
                      <a:pt x="11528" y="32692"/>
                    </a:cubicBezTo>
                    <a:cubicBezTo>
                      <a:pt x="10036" y="22032"/>
                      <a:pt x="7270" y="11156"/>
                      <a:pt x="3418" y="794"/>
                    </a:cubicBezTo>
                    <a:cubicBezTo>
                      <a:pt x="3337" y="523"/>
                      <a:pt x="3120" y="306"/>
                      <a:pt x="2930" y="198"/>
                    </a:cubicBezTo>
                    <a:cubicBezTo>
                      <a:pt x="2572" y="64"/>
                      <a:pt x="2242" y="0"/>
                      <a:pt x="19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6" name="Google Shape;743;p32">
                <a:extLst>
                  <a:ext uri="{FF2B5EF4-FFF2-40B4-BE49-F238E27FC236}">
                    <a16:creationId xmlns:a16="http://schemas.microsoft.com/office/drawing/2014/main" id="{88EF12DF-F730-94AF-B73E-B4A377FBCD66}"/>
                  </a:ext>
                </a:extLst>
              </p:cNvPr>
              <p:cNvSpPr/>
              <p:nvPr/>
            </p:nvSpPr>
            <p:spPr>
              <a:xfrm>
                <a:off x="8165725" y="2752000"/>
                <a:ext cx="181500" cy="140600"/>
              </a:xfrm>
              <a:custGeom>
                <a:avLst/>
                <a:gdLst/>
                <a:ahLst/>
                <a:cxnLst/>
                <a:rect l="l" t="t" r="r" b="b"/>
                <a:pathLst>
                  <a:path w="7260" h="5624" extrusionOk="0">
                    <a:moveTo>
                      <a:pt x="862" y="0"/>
                    </a:moveTo>
                    <a:cubicBezTo>
                      <a:pt x="391" y="0"/>
                      <a:pt x="1" y="504"/>
                      <a:pt x="218" y="1025"/>
                    </a:cubicBezTo>
                    <a:lnTo>
                      <a:pt x="896" y="2598"/>
                    </a:lnTo>
                    <a:cubicBezTo>
                      <a:pt x="923" y="2706"/>
                      <a:pt x="1004" y="2815"/>
                      <a:pt x="1086" y="2869"/>
                    </a:cubicBezTo>
                    <a:cubicBezTo>
                      <a:pt x="2550" y="4062"/>
                      <a:pt x="4259" y="4985"/>
                      <a:pt x="6049" y="5581"/>
                    </a:cubicBezTo>
                    <a:cubicBezTo>
                      <a:pt x="6133" y="5610"/>
                      <a:pt x="6215" y="5624"/>
                      <a:pt x="6293" y="5624"/>
                    </a:cubicBezTo>
                    <a:cubicBezTo>
                      <a:pt x="6874" y="5624"/>
                      <a:pt x="7260" y="4893"/>
                      <a:pt x="6782" y="4415"/>
                    </a:cubicBezTo>
                    <a:cubicBezTo>
                      <a:pt x="5154" y="2706"/>
                      <a:pt x="3256" y="1242"/>
                      <a:pt x="1221" y="102"/>
                    </a:cubicBezTo>
                    <a:cubicBezTo>
                      <a:pt x="1102" y="32"/>
                      <a:pt x="979" y="0"/>
                      <a:pt x="86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7" name="Google Shape;744;p32">
                <a:extLst>
                  <a:ext uri="{FF2B5EF4-FFF2-40B4-BE49-F238E27FC236}">
                    <a16:creationId xmlns:a16="http://schemas.microsoft.com/office/drawing/2014/main" id="{17B35CBF-5876-2662-77F0-70FA35E1EC73}"/>
                  </a:ext>
                </a:extLst>
              </p:cNvPr>
              <p:cNvSpPr/>
              <p:nvPr/>
            </p:nvSpPr>
            <p:spPr>
              <a:xfrm>
                <a:off x="8083975" y="2738275"/>
                <a:ext cx="85175" cy="211075"/>
              </a:xfrm>
              <a:custGeom>
                <a:avLst/>
                <a:gdLst/>
                <a:ahLst/>
                <a:cxnLst/>
                <a:rect l="l" t="t" r="r" b="b"/>
                <a:pathLst>
                  <a:path w="3407" h="8443" extrusionOk="0">
                    <a:moveTo>
                      <a:pt x="1725" y="0"/>
                    </a:moveTo>
                    <a:cubicBezTo>
                      <a:pt x="1182" y="2604"/>
                      <a:pt x="613" y="5181"/>
                      <a:pt x="70" y="7812"/>
                    </a:cubicBezTo>
                    <a:cubicBezTo>
                      <a:pt x="0" y="8177"/>
                      <a:pt x="310" y="8442"/>
                      <a:pt x="620" y="8442"/>
                    </a:cubicBezTo>
                    <a:cubicBezTo>
                      <a:pt x="793" y="8442"/>
                      <a:pt x="967" y="8359"/>
                      <a:pt x="1074" y="8165"/>
                    </a:cubicBezTo>
                    <a:lnTo>
                      <a:pt x="3406" y="4286"/>
                    </a:lnTo>
                    <a:lnTo>
                      <a:pt x="17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8" name="Google Shape;745;p32">
                <a:extLst>
                  <a:ext uri="{FF2B5EF4-FFF2-40B4-BE49-F238E27FC236}">
                    <a16:creationId xmlns:a16="http://schemas.microsoft.com/office/drawing/2014/main" id="{BEF5528B-82F4-F955-3C7F-64F729AF4A4A}"/>
                  </a:ext>
                </a:extLst>
              </p:cNvPr>
              <p:cNvSpPr/>
              <p:nvPr/>
            </p:nvSpPr>
            <p:spPr>
              <a:xfrm>
                <a:off x="8130150" y="2561075"/>
                <a:ext cx="157650" cy="85000"/>
              </a:xfrm>
              <a:custGeom>
                <a:avLst/>
                <a:gdLst/>
                <a:ahLst/>
                <a:cxnLst/>
                <a:rect l="l" t="t" r="r" b="b"/>
                <a:pathLst>
                  <a:path w="6306" h="3400" extrusionOk="0">
                    <a:moveTo>
                      <a:pt x="407" y="0"/>
                    </a:moveTo>
                    <a:cubicBezTo>
                      <a:pt x="188" y="0"/>
                      <a:pt x="1" y="226"/>
                      <a:pt x="67" y="470"/>
                    </a:cubicBezTo>
                    <a:lnTo>
                      <a:pt x="854" y="2477"/>
                    </a:lnTo>
                    <a:cubicBezTo>
                      <a:pt x="935" y="2504"/>
                      <a:pt x="990" y="2613"/>
                      <a:pt x="1098" y="2640"/>
                    </a:cubicBezTo>
                    <a:cubicBezTo>
                      <a:pt x="2617" y="3101"/>
                      <a:pt x="4217" y="3318"/>
                      <a:pt x="5818" y="3400"/>
                    </a:cubicBezTo>
                    <a:cubicBezTo>
                      <a:pt x="6170" y="3400"/>
                      <a:pt x="6306" y="2911"/>
                      <a:pt x="5980" y="2749"/>
                    </a:cubicBezTo>
                    <a:lnTo>
                      <a:pt x="556" y="36"/>
                    </a:lnTo>
                    <a:cubicBezTo>
                      <a:pt x="506" y="11"/>
                      <a:pt x="456" y="0"/>
                      <a:pt x="40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9" name="Google Shape;746;p32">
                <a:extLst>
                  <a:ext uri="{FF2B5EF4-FFF2-40B4-BE49-F238E27FC236}">
                    <a16:creationId xmlns:a16="http://schemas.microsoft.com/office/drawing/2014/main" id="{61794F9C-C809-A40F-CA0B-64D03E132AF0}"/>
                  </a:ext>
                </a:extLst>
              </p:cNvPr>
              <p:cNvSpPr/>
              <p:nvPr/>
            </p:nvSpPr>
            <p:spPr>
              <a:xfrm>
                <a:off x="8019050" y="2546725"/>
                <a:ext cx="94500" cy="200375"/>
              </a:xfrm>
              <a:custGeom>
                <a:avLst/>
                <a:gdLst/>
                <a:ahLst/>
                <a:cxnLst/>
                <a:rect l="l" t="t" r="r" b="b"/>
                <a:pathLst>
                  <a:path w="3780" h="8015" extrusionOk="0">
                    <a:moveTo>
                      <a:pt x="2990" y="0"/>
                    </a:moveTo>
                    <a:cubicBezTo>
                      <a:pt x="2850" y="0"/>
                      <a:pt x="2705" y="65"/>
                      <a:pt x="2613" y="203"/>
                    </a:cubicBezTo>
                    <a:cubicBezTo>
                      <a:pt x="1338" y="2482"/>
                      <a:pt x="443" y="4977"/>
                      <a:pt x="36" y="7554"/>
                    </a:cubicBezTo>
                    <a:cubicBezTo>
                      <a:pt x="1" y="7819"/>
                      <a:pt x="218" y="8014"/>
                      <a:pt x="441" y="8014"/>
                    </a:cubicBezTo>
                    <a:cubicBezTo>
                      <a:pt x="561" y="8014"/>
                      <a:pt x="683" y="7958"/>
                      <a:pt x="768" y="7825"/>
                    </a:cubicBezTo>
                    <a:cubicBezTo>
                      <a:pt x="1745" y="6415"/>
                      <a:pt x="2721" y="5031"/>
                      <a:pt x="3671" y="3594"/>
                    </a:cubicBezTo>
                    <a:cubicBezTo>
                      <a:pt x="3752" y="3485"/>
                      <a:pt x="3779" y="3404"/>
                      <a:pt x="3779" y="3323"/>
                    </a:cubicBezTo>
                    <a:lnTo>
                      <a:pt x="3372" y="339"/>
                    </a:lnTo>
                    <a:cubicBezTo>
                      <a:pt x="3357" y="120"/>
                      <a:pt x="3179" y="0"/>
                      <a:pt x="299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0" name="Google Shape;747;p32">
                <a:extLst>
                  <a:ext uri="{FF2B5EF4-FFF2-40B4-BE49-F238E27FC236}">
                    <a16:creationId xmlns:a16="http://schemas.microsoft.com/office/drawing/2014/main" id="{23E11D28-C3E1-C552-A667-B27B93AC0313}"/>
                  </a:ext>
                </a:extLst>
              </p:cNvPr>
              <p:cNvSpPr/>
              <p:nvPr/>
            </p:nvSpPr>
            <p:spPr>
              <a:xfrm>
                <a:off x="7847025" y="2427025"/>
                <a:ext cx="731000" cy="861925"/>
              </a:xfrm>
              <a:custGeom>
                <a:avLst/>
                <a:gdLst/>
                <a:ahLst/>
                <a:cxnLst/>
                <a:rect l="l" t="t" r="r" b="b"/>
                <a:pathLst>
                  <a:path w="29240" h="34477" extrusionOk="0">
                    <a:moveTo>
                      <a:pt x="15651" y="1"/>
                    </a:moveTo>
                    <a:lnTo>
                      <a:pt x="15651" y="1"/>
                    </a:lnTo>
                    <a:cubicBezTo>
                      <a:pt x="18282" y="2062"/>
                      <a:pt x="20018" y="5317"/>
                      <a:pt x="20126" y="8680"/>
                    </a:cubicBezTo>
                    <a:cubicBezTo>
                      <a:pt x="20154" y="10199"/>
                      <a:pt x="19909" y="11854"/>
                      <a:pt x="20587" y="13237"/>
                    </a:cubicBezTo>
                    <a:cubicBezTo>
                      <a:pt x="21700" y="15597"/>
                      <a:pt x="25063" y="16519"/>
                      <a:pt x="25578" y="19096"/>
                    </a:cubicBezTo>
                    <a:cubicBezTo>
                      <a:pt x="25904" y="20750"/>
                      <a:pt x="24819" y="22351"/>
                      <a:pt x="23788" y="23707"/>
                    </a:cubicBezTo>
                    <a:cubicBezTo>
                      <a:pt x="22378" y="25578"/>
                      <a:pt x="20994" y="27396"/>
                      <a:pt x="19584" y="29267"/>
                    </a:cubicBezTo>
                    <a:cubicBezTo>
                      <a:pt x="19041" y="29972"/>
                      <a:pt x="18363" y="30759"/>
                      <a:pt x="17468" y="30759"/>
                    </a:cubicBezTo>
                    <a:cubicBezTo>
                      <a:pt x="16655" y="30759"/>
                      <a:pt x="16004" y="30135"/>
                      <a:pt x="15570" y="29430"/>
                    </a:cubicBezTo>
                    <a:cubicBezTo>
                      <a:pt x="15163" y="28752"/>
                      <a:pt x="14891" y="27965"/>
                      <a:pt x="14349" y="27368"/>
                    </a:cubicBezTo>
                    <a:cubicBezTo>
                      <a:pt x="13400" y="26284"/>
                      <a:pt x="11854" y="25931"/>
                      <a:pt x="10416" y="25904"/>
                    </a:cubicBezTo>
                    <a:cubicBezTo>
                      <a:pt x="10295" y="25901"/>
                      <a:pt x="10174" y="25901"/>
                      <a:pt x="10052" y="25901"/>
                    </a:cubicBezTo>
                    <a:cubicBezTo>
                      <a:pt x="9558" y="25901"/>
                      <a:pt x="9055" y="25916"/>
                      <a:pt x="8551" y="25916"/>
                    </a:cubicBezTo>
                    <a:cubicBezTo>
                      <a:pt x="7729" y="25916"/>
                      <a:pt x="6903" y="25875"/>
                      <a:pt x="6103" y="25660"/>
                    </a:cubicBezTo>
                    <a:cubicBezTo>
                      <a:pt x="4720" y="25307"/>
                      <a:pt x="3391" y="24141"/>
                      <a:pt x="3445" y="22676"/>
                    </a:cubicBezTo>
                    <a:cubicBezTo>
                      <a:pt x="3472" y="21266"/>
                      <a:pt x="4747" y="20154"/>
                      <a:pt x="5073" y="18743"/>
                    </a:cubicBezTo>
                    <a:cubicBezTo>
                      <a:pt x="5479" y="16790"/>
                      <a:pt x="3906" y="15054"/>
                      <a:pt x="2903" y="13318"/>
                    </a:cubicBezTo>
                    <a:cubicBezTo>
                      <a:pt x="1574" y="11121"/>
                      <a:pt x="1167" y="8409"/>
                      <a:pt x="1574" y="5914"/>
                    </a:cubicBezTo>
                    <a:lnTo>
                      <a:pt x="1574" y="5914"/>
                    </a:lnTo>
                    <a:cubicBezTo>
                      <a:pt x="1031" y="6782"/>
                      <a:pt x="597" y="7704"/>
                      <a:pt x="326" y="8680"/>
                    </a:cubicBezTo>
                    <a:cubicBezTo>
                      <a:pt x="0" y="9874"/>
                      <a:pt x="82" y="11230"/>
                      <a:pt x="733" y="12288"/>
                    </a:cubicBezTo>
                    <a:cubicBezTo>
                      <a:pt x="1438" y="13508"/>
                      <a:pt x="2794" y="14322"/>
                      <a:pt x="3255" y="15678"/>
                    </a:cubicBezTo>
                    <a:cubicBezTo>
                      <a:pt x="3798" y="17306"/>
                      <a:pt x="2848" y="18987"/>
                      <a:pt x="1981" y="20452"/>
                    </a:cubicBezTo>
                    <a:cubicBezTo>
                      <a:pt x="1085" y="21917"/>
                      <a:pt x="190" y="23680"/>
                      <a:pt x="868" y="25226"/>
                    </a:cubicBezTo>
                    <a:cubicBezTo>
                      <a:pt x="1438" y="26663"/>
                      <a:pt x="3093" y="27260"/>
                      <a:pt x="4612" y="27477"/>
                    </a:cubicBezTo>
                    <a:cubicBezTo>
                      <a:pt x="6158" y="27640"/>
                      <a:pt x="7731" y="27531"/>
                      <a:pt x="9168" y="28101"/>
                    </a:cubicBezTo>
                    <a:cubicBezTo>
                      <a:pt x="10959" y="28833"/>
                      <a:pt x="12179" y="30488"/>
                      <a:pt x="13508" y="31898"/>
                    </a:cubicBezTo>
                    <a:cubicBezTo>
                      <a:pt x="14732" y="33222"/>
                      <a:pt x="16278" y="34476"/>
                      <a:pt x="18039" y="34476"/>
                    </a:cubicBezTo>
                    <a:cubicBezTo>
                      <a:pt x="18191" y="34476"/>
                      <a:pt x="18344" y="34467"/>
                      <a:pt x="18499" y="34448"/>
                    </a:cubicBezTo>
                    <a:cubicBezTo>
                      <a:pt x="20452" y="34204"/>
                      <a:pt x="21835" y="32441"/>
                      <a:pt x="22703" y="30650"/>
                    </a:cubicBezTo>
                    <a:cubicBezTo>
                      <a:pt x="23544" y="28887"/>
                      <a:pt x="24114" y="26880"/>
                      <a:pt x="25497" y="25497"/>
                    </a:cubicBezTo>
                    <a:cubicBezTo>
                      <a:pt x="26582" y="24412"/>
                      <a:pt x="28128" y="23680"/>
                      <a:pt x="28698" y="22242"/>
                    </a:cubicBezTo>
                    <a:cubicBezTo>
                      <a:pt x="29240" y="20913"/>
                      <a:pt x="28752" y="19340"/>
                      <a:pt x="27884" y="18174"/>
                    </a:cubicBezTo>
                    <a:cubicBezTo>
                      <a:pt x="26989" y="17034"/>
                      <a:pt x="25822" y="16166"/>
                      <a:pt x="24683" y="15217"/>
                    </a:cubicBezTo>
                    <a:cubicBezTo>
                      <a:pt x="23571" y="14268"/>
                      <a:pt x="22513" y="13183"/>
                      <a:pt x="22161" y="11772"/>
                    </a:cubicBezTo>
                    <a:cubicBezTo>
                      <a:pt x="21537" y="9602"/>
                      <a:pt x="22649" y="7270"/>
                      <a:pt x="22161" y="5100"/>
                    </a:cubicBezTo>
                    <a:cubicBezTo>
                      <a:pt x="21537" y="2550"/>
                      <a:pt x="18987" y="1031"/>
                      <a:pt x="16492" y="245"/>
                    </a:cubicBezTo>
                    <a:cubicBezTo>
                      <a:pt x="16221" y="136"/>
                      <a:pt x="15922" y="82"/>
                      <a:pt x="15651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1" name="Google Shape;748;p32">
                <a:extLst>
                  <a:ext uri="{FF2B5EF4-FFF2-40B4-BE49-F238E27FC236}">
                    <a16:creationId xmlns:a16="http://schemas.microsoft.com/office/drawing/2014/main" id="{52E51A49-B9EE-709B-CEA9-BF5A3D1419FC}"/>
                  </a:ext>
                </a:extLst>
              </p:cNvPr>
              <p:cNvSpPr/>
              <p:nvPr/>
            </p:nvSpPr>
            <p:spPr>
              <a:xfrm>
                <a:off x="7929750" y="2477200"/>
                <a:ext cx="78000" cy="304500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12180" fill="none" extrusionOk="0">
                    <a:moveTo>
                      <a:pt x="3120" y="1"/>
                    </a:moveTo>
                    <a:cubicBezTo>
                      <a:pt x="2333" y="1031"/>
                      <a:pt x="1547" y="2035"/>
                      <a:pt x="977" y="3147"/>
                    </a:cubicBezTo>
                    <a:cubicBezTo>
                      <a:pt x="407" y="4286"/>
                      <a:pt x="1" y="5534"/>
                      <a:pt x="1" y="6809"/>
                    </a:cubicBezTo>
                    <a:cubicBezTo>
                      <a:pt x="1" y="8707"/>
                      <a:pt x="869" y="10471"/>
                      <a:pt x="1709" y="12179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2" name="Google Shape;749;p32">
                <a:extLst>
                  <a:ext uri="{FF2B5EF4-FFF2-40B4-BE49-F238E27FC236}">
                    <a16:creationId xmlns:a16="http://schemas.microsoft.com/office/drawing/2014/main" id="{2F2CB6FD-49D9-BC52-B8B6-5212BC5E428A}"/>
                  </a:ext>
                </a:extLst>
              </p:cNvPr>
              <p:cNvSpPr/>
              <p:nvPr/>
            </p:nvSpPr>
            <p:spPr>
              <a:xfrm>
                <a:off x="7987400" y="2816925"/>
                <a:ext cx="25100" cy="759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039" fill="none" extrusionOk="0">
                    <a:moveTo>
                      <a:pt x="0" y="1"/>
                    </a:moveTo>
                    <a:cubicBezTo>
                      <a:pt x="732" y="787"/>
                      <a:pt x="1004" y="1981"/>
                      <a:pt x="678" y="3039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3" name="Google Shape;750;p32">
                <a:extLst>
                  <a:ext uri="{FF2B5EF4-FFF2-40B4-BE49-F238E27FC236}">
                    <a16:creationId xmlns:a16="http://schemas.microsoft.com/office/drawing/2014/main" id="{16751A8B-4D99-353F-A2A7-6BD8E10AB563}"/>
                  </a:ext>
                </a:extLst>
              </p:cNvPr>
              <p:cNvSpPr/>
              <p:nvPr/>
            </p:nvSpPr>
            <p:spPr>
              <a:xfrm>
                <a:off x="8318300" y="2988500"/>
                <a:ext cx="100375" cy="126150"/>
              </a:xfrm>
              <a:custGeom>
                <a:avLst/>
                <a:gdLst/>
                <a:ahLst/>
                <a:cxnLst/>
                <a:rect l="l" t="t" r="r" b="b"/>
                <a:pathLst>
                  <a:path w="4015" h="5046" fill="none" extrusionOk="0">
                    <a:moveTo>
                      <a:pt x="4015" y="0"/>
                    </a:moveTo>
                    <a:cubicBezTo>
                      <a:pt x="3445" y="2143"/>
                      <a:pt x="1953" y="3987"/>
                      <a:pt x="1" y="5045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4" name="Google Shape;751;p32">
                <a:extLst>
                  <a:ext uri="{FF2B5EF4-FFF2-40B4-BE49-F238E27FC236}">
                    <a16:creationId xmlns:a16="http://schemas.microsoft.com/office/drawing/2014/main" id="{C7FA4D13-4C04-26A0-44FD-AF29B4DA2EBF}"/>
                  </a:ext>
                </a:extLst>
              </p:cNvPr>
              <p:cNvSpPr/>
              <p:nvPr/>
            </p:nvSpPr>
            <p:spPr>
              <a:xfrm>
                <a:off x="8253200" y="3115300"/>
                <a:ext cx="37325" cy="27150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086" fill="none" extrusionOk="0">
                    <a:moveTo>
                      <a:pt x="1492" y="787"/>
                    </a:moveTo>
                    <a:cubicBezTo>
                      <a:pt x="1384" y="1004"/>
                      <a:pt x="1113" y="1085"/>
                      <a:pt x="896" y="1058"/>
                    </a:cubicBezTo>
                    <a:cubicBezTo>
                      <a:pt x="652" y="1031"/>
                      <a:pt x="435" y="841"/>
                      <a:pt x="299" y="651"/>
                    </a:cubicBezTo>
                    <a:cubicBezTo>
                      <a:pt x="163" y="434"/>
                      <a:pt x="82" y="244"/>
                      <a:pt x="1" y="0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5" name="Google Shape;752;p32">
                <a:extLst>
                  <a:ext uri="{FF2B5EF4-FFF2-40B4-BE49-F238E27FC236}">
                    <a16:creationId xmlns:a16="http://schemas.microsoft.com/office/drawing/2014/main" id="{7F439010-F69F-2F66-0E6B-3FCD4C6EBC64}"/>
                  </a:ext>
                </a:extLst>
              </p:cNvPr>
              <p:cNvSpPr/>
              <p:nvPr/>
            </p:nvSpPr>
            <p:spPr>
              <a:xfrm>
                <a:off x="8344750" y="2784175"/>
                <a:ext cx="166150" cy="181425"/>
              </a:xfrm>
              <a:custGeom>
                <a:avLst/>
                <a:gdLst/>
                <a:ahLst/>
                <a:cxnLst/>
                <a:rect l="l" t="t" r="r" b="b"/>
                <a:pathLst>
                  <a:path w="6646" h="7257" extrusionOk="0">
                    <a:moveTo>
                      <a:pt x="684" y="1"/>
                    </a:moveTo>
                    <a:cubicBezTo>
                      <a:pt x="624" y="1"/>
                      <a:pt x="567" y="10"/>
                      <a:pt x="516" y="36"/>
                    </a:cubicBezTo>
                    <a:cubicBezTo>
                      <a:pt x="217" y="144"/>
                      <a:pt x="0" y="497"/>
                      <a:pt x="28" y="823"/>
                    </a:cubicBezTo>
                    <a:cubicBezTo>
                      <a:pt x="28" y="1148"/>
                      <a:pt x="217" y="1446"/>
                      <a:pt x="380" y="1718"/>
                    </a:cubicBezTo>
                    <a:cubicBezTo>
                      <a:pt x="1085" y="2992"/>
                      <a:pt x="1926" y="4132"/>
                      <a:pt x="2930" y="5189"/>
                    </a:cubicBezTo>
                    <a:cubicBezTo>
                      <a:pt x="3424" y="5754"/>
                      <a:pt x="4632" y="7257"/>
                      <a:pt x="5581" y="7257"/>
                    </a:cubicBezTo>
                    <a:cubicBezTo>
                      <a:pt x="5726" y="7257"/>
                      <a:pt x="5865" y="7222"/>
                      <a:pt x="5995" y="7142"/>
                    </a:cubicBezTo>
                    <a:cubicBezTo>
                      <a:pt x="6646" y="6817"/>
                      <a:pt x="6646" y="5840"/>
                      <a:pt x="6537" y="5217"/>
                    </a:cubicBezTo>
                    <a:cubicBezTo>
                      <a:pt x="6402" y="4484"/>
                      <a:pt x="6076" y="3752"/>
                      <a:pt x="5588" y="3155"/>
                    </a:cubicBezTo>
                    <a:cubicBezTo>
                      <a:pt x="4503" y="1663"/>
                      <a:pt x="2876" y="551"/>
                      <a:pt x="1085" y="63"/>
                    </a:cubicBezTo>
                    <a:cubicBezTo>
                      <a:pt x="956" y="45"/>
                      <a:pt x="813" y="1"/>
                      <a:pt x="684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6" name="Google Shape;753;p32">
                <a:extLst>
                  <a:ext uri="{FF2B5EF4-FFF2-40B4-BE49-F238E27FC236}">
                    <a16:creationId xmlns:a16="http://schemas.microsoft.com/office/drawing/2014/main" id="{DA69FD12-3DDD-A7C3-C25C-6223D14CE608}"/>
                  </a:ext>
                </a:extLst>
              </p:cNvPr>
              <p:cNvSpPr/>
              <p:nvPr/>
            </p:nvSpPr>
            <p:spPr>
              <a:xfrm>
                <a:off x="7895850" y="2966050"/>
                <a:ext cx="69875" cy="78575"/>
              </a:xfrm>
              <a:custGeom>
                <a:avLst/>
                <a:gdLst/>
                <a:ahLst/>
                <a:cxnLst/>
                <a:rect l="l" t="t" r="r" b="b"/>
                <a:pathLst>
                  <a:path w="2795" h="3143" extrusionOk="0">
                    <a:moveTo>
                      <a:pt x="1748" y="1"/>
                    </a:moveTo>
                    <a:cubicBezTo>
                      <a:pt x="1472" y="1"/>
                      <a:pt x="1189" y="97"/>
                      <a:pt x="977" y="274"/>
                    </a:cubicBezTo>
                    <a:cubicBezTo>
                      <a:pt x="0" y="1007"/>
                      <a:pt x="82" y="2281"/>
                      <a:pt x="1085" y="2959"/>
                    </a:cubicBezTo>
                    <a:cubicBezTo>
                      <a:pt x="1282" y="3087"/>
                      <a:pt x="1467" y="3143"/>
                      <a:pt x="1638" y="3143"/>
                    </a:cubicBezTo>
                    <a:cubicBezTo>
                      <a:pt x="2338" y="3143"/>
                      <a:pt x="2794" y="2204"/>
                      <a:pt x="2794" y="1441"/>
                    </a:cubicBezTo>
                    <a:cubicBezTo>
                      <a:pt x="2794" y="1169"/>
                      <a:pt x="2767" y="898"/>
                      <a:pt x="2659" y="654"/>
                    </a:cubicBezTo>
                    <a:cubicBezTo>
                      <a:pt x="2577" y="410"/>
                      <a:pt x="2387" y="193"/>
                      <a:pt x="2170" y="84"/>
                    </a:cubicBezTo>
                    <a:cubicBezTo>
                      <a:pt x="2039" y="28"/>
                      <a:pt x="1894" y="1"/>
                      <a:pt x="1748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7" name="Google Shape;754;p32">
                <a:extLst>
                  <a:ext uri="{FF2B5EF4-FFF2-40B4-BE49-F238E27FC236}">
                    <a16:creationId xmlns:a16="http://schemas.microsoft.com/office/drawing/2014/main" id="{D66A446E-0FEA-6153-381E-368AD42AC3FD}"/>
                  </a:ext>
                </a:extLst>
              </p:cNvPr>
              <p:cNvSpPr/>
              <p:nvPr/>
            </p:nvSpPr>
            <p:spPr>
              <a:xfrm>
                <a:off x="8296600" y="2527375"/>
                <a:ext cx="71225" cy="121700"/>
              </a:xfrm>
              <a:custGeom>
                <a:avLst/>
                <a:gdLst/>
                <a:ahLst/>
                <a:cxnLst/>
                <a:rect l="l" t="t" r="r" b="b"/>
                <a:pathLst>
                  <a:path w="2849" h="4868" extrusionOk="0">
                    <a:moveTo>
                      <a:pt x="1086" y="1"/>
                    </a:moveTo>
                    <a:cubicBezTo>
                      <a:pt x="841" y="1"/>
                      <a:pt x="597" y="137"/>
                      <a:pt x="462" y="299"/>
                    </a:cubicBezTo>
                    <a:cubicBezTo>
                      <a:pt x="326" y="516"/>
                      <a:pt x="272" y="733"/>
                      <a:pt x="190" y="950"/>
                    </a:cubicBezTo>
                    <a:cubicBezTo>
                      <a:pt x="1" y="2008"/>
                      <a:pt x="136" y="3988"/>
                      <a:pt x="1140" y="4666"/>
                    </a:cubicBezTo>
                    <a:cubicBezTo>
                      <a:pt x="1332" y="4799"/>
                      <a:pt x="1580" y="4868"/>
                      <a:pt x="1818" y="4868"/>
                    </a:cubicBezTo>
                    <a:cubicBezTo>
                      <a:pt x="2018" y="4868"/>
                      <a:pt x="2212" y="4819"/>
                      <a:pt x="2360" y="4720"/>
                    </a:cubicBezTo>
                    <a:cubicBezTo>
                      <a:pt x="2849" y="4368"/>
                      <a:pt x="2713" y="3690"/>
                      <a:pt x="2632" y="3174"/>
                    </a:cubicBezTo>
                    <a:cubicBezTo>
                      <a:pt x="2550" y="2306"/>
                      <a:pt x="2279" y="1411"/>
                      <a:pt x="1818" y="652"/>
                    </a:cubicBezTo>
                    <a:cubicBezTo>
                      <a:pt x="1655" y="326"/>
                      <a:pt x="1411" y="28"/>
                      <a:pt x="1086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1" name="Google Shape;755;p32">
              <a:extLst>
                <a:ext uri="{FF2B5EF4-FFF2-40B4-BE49-F238E27FC236}">
                  <a16:creationId xmlns:a16="http://schemas.microsoft.com/office/drawing/2014/main" id="{69C354B7-52B4-074E-8FEA-B512725AF518}"/>
                </a:ext>
              </a:extLst>
            </p:cNvPr>
            <p:cNvGrpSpPr/>
            <p:nvPr/>
          </p:nvGrpSpPr>
          <p:grpSpPr>
            <a:xfrm>
              <a:off x="7021100" y="2746400"/>
              <a:ext cx="605575" cy="627175"/>
              <a:chOff x="7021100" y="2746400"/>
              <a:chExt cx="605575" cy="627175"/>
            </a:xfrm>
          </p:grpSpPr>
          <p:sp>
            <p:nvSpPr>
              <p:cNvPr id="754" name="Google Shape;756;p32">
                <a:extLst>
                  <a:ext uri="{FF2B5EF4-FFF2-40B4-BE49-F238E27FC236}">
                    <a16:creationId xmlns:a16="http://schemas.microsoft.com/office/drawing/2014/main" id="{B11ECC8D-5017-FCB0-55C5-F7F70FAE4CB2}"/>
                  </a:ext>
                </a:extLst>
              </p:cNvPr>
              <p:cNvSpPr/>
              <p:nvPr/>
            </p:nvSpPr>
            <p:spPr>
              <a:xfrm>
                <a:off x="7208925" y="2746400"/>
                <a:ext cx="282125" cy="319425"/>
              </a:xfrm>
              <a:custGeom>
                <a:avLst/>
                <a:gdLst/>
                <a:ahLst/>
                <a:cxnLst/>
                <a:rect l="l" t="t" r="r" b="b"/>
                <a:pathLst>
                  <a:path w="11285" h="12777" extrusionOk="0">
                    <a:moveTo>
                      <a:pt x="5724" y="1"/>
                    </a:moveTo>
                    <a:cubicBezTo>
                      <a:pt x="5154" y="1"/>
                      <a:pt x="4720" y="462"/>
                      <a:pt x="4693" y="1032"/>
                    </a:cubicBezTo>
                    <a:cubicBezTo>
                      <a:pt x="4558" y="4693"/>
                      <a:pt x="2822" y="8247"/>
                      <a:pt x="1" y="10552"/>
                    </a:cubicBezTo>
                    <a:lnTo>
                      <a:pt x="3419" y="11366"/>
                    </a:lnTo>
                    <a:cubicBezTo>
                      <a:pt x="4015" y="9982"/>
                      <a:pt x="4910" y="8762"/>
                      <a:pt x="6104" y="7813"/>
                    </a:cubicBezTo>
                    <a:cubicBezTo>
                      <a:pt x="6511" y="9277"/>
                      <a:pt x="6945" y="10688"/>
                      <a:pt x="7351" y="12152"/>
                    </a:cubicBezTo>
                    <a:lnTo>
                      <a:pt x="9765" y="12776"/>
                    </a:lnTo>
                    <a:cubicBezTo>
                      <a:pt x="9332" y="11203"/>
                      <a:pt x="9494" y="9494"/>
                      <a:pt x="9765" y="7921"/>
                    </a:cubicBezTo>
                    <a:cubicBezTo>
                      <a:pt x="10118" y="6049"/>
                      <a:pt x="10552" y="4205"/>
                      <a:pt x="11122" y="2415"/>
                    </a:cubicBezTo>
                    <a:cubicBezTo>
                      <a:pt x="11284" y="1927"/>
                      <a:pt x="11040" y="1384"/>
                      <a:pt x="10552" y="1140"/>
                    </a:cubicBezTo>
                    <a:cubicBezTo>
                      <a:pt x="8952" y="435"/>
                      <a:pt x="7324" y="55"/>
                      <a:pt x="572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55" name="Google Shape;757;p32">
                <a:extLst>
                  <a:ext uri="{FF2B5EF4-FFF2-40B4-BE49-F238E27FC236}">
                    <a16:creationId xmlns:a16="http://schemas.microsoft.com/office/drawing/2014/main" id="{D45C17CA-A6D2-3F4C-4B8F-DB88410956FF}"/>
                  </a:ext>
                </a:extLst>
              </p:cNvPr>
              <p:cNvSpPr/>
              <p:nvPr/>
            </p:nvSpPr>
            <p:spPr>
              <a:xfrm>
                <a:off x="7021100" y="2943525"/>
                <a:ext cx="339075" cy="430050"/>
              </a:xfrm>
              <a:custGeom>
                <a:avLst/>
                <a:gdLst/>
                <a:ahLst/>
                <a:cxnLst/>
                <a:rect l="l" t="t" r="r" b="b"/>
                <a:pathLst>
                  <a:path w="13563" h="17202" extrusionOk="0">
                    <a:moveTo>
                      <a:pt x="8429" y="0"/>
                    </a:moveTo>
                    <a:cubicBezTo>
                      <a:pt x="8350" y="0"/>
                      <a:pt x="8271" y="3"/>
                      <a:pt x="8192" y="9"/>
                    </a:cubicBezTo>
                    <a:cubicBezTo>
                      <a:pt x="7107" y="90"/>
                      <a:pt x="6103" y="823"/>
                      <a:pt x="5778" y="1853"/>
                    </a:cubicBezTo>
                    <a:cubicBezTo>
                      <a:pt x="5749" y="1844"/>
                      <a:pt x="5719" y="1839"/>
                      <a:pt x="5690" y="1839"/>
                    </a:cubicBezTo>
                    <a:cubicBezTo>
                      <a:pt x="5552" y="1839"/>
                      <a:pt x="5416" y="1936"/>
                      <a:pt x="5371" y="2070"/>
                    </a:cubicBezTo>
                    <a:lnTo>
                      <a:pt x="5290" y="2721"/>
                    </a:lnTo>
                    <a:cubicBezTo>
                      <a:pt x="5230" y="2324"/>
                      <a:pt x="4793" y="2072"/>
                      <a:pt x="4382" y="2072"/>
                    </a:cubicBezTo>
                    <a:cubicBezTo>
                      <a:pt x="4231" y="2072"/>
                      <a:pt x="4084" y="2106"/>
                      <a:pt x="3961" y="2179"/>
                    </a:cubicBezTo>
                    <a:cubicBezTo>
                      <a:pt x="3472" y="2477"/>
                      <a:pt x="3310" y="3128"/>
                      <a:pt x="3391" y="3671"/>
                    </a:cubicBezTo>
                    <a:cubicBezTo>
                      <a:pt x="3413" y="3894"/>
                      <a:pt x="3477" y="4108"/>
                      <a:pt x="3567" y="4317"/>
                    </a:cubicBezTo>
                    <a:lnTo>
                      <a:pt x="3567" y="4317"/>
                    </a:lnTo>
                    <a:cubicBezTo>
                      <a:pt x="3254" y="4048"/>
                      <a:pt x="2840" y="3888"/>
                      <a:pt x="2442" y="3888"/>
                    </a:cubicBezTo>
                    <a:cubicBezTo>
                      <a:pt x="1655" y="3942"/>
                      <a:pt x="977" y="4403"/>
                      <a:pt x="570" y="5054"/>
                    </a:cubicBezTo>
                    <a:cubicBezTo>
                      <a:pt x="82" y="5759"/>
                      <a:pt x="1" y="6681"/>
                      <a:pt x="218" y="7495"/>
                    </a:cubicBezTo>
                    <a:cubicBezTo>
                      <a:pt x="462" y="8309"/>
                      <a:pt x="1086" y="9014"/>
                      <a:pt x="1845" y="9367"/>
                    </a:cubicBezTo>
                    <a:cubicBezTo>
                      <a:pt x="1492" y="9448"/>
                      <a:pt x="1248" y="9963"/>
                      <a:pt x="1438" y="10343"/>
                    </a:cubicBezTo>
                    <a:cubicBezTo>
                      <a:pt x="1575" y="10548"/>
                      <a:pt x="1841" y="10678"/>
                      <a:pt x="2094" y="10678"/>
                    </a:cubicBezTo>
                    <a:cubicBezTo>
                      <a:pt x="2145" y="10678"/>
                      <a:pt x="2196" y="10673"/>
                      <a:pt x="2245" y="10661"/>
                    </a:cubicBezTo>
                    <a:lnTo>
                      <a:pt x="2245" y="10661"/>
                    </a:lnTo>
                    <a:cubicBezTo>
                      <a:pt x="2070" y="10799"/>
                      <a:pt x="1945" y="11019"/>
                      <a:pt x="1926" y="11265"/>
                    </a:cubicBezTo>
                    <a:cubicBezTo>
                      <a:pt x="1845" y="11564"/>
                      <a:pt x="1981" y="11889"/>
                      <a:pt x="2170" y="12160"/>
                    </a:cubicBezTo>
                    <a:cubicBezTo>
                      <a:pt x="2599" y="12829"/>
                      <a:pt x="3375" y="13194"/>
                      <a:pt x="4148" y="13194"/>
                    </a:cubicBezTo>
                    <a:cubicBezTo>
                      <a:pt x="4351" y="13194"/>
                      <a:pt x="4554" y="13169"/>
                      <a:pt x="4750" y="13118"/>
                    </a:cubicBezTo>
                    <a:lnTo>
                      <a:pt x="4750" y="13118"/>
                    </a:lnTo>
                    <a:cubicBezTo>
                      <a:pt x="4273" y="13486"/>
                      <a:pt x="4000" y="14105"/>
                      <a:pt x="4096" y="14683"/>
                    </a:cubicBezTo>
                    <a:cubicBezTo>
                      <a:pt x="4151" y="15225"/>
                      <a:pt x="4530" y="15686"/>
                      <a:pt x="4964" y="16066"/>
                    </a:cubicBezTo>
                    <a:cubicBezTo>
                      <a:pt x="5642" y="16690"/>
                      <a:pt x="6510" y="17097"/>
                      <a:pt x="7378" y="17178"/>
                    </a:cubicBezTo>
                    <a:cubicBezTo>
                      <a:pt x="7507" y="17194"/>
                      <a:pt x="7638" y="17202"/>
                      <a:pt x="7768" y="17202"/>
                    </a:cubicBezTo>
                    <a:cubicBezTo>
                      <a:pt x="8541" y="17202"/>
                      <a:pt x="9313" y="16929"/>
                      <a:pt x="9847" y="16419"/>
                    </a:cubicBezTo>
                    <a:cubicBezTo>
                      <a:pt x="10375" y="15891"/>
                      <a:pt x="10671" y="15148"/>
                      <a:pt x="10619" y="14423"/>
                    </a:cubicBezTo>
                    <a:lnTo>
                      <a:pt x="10619" y="14423"/>
                    </a:lnTo>
                    <a:cubicBezTo>
                      <a:pt x="10814" y="14837"/>
                      <a:pt x="11276" y="15118"/>
                      <a:pt x="11741" y="15118"/>
                    </a:cubicBezTo>
                    <a:cubicBezTo>
                      <a:pt x="11824" y="15118"/>
                      <a:pt x="11907" y="15109"/>
                      <a:pt x="11989" y="15090"/>
                    </a:cubicBezTo>
                    <a:cubicBezTo>
                      <a:pt x="12695" y="14954"/>
                      <a:pt x="13183" y="14249"/>
                      <a:pt x="13291" y="13517"/>
                    </a:cubicBezTo>
                    <a:cubicBezTo>
                      <a:pt x="13373" y="12730"/>
                      <a:pt x="12912" y="11998"/>
                      <a:pt x="13101" y="11211"/>
                    </a:cubicBezTo>
                    <a:cubicBezTo>
                      <a:pt x="13237" y="10370"/>
                      <a:pt x="13454" y="9584"/>
                      <a:pt x="13481" y="8743"/>
                    </a:cubicBezTo>
                    <a:cubicBezTo>
                      <a:pt x="13563" y="7088"/>
                      <a:pt x="13318" y="5461"/>
                      <a:pt x="12776" y="3888"/>
                    </a:cubicBezTo>
                    <a:cubicBezTo>
                      <a:pt x="12396" y="2884"/>
                      <a:pt x="11881" y="1908"/>
                      <a:pt x="11121" y="1148"/>
                    </a:cubicBezTo>
                    <a:cubicBezTo>
                      <a:pt x="10392" y="469"/>
                      <a:pt x="9430" y="0"/>
                      <a:pt x="842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56" name="Google Shape;758;p32">
                <a:extLst>
                  <a:ext uri="{FF2B5EF4-FFF2-40B4-BE49-F238E27FC236}">
                    <a16:creationId xmlns:a16="http://schemas.microsoft.com/office/drawing/2014/main" id="{5C3BC200-66B5-48BC-1F2B-3FC01EA12D4E}"/>
                  </a:ext>
                </a:extLst>
              </p:cNvPr>
              <p:cNvSpPr/>
              <p:nvPr/>
            </p:nvSpPr>
            <p:spPr>
              <a:xfrm>
                <a:off x="7257075" y="2995875"/>
                <a:ext cx="369600" cy="319075"/>
              </a:xfrm>
              <a:custGeom>
                <a:avLst/>
                <a:gdLst/>
                <a:ahLst/>
                <a:cxnLst/>
                <a:rect l="l" t="t" r="r" b="b"/>
                <a:pathLst>
                  <a:path w="14784" h="12763" extrusionOk="0">
                    <a:moveTo>
                      <a:pt x="6301" y="1"/>
                    </a:moveTo>
                    <a:cubicBezTo>
                      <a:pt x="6262" y="1"/>
                      <a:pt x="6224" y="2"/>
                      <a:pt x="6185" y="3"/>
                    </a:cubicBezTo>
                    <a:cubicBezTo>
                      <a:pt x="4964" y="85"/>
                      <a:pt x="3879" y="1088"/>
                      <a:pt x="3744" y="2309"/>
                    </a:cubicBezTo>
                    <a:cubicBezTo>
                      <a:pt x="3595" y="1837"/>
                      <a:pt x="3082" y="1570"/>
                      <a:pt x="2580" y="1570"/>
                    </a:cubicBezTo>
                    <a:cubicBezTo>
                      <a:pt x="2534" y="1570"/>
                      <a:pt x="2488" y="1572"/>
                      <a:pt x="2442" y="1577"/>
                    </a:cubicBezTo>
                    <a:cubicBezTo>
                      <a:pt x="1899" y="1604"/>
                      <a:pt x="1438" y="1929"/>
                      <a:pt x="1059" y="2309"/>
                    </a:cubicBezTo>
                    <a:cubicBezTo>
                      <a:pt x="380" y="3014"/>
                      <a:pt x="1" y="4072"/>
                      <a:pt x="245" y="5021"/>
                    </a:cubicBezTo>
                    <a:cubicBezTo>
                      <a:pt x="489" y="5971"/>
                      <a:pt x="1330" y="6784"/>
                      <a:pt x="2306" y="6866"/>
                    </a:cubicBezTo>
                    <a:cubicBezTo>
                      <a:pt x="1764" y="7083"/>
                      <a:pt x="1303" y="7435"/>
                      <a:pt x="1004" y="7951"/>
                    </a:cubicBezTo>
                    <a:cubicBezTo>
                      <a:pt x="679" y="8439"/>
                      <a:pt x="652" y="9090"/>
                      <a:pt x="923" y="9605"/>
                    </a:cubicBezTo>
                    <a:cubicBezTo>
                      <a:pt x="1125" y="9990"/>
                      <a:pt x="1554" y="10238"/>
                      <a:pt x="1984" y="10238"/>
                    </a:cubicBezTo>
                    <a:cubicBezTo>
                      <a:pt x="2131" y="10238"/>
                      <a:pt x="2277" y="10210"/>
                      <a:pt x="2415" y="10148"/>
                    </a:cubicBezTo>
                    <a:lnTo>
                      <a:pt x="2415" y="10148"/>
                    </a:lnTo>
                    <a:cubicBezTo>
                      <a:pt x="2388" y="10989"/>
                      <a:pt x="2849" y="11884"/>
                      <a:pt x="3581" y="12318"/>
                    </a:cubicBezTo>
                    <a:cubicBezTo>
                      <a:pt x="3928" y="12518"/>
                      <a:pt x="4341" y="12619"/>
                      <a:pt x="4754" y="12619"/>
                    </a:cubicBezTo>
                    <a:cubicBezTo>
                      <a:pt x="5181" y="12619"/>
                      <a:pt x="5610" y="12511"/>
                      <a:pt x="5968" y="12291"/>
                    </a:cubicBezTo>
                    <a:cubicBezTo>
                      <a:pt x="6700" y="11829"/>
                      <a:pt x="7161" y="10961"/>
                      <a:pt x="7107" y="10121"/>
                    </a:cubicBezTo>
                    <a:lnTo>
                      <a:pt x="7107" y="10121"/>
                    </a:lnTo>
                    <a:cubicBezTo>
                      <a:pt x="7297" y="10989"/>
                      <a:pt x="7867" y="11802"/>
                      <a:pt x="8653" y="12291"/>
                    </a:cubicBezTo>
                    <a:cubicBezTo>
                      <a:pt x="9181" y="12600"/>
                      <a:pt x="9794" y="12763"/>
                      <a:pt x="10411" y="12763"/>
                    </a:cubicBezTo>
                    <a:cubicBezTo>
                      <a:pt x="10713" y="12763"/>
                      <a:pt x="11017" y="12723"/>
                      <a:pt x="11311" y="12643"/>
                    </a:cubicBezTo>
                    <a:cubicBezTo>
                      <a:pt x="11881" y="12507"/>
                      <a:pt x="12423" y="12182"/>
                      <a:pt x="12668" y="11640"/>
                    </a:cubicBezTo>
                    <a:cubicBezTo>
                      <a:pt x="12857" y="11070"/>
                      <a:pt x="12668" y="10419"/>
                      <a:pt x="12288" y="9931"/>
                    </a:cubicBezTo>
                    <a:cubicBezTo>
                      <a:pt x="12206" y="9849"/>
                      <a:pt x="12125" y="9768"/>
                      <a:pt x="12017" y="9660"/>
                    </a:cubicBezTo>
                    <a:cubicBezTo>
                      <a:pt x="12586" y="9578"/>
                      <a:pt x="13074" y="9090"/>
                      <a:pt x="13210" y="8547"/>
                    </a:cubicBezTo>
                    <a:cubicBezTo>
                      <a:pt x="13337" y="7888"/>
                      <a:pt x="12895" y="7158"/>
                      <a:pt x="12283" y="6932"/>
                    </a:cubicBezTo>
                    <a:lnTo>
                      <a:pt x="12283" y="6932"/>
                    </a:lnTo>
                    <a:cubicBezTo>
                      <a:pt x="12407" y="6964"/>
                      <a:pt x="12533" y="6979"/>
                      <a:pt x="12659" y="6979"/>
                    </a:cubicBezTo>
                    <a:cubicBezTo>
                      <a:pt x="13355" y="6979"/>
                      <a:pt x="14050" y="6526"/>
                      <a:pt x="14376" y="5916"/>
                    </a:cubicBezTo>
                    <a:cubicBezTo>
                      <a:pt x="14783" y="5103"/>
                      <a:pt x="14620" y="4099"/>
                      <a:pt x="14105" y="3367"/>
                    </a:cubicBezTo>
                    <a:cubicBezTo>
                      <a:pt x="13617" y="2607"/>
                      <a:pt x="12803" y="2119"/>
                      <a:pt x="11908" y="2038"/>
                    </a:cubicBezTo>
                    <a:cubicBezTo>
                      <a:pt x="11860" y="2035"/>
                      <a:pt x="11812" y="2034"/>
                      <a:pt x="11765" y="2034"/>
                    </a:cubicBezTo>
                    <a:cubicBezTo>
                      <a:pt x="11243" y="2034"/>
                      <a:pt x="10728" y="2169"/>
                      <a:pt x="10281" y="2417"/>
                    </a:cubicBezTo>
                    <a:cubicBezTo>
                      <a:pt x="10362" y="2282"/>
                      <a:pt x="10416" y="2119"/>
                      <a:pt x="10416" y="1929"/>
                    </a:cubicBezTo>
                    <a:cubicBezTo>
                      <a:pt x="10416" y="1441"/>
                      <a:pt x="10009" y="953"/>
                      <a:pt x="9494" y="953"/>
                    </a:cubicBezTo>
                    <a:cubicBezTo>
                      <a:pt x="9087" y="953"/>
                      <a:pt x="8789" y="1360"/>
                      <a:pt x="8789" y="1739"/>
                    </a:cubicBezTo>
                    <a:cubicBezTo>
                      <a:pt x="8422" y="718"/>
                      <a:pt x="7374" y="1"/>
                      <a:pt x="630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57" name="Google Shape;759;p32">
                <a:extLst>
                  <a:ext uri="{FF2B5EF4-FFF2-40B4-BE49-F238E27FC236}">
                    <a16:creationId xmlns:a16="http://schemas.microsoft.com/office/drawing/2014/main" id="{70C6714F-102C-6999-E813-457A12F3C47E}"/>
                  </a:ext>
                </a:extLst>
              </p:cNvPr>
              <p:cNvSpPr/>
              <p:nvPr/>
            </p:nvSpPr>
            <p:spPr>
              <a:xfrm>
                <a:off x="7475425" y="3186500"/>
                <a:ext cx="78675" cy="70550"/>
              </a:xfrm>
              <a:custGeom>
                <a:avLst/>
                <a:gdLst/>
                <a:ahLst/>
                <a:cxnLst/>
                <a:rect l="l" t="t" r="r" b="b"/>
                <a:pathLst>
                  <a:path w="3147" h="2822" fill="none" extrusionOk="0">
                    <a:moveTo>
                      <a:pt x="1" y="2306"/>
                    </a:moveTo>
                    <a:cubicBezTo>
                      <a:pt x="218" y="2631"/>
                      <a:pt x="624" y="2821"/>
                      <a:pt x="1031" y="2794"/>
                    </a:cubicBezTo>
                    <a:cubicBezTo>
                      <a:pt x="1438" y="2740"/>
                      <a:pt x="1818" y="2496"/>
                      <a:pt x="1954" y="2116"/>
                    </a:cubicBezTo>
                    <a:cubicBezTo>
                      <a:pt x="2089" y="1736"/>
                      <a:pt x="2035" y="1275"/>
                      <a:pt x="1709" y="977"/>
                    </a:cubicBezTo>
                    <a:cubicBezTo>
                      <a:pt x="1954" y="1058"/>
                      <a:pt x="2225" y="1085"/>
                      <a:pt x="2469" y="1058"/>
                    </a:cubicBezTo>
                    <a:cubicBezTo>
                      <a:pt x="2713" y="1031"/>
                      <a:pt x="2930" y="841"/>
                      <a:pt x="3038" y="624"/>
                    </a:cubicBezTo>
                    <a:cubicBezTo>
                      <a:pt x="3147" y="380"/>
                      <a:pt x="3011" y="82"/>
                      <a:pt x="2767" y="0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58" name="Google Shape;760;p32">
                <a:extLst>
                  <a:ext uri="{FF2B5EF4-FFF2-40B4-BE49-F238E27FC236}">
                    <a16:creationId xmlns:a16="http://schemas.microsoft.com/office/drawing/2014/main" id="{6714E29E-E84F-871E-780F-409424318CD2}"/>
                  </a:ext>
                </a:extLst>
              </p:cNvPr>
              <p:cNvSpPr/>
              <p:nvPr/>
            </p:nvSpPr>
            <p:spPr>
              <a:xfrm>
                <a:off x="7321500" y="3049525"/>
                <a:ext cx="124800" cy="92925"/>
              </a:xfrm>
              <a:custGeom>
                <a:avLst/>
                <a:gdLst/>
                <a:ahLst/>
                <a:cxnLst/>
                <a:rect l="l" t="t" r="r" b="b"/>
                <a:pathLst>
                  <a:path w="4992" h="3717" fill="none" extrusionOk="0">
                    <a:moveTo>
                      <a:pt x="4937" y="2577"/>
                    </a:moveTo>
                    <a:cubicBezTo>
                      <a:pt x="4991" y="2007"/>
                      <a:pt x="4964" y="1384"/>
                      <a:pt x="4693" y="868"/>
                    </a:cubicBezTo>
                    <a:cubicBezTo>
                      <a:pt x="4422" y="353"/>
                      <a:pt x="3852" y="0"/>
                      <a:pt x="3310" y="82"/>
                    </a:cubicBezTo>
                    <a:cubicBezTo>
                      <a:pt x="2848" y="163"/>
                      <a:pt x="2523" y="543"/>
                      <a:pt x="2306" y="895"/>
                    </a:cubicBezTo>
                    <a:cubicBezTo>
                      <a:pt x="2116" y="1302"/>
                      <a:pt x="2035" y="1763"/>
                      <a:pt x="1981" y="2197"/>
                    </a:cubicBezTo>
                    <a:cubicBezTo>
                      <a:pt x="1845" y="1899"/>
                      <a:pt x="1682" y="1573"/>
                      <a:pt x="1411" y="1411"/>
                    </a:cubicBezTo>
                    <a:cubicBezTo>
                      <a:pt x="1194" y="1275"/>
                      <a:pt x="923" y="1248"/>
                      <a:pt x="679" y="1302"/>
                    </a:cubicBezTo>
                    <a:cubicBezTo>
                      <a:pt x="272" y="1438"/>
                      <a:pt x="0" y="1845"/>
                      <a:pt x="0" y="2306"/>
                    </a:cubicBezTo>
                    <a:cubicBezTo>
                      <a:pt x="0" y="2740"/>
                      <a:pt x="245" y="3147"/>
                      <a:pt x="597" y="3391"/>
                    </a:cubicBezTo>
                    <a:cubicBezTo>
                      <a:pt x="923" y="3608"/>
                      <a:pt x="1357" y="3716"/>
                      <a:pt x="1818" y="3716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59" name="Google Shape;761;p32">
                <a:extLst>
                  <a:ext uri="{FF2B5EF4-FFF2-40B4-BE49-F238E27FC236}">
                    <a16:creationId xmlns:a16="http://schemas.microsoft.com/office/drawing/2014/main" id="{8892DC21-E4CA-CE0C-0DEA-C3416DEFC778}"/>
                  </a:ext>
                </a:extLst>
              </p:cNvPr>
              <p:cNvSpPr/>
              <p:nvPr/>
            </p:nvSpPr>
            <p:spPr>
              <a:xfrm>
                <a:off x="7354725" y="3213625"/>
                <a:ext cx="53600" cy="50875"/>
              </a:xfrm>
              <a:custGeom>
                <a:avLst/>
                <a:gdLst/>
                <a:ahLst/>
                <a:cxnLst/>
                <a:rect l="l" t="t" r="r" b="b"/>
                <a:pathLst>
                  <a:path w="2144" h="2035" fill="none" extrusionOk="0">
                    <a:moveTo>
                      <a:pt x="2143" y="814"/>
                    </a:moveTo>
                    <a:cubicBezTo>
                      <a:pt x="2062" y="1275"/>
                      <a:pt x="1818" y="1736"/>
                      <a:pt x="1384" y="1872"/>
                    </a:cubicBezTo>
                    <a:cubicBezTo>
                      <a:pt x="950" y="2034"/>
                      <a:pt x="407" y="1763"/>
                      <a:pt x="218" y="1329"/>
                    </a:cubicBezTo>
                    <a:cubicBezTo>
                      <a:pt x="1" y="895"/>
                      <a:pt x="163" y="353"/>
                      <a:pt x="516" y="0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0" name="Google Shape;762;p32">
                <a:extLst>
                  <a:ext uri="{FF2B5EF4-FFF2-40B4-BE49-F238E27FC236}">
                    <a16:creationId xmlns:a16="http://schemas.microsoft.com/office/drawing/2014/main" id="{E3E83AA1-2412-CE5D-684C-8187DA6BF77D}"/>
                  </a:ext>
                </a:extLst>
              </p:cNvPr>
              <p:cNvSpPr/>
              <p:nvPr/>
            </p:nvSpPr>
            <p:spPr>
              <a:xfrm>
                <a:off x="7127575" y="3181075"/>
                <a:ext cx="118675" cy="144450"/>
              </a:xfrm>
              <a:custGeom>
                <a:avLst/>
                <a:gdLst/>
                <a:ahLst/>
                <a:cxnLst/>
                <a:rect l="l" t="t" r="r" b="b"/>
                <a:pathLst>
                  <a:path w="4747" h="5778" fill="none" extrusionOk="0">
                    <a:moveTo>
                      <a:pt x="4747" y="3906"/>
                    </a:moveTo>
                    <a:cubicBezTo>
                      <a:pt x="4638" y="4530"/>
                      <a:pt x="4421" y="5208"/>
                      <a:pt x="3825" y="5506"/>
                    </a:cubicBezTo>
                    <a:cubicBezTo>
                      <a:pt x="3363" y="5778"/>
                      <a:pt x="2712" y="5669"/>
                      <a:pt x="2278" y="5371"/>
                    </a:cubicBezTo>
                    <a:cubicBezTo>
                      <a:pt x="1844" y="5045"/>
                      <a:pt x="1600" y="4503"/>
                      <a:pt x="1600" y="3960"/>
                    </a:cubicBezTo>
                    <a:cubicBezTo>
                      <a:pt x="1600" y="3418"/>
                      <a:pt x="1844" y="2875"/>
                      <a:pt x="2170" y="2468"/>
                    </a:cubicBezTo>
                    <a:cubicBezTo>
                      <a:pt x="1763" y="2794"/>
                      <a:pt x="1302" y="3174"/>
                      <a:pt x="787" y="3065"/>
                    </a:cubicBezTo>
                    <a:cubicBezTo>
                      <a:pt x="353" y="3011"/>
                      <a:pt x="0" y="2577"/>
                      <a:pt x="27" y="2170"/>
                    </a:cubicBezTo>
                    <a:cubicBezTo>
                      <a:pt x="27" y="1709"/>
                      <a:pt x="407" y="1302"/>
                      <a:pt x="841" y="1275"/>
                    </a:cubicBezTo>
                    <a:cubicBezTo>
                      <a:pt x="488" y="1384"/>
                      <a:pt x="81" y="1004"/>
                      <a:pt x="109" y="597"/>
                    </a:cubicBezTo>
                    <a:cubicBezTo>
                      <a:pt x="163" y="217"/>
                      <a:pt x="678" y="0"/>
                      <a:pt x="1031" y="190"/>
                    </a:cubicBezTo>
                  </a:path>
                </a:pathLst>
              </a:custGeom>
              <a:noFill/>
              <a:ln w="1220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1" name="Google Shape;763;p32">
                <a:extLst>
                  <a:ext uri="{FF2B5EF4-FFF2-40B4-BE49-F238E27FC236}">
                    <a16:creationId xmlns:a16="http://schemas.microsoft.com/office/drawing/2014/main" id="{98452FC3-7B71-CE36-411F-7EEACE0E583F}"/>
                  </a:ext>
                </a:extLst>
              </p:cNvPr>
              <p:cNvSpPr/>
              <p:nvPr/>
            </p:nvSpPr>
            <p:spPr>
              <a:xfrm>
                <a:off x="7129600" y="3017650"/>
                <a:ext cx="103100" cy="97000"/>
              </a:xfrm>
              <a:custGeom>
                <a:avLst/>
                <a:gdLst/>
                <a:ahLst/>
                <a:cxnLst/>
                <a:rect l="l" t="t" r="r" b="b"/>
                <a:pathLst>
                  <a:path w="4124" h="3880" fill="none" extrusionOk="0">
                    <a:moveTo>
                      <a:pt x="4123" y="1818"/>
                    </a:moveTo>
                    <a:cubicBezTo>
                      <a:pt x="4015" y="1357"/>
                      <a:pt x="3933" y="923"/>
                      <a:pt x="3608" y="597"/>
                    </a:cubicBezTo>
                    <a:cubicBezTo>
                      <a:pt x="3337" y="245"/>
                      <a:pt x="2876" y="0"/>
                      <a:pt x="2442" y="109"/>
                    </a:cubicBezTo>
                    <a:cubicBezTo>
                      <a:pt x="2089" y="217"/>
                      <a:pt x="1818" y="489"/>
                      <a:pt x="1655" y="841"/>
                    </a:cubicBezTo>
                    <a:cubicBezTo>
                      <a:pt x="1411" y="1329"/>
                      <a:pt x="1438" y="1926"/>
                      <a:pt x="1682" y="2414"/>
                    </a:cubicBezTo>
                    <a:cubicBezTo>
                      <a:pt x="1438" y="2089"/>
                      <a:pt x="977" y="1953"/>
                      <a:pt x="597" y="2116"/>
                    </a:cubicBezTo>
                    <a:cubicBezTo>
                      <a:pt x="217" y="2279"/>
                      <a:pt x="0" y="2686"/>
                      <a:pt x="28" y="3093"/>
                    </a:cubicBezTo>
                    <a:cubicBezTo>
                      <a:pt x="55" y="3499"/>
                      <a:pt x="434" y="3852"/>
                      <a:pt x="841" y="3879"/>
                    </a:cubicBezTo>
                  </a:path>
                </a:pathLst>
              </a:custGeom>
              <a:noFill/>
              <a:ln w="1220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2" name="Google Shape;764;p32">
                <a:extLst>
                  <a:ext uri="{FF2B5EF4-FFF2-40B4-BE49-F238E27FC236}">
                    <a16:creationId xmlns:a16="http://schemas.microsoft.com/office/drawing/2014/main" id="{B4A1A9DD-95C7-F328-FD37-E3659F862F45}"/>
                  </a:ext>
                </a:extLst>
              </p:cNvPr>
              <p:cNvSpPr/>
              <p:nvPr/>
            </p:nvSpPr>
            <p:spPr>
              <a:xfrm>
                <a:off x="7302500" y="2821675"/>
                <a:ext cx="40725" cy="113275"/>
              </a:xfrm>
              <a:custGeom>
                <a:avLst/>
                <a:gdLst/>
                <a:ahLst/>
                <a:cxnLst/>
                <a:rect l="l" t="t" r="r" b="b"/>
                <a:pathLst>
                  <a:path w="1629" h="4531" fill="none" extrusionOk="0">
                    <a:moveTo>
                      <a:pt x="1" y="4530"/>
                    </a:moveTo>
                    <a:cubicBezTo>
                      <a:pt x="869" y="3174"/>
                      <a:pt x="1439" y="1574"/>
                      <a:pt x="1628" y="1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3" name="Google Shape;765;p32">
                <a:extLst>
                  <a:ext uri="{FF2B5EF4-FFF2-40B4-BE49-F238E27FC236}">
                    <a16:creationId xmlns:a16="http://schemas.microsoft.com/office/drawing/2014/main" id="{D48AA3A6-100D-2316-455C-490E027562F9}"/>
                  </a:ext>
                </a:extLst>
              </p:cNvPr>
              <p:cNvSpPr/>
              <p:nvPr/>
            </p:nvSpPr>
            <p:spPr>
              <a:xfrm>
                <a:off x="7346600" y="2783025"/>
                <a:ext cx="2240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896" h="489" fill="none" extrusionOk="0">
                    <a:moveTo>
                      <a:pt x="0" y="489"/>
                    </a:moveTo>
                    <a:cubicBezTo>
                      <a:pt x="190" y="190"/>
                      <a:pt x="570" y="1"/>
                      <a:pt x="895" y="1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2" name="Google Shape;766;p32">
              <a:extLst>
                <a:ext uri="{FF2B5EF4-FFF2-40B4-BE49-F238E27FC236}">
                  <a16:creationId xmlns:a16="http://schemas.microsoft.com/office/drawing/2014/main" id="{A5836ECB-E0B9-95AB-48C1-4E28C1165F62}"/>
                </a:ext>
              </a:extLst>
            </p:cNvPr>
            <p:cNvGrpSpPr/>
            <p:nvPr/>
          </p:nvGrpSpPr>
          <p:grpSpPr>
            <a:xfrm>
              <a:off x="6136175" y="1866925"/>
              <a:ext cx="581725" cy="569750"/>
              <a:chOff x="6136175" y="1866925"/>
              <a:chExt cx="581725" cy="569750"/>
            </a:xfrm>
          </p:grpSpPr>
          <p:sp>
            <p:nvSpPr>
              <p:cNvPr id="727" name="Google Shape;767;p32">
                <a:extLst>
                  <a:ext uri="{FF2B5EF4-FFF2-40B4-BE49-F238E27FC236}">
                    <a16:creationId xmlns:a16="http://schemas.microsoft.com/office/drawing/2014/main" id="{F9058184-D8D9-5126-0C69-41EA4D8F6E31}"/>
                  </a:ext>
                </a:extLst>
              </p:cNvPr>
              <p:cNvSpPr/>
              <p:nvPr/>
            </p:nvSpPr>
            <p:spPr>
              <a:xfrm>
                <a:off x="6312500" y="1871900"/>
                <a:ext cx="185125" cy="148125"/>
              </a:xfrm>
              <a:custGeom>
                <a:avLst/>
                <a:gdLst/>
                <a:ahLst/>
                <a:cxnLst/>
                <a:rect l="l" t="t" r="r" b="b"/>
                <a:pathLst>
                  <a:path w="7405" h="5925" extrusionOk="0">
                    <a:moveTo>
                      <a:pt x="3450" y="1"/>
                    </a:moveTo>
                    <a:cubicBezTo>
                      <a:pt x="2769" y="1"/>
                      <a:pt x="2097" y="141"/>
                      <a:pt x="1519" y="479"/>
                    </a:cubicBezTo>
                    <a:cubicBezTo>
                      <a:pt x="624" y="995"/>
                      <a:pt x="0" y="1971"/>
                      <a:pt x="54" y="3002"/>
                    </a:cubicBezTo>
                    <a:cubicBezTo>
                      <a:pt x="136" y="3843"/>
                      <a:pt x="624" y="4629"/>
                      <a:pt x="1302" y="5118"/>
                    </a:cubicBezTo>
                    <a:cubicBezTo>
                      <a:pt x="2002" y="5653"/>
                      <a:pt x="2842" y="5924"/>
                      <a:pt x="3662" y="5924"/>
                    </a:cubicBezTo>
                    <a:cubicBezTo>
                      <a:pt x="4877" y="5924"/>
                      <a:pt x="6046" y="5329"/>
                      <a:pt x="6645" y="4114"/>
                    </a:cubicBezTo>
                    <a:cubicBezTo>
                      <a:pt x="7405" y="2487"/>
                      <a:pt x="7052" y="968"/>
                      <a:pt x="5289" y="317"/>
                    </a:cubicBezTo>
                    <a:cubicBezTo>
                      <a:pt x="4716" y="121"/>
                      <a:pt x="4079" y="1"/>
                      <a:pt x="34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28" name="Google Shape;768;p32">
                <a:extLst>
                  <a:ext uri="{FF2B5EF4-FFF2-40B4-BE49-F238E27FC236}">
                    <a16:creationId xmlns:a16="http://schemas.microsoft.com/office/drawing/2014/main" id="{229438B5-FD52-D8C2-07DE-80176A391C6F}"/>
                  </a:ext>
                </a:extLst>
              </p:cNvPr>
              <p:cNvSpPr/>
              <p:nvPr/>
            </p:nvSpPr>
            <p:spPr>
              <a:xfrm>
                <a:off x="6265025" y="1866925"/>
                <a:ext cx="425200" cy="434675"/>
              </a:xfrm>
              <a:custGeom>
                <a:avLst/>
                <a:gdLst/>
                <a:ahLst/>
                <a:cxnLst/>
                <a:rect l="l" t="t" r="r" b="b"/>
                <a:pathLst>
                  <a:path w="17008" h="17387" fill="none" extrusionOk="0">
                    <a:moveTo>
                      <a:pt x="17007" y="0"/>
                    </a:moveTo>
                    <a:cubicBezTo>
                      <a:pt x="9087" y="2821"/>
                      <a:pt x="2631" y="9439"/>
                      <a:pt x="0" y="17387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29" name="Google Shape;769;p32">
                <a:extLst>
                  <a:ext uri="{FF2B5EF4-FFF2-40B4-BE49-F238E27FC236}">
                    <a16:creationId xmlns:a16="http://schemas.microsoft.com/office/drawing/2014/main" id="{FA95586C-196A-72D0-4FD3-673BA836E36B}"/>
                  </a:ext>
                </a:extLst>
              </p:cNvPr>
              <p:cNvSpPr/>
              <p:nvPr/>
            </p:nvSpPr>
            <p:spPr>
              <a:xfrm>
                <a:off x="6446075" y="1928625"/>
                <a:ext cx="9700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3880" h="516" fill="none" extrusionOk="0">
                    <a:moveTo>
                      <a:pt x="3879" y="516"/>
                    </a:moveTo>
                    <a:cubicBezTo>
                      <a:pt x="2686" y="218"/>
                      <a:pt x="1221" y="1"/>
                      <a:pt x="1" y="109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30" name="Google Shape;770;p32">
                <a:extLst>
                  <a:ext uri="{FF2B5EF4-FFF2-40B4-BE49-F238E27FC236}">
                    <a16:creationId xmlns:a16="http://schemas.microsoft.com/office/drawing/2014/main" id="{3B79083D-6D77-0E66-7D4F-802B55AD65C1}"/>
                  </a:ext>
                </a:extLst>
              </p:cNvPr>
              <p:cNvSpPr/>
              <p:nvPr/>
            </p:nvSpPr>
            <p:spPr>
              <a:xfrm>
                <a:off x="6590500" y="1917100"/>
                <a:ext cx="35975" cy="2210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8843" fill="none" extrusionOk="0">
                    <a:moveTo>
                      <a:pt x="1" y="0"/>
                    </a:moveTo>
                    <a:cubicBezTo>
                      <a:pt x="1032" y="2821"/>
                      <a:pt x="1438" y="5859"/>
                      <a:pt x="1113" y="8843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31" name="Google Shape;771;p32">
                <a:extLst>
                  <a:ext uri="{FF2B5EF4-FFF2-40B4-BE49-F238E27FC236}">
                    <a16:creationId xmlns:a16="http://schemas.microsoft.com/office/drawing/2014/main" id="{8992B91B-D3F8-BEDE-AB33-79A3524E6839}"/>
                  </a:ext>
                </a:extLst>
              </p:cNvPr>
              <p:cNvSpPr/>
              <p:nvPr/>
            </p:nvSpPr>
            <p:spPr>
              <a:xfrm>
                <a:off x="6371475" y="2109675"/>
                <a:ext cx="90900" cy="169550"/>
              </a:xfrm>
              <a:custGeom>
                <a:avLst/>
                <a:gdLst/>
                <a:ahLst/>
                <a:cxnLst/>
                <a:rect l="l" t="t" r="r" b="b"/>
                <a:pathLst>
                  <a:path w="3636" h="6782" fill="none" extrusionOk="0">
                    <a:moveTo>
                      <a:pt x="1" y="1"/>
                    </a:moveTo>
                    <a:cubicBezTo>
                      <a:pt x="1900" y="1818"/>
                      <a:pt x="3147" y="4151"/>
                      <a:pt x="3636" y="6782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32" name="Google Shape;772;p32">
                <a:extLst>
                  <a:ext uri="{FF2B5EF4-FFF2-40B4-BE49-F238E27FC236}">
                    <a16:creationId xmlns:a16="http://schemas.microsoft.com/office/drawing/2014/main" id="{7EED42A8-86A3-EB1A-C5E0-2DE3A902CECE}"/>
                  </a:ext>
                </a:extLst>
              </p:cNvPr>
              <p:cNvSpPr/>
              <p:nvPr/>
            </p:nvSpPr>
            <p:spPr>
              <a:xfrm>
                <a:off x="6241300" y="2050000"/>
                <a:ext cx="163425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6537" h="1493" fill="none" extrusionOk="0">
                    <a:moveTo>
                      <a:pt x="6537" y="435"/>
                    </a:moveTo>
                    <a:cubicBezTo>
                      <a:pt x="4286" y="1"/>
                      <a:pt x="1980" y="380"/>
                      <a:pt x="0" y="1493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33" name="Google Shape;773;p32">
                <a:extLst>
                  <a:ext uri="{FF2B5EF4-FFF2-40B4-BE49-F238E27FC236}">
                    <a16:creationId xmlns:a16="http://schemas.microsoft.com/office/drawing/2014/main" id="{E0414A55-F986-0915-00D0-00E7160AF5A9}"/>
                  </a:ext>
                </a:extLst>
              </p:cNvPr>
              <p:cNvSpPr/>
              <p:nvPr/>
            </p:nvSpPr>
            <p:spPr>
              <a:xfrm>
                <a:off x="6398600" y="1892000"/>
                <a:ext cx="75300" cy="74125"/>
              </a:xfrm>
              <a:custGeom>
                <a:avLst/>
                <a:gdLst/>
                <a:ahLst/>
                <a:cxnLst/>
                <a:rect l="l" t="t" r="r" b="b"/>
                <a:pathLst>
                  <a:path w="3012" h="2965" extrusionOk="0">
                    <a:moveTo>
                      <a:pt x="1032" y="1"/>
                    </a:moveTo>
                    <a:cubicBezTo>
                      <a:pt x="1167" y="354"/>
                      <a:pt x="1113" y="733"/>
                      <a:pt x="977" y="1032"/>
                    </a:cubicBezTo>
                    <a:cubicBezTo>
                      <a:pt x="760" y="679"/>
                      <a:pt x="408" y="462"/>
                      <a:pt x="28" y="326"/>
                    </a:cubicBezTo>
                    <a:lnTo>
                      <a:pt x="28" y="326"/>
                    </a:lnTo>
                    <a:cubicBezTo>
                      <a:pt x="1" y="543"/>
                      <a:pt x="28" y="815"/>
                      <a:pt x="164" y="1059"/>
                    </a:cubicBezTo>
                    <a:cubicBezTo>
                      <a:pt x="299" y="1276"/>
                      <a:pt x="543" y="1438"/>
                      <a:pt x="787" y="1466"/>
                    </a:cubicBezTo>
                    <a:cubicBezTo>
                      <a:pt x="435" y="1574"/>
                      <a:pt x="136" y="1872"/>
                      <a:pt x="28" y="2225"/>
                    </a:cubicBezTo>
                    <a:cubicBezTo>
                      <a:pt x="163" y="2304"/>
                      <a:pt x="322" y="2345"/>
                      <a:pt x="479" y="2345"/>
                    </a:cubicBezTo>
                    <a:cubicBezTo>
                      <a:pt x="699" y="2345"/>
                      <a:pt x="916" y="2264"/>
                      <a:pt x="1059" y="2089"/>
                    </a:cubicBezTo>
                    <a:cubicBezTo>
                      <a:pt x="1059" y="2361"/>
                      <a:pt x="1194" y="2659"/>
                      <a:pt x="1357" y="2849"/>
                    </a:cubicBezTo>
                    <a:cubicBezTo>
                      <a:pt x="1424" y="2916"/>
                      <a:pt x="1473" y="2964"/>
                      <a:pt x="1548" y="2964"/>
                    </a:cubicBezTo>
                    <a:cubicBezTo>
                      <a:pt x="1564" y="2964"/>
                      <a:pt x="1582" y="2962"/>
                      <a:pt x="1601" y="2957"/>
                    </a:cubicBezTo>
                    <a:cubicBezTo>
                      <a:pt x="1655" y="2930"/>
                      <a:pt x="1710" y="2849"/>
                      <a:pt x="1710" y="2795"/>
                    </a:cubicBezTo>
                    <a:cubicBezTo>
                      <a:pt x="1764" y="2551"/>
                      <a:pt x="1764" y="2279"/>
                      <a:pt x="1655" y="2035"/>
                    </a:cubicBezTo>
                    <a:lnTo>
                      <a:pt x="1655" y="2035"/>
                    </a:lnTo>
                    <a:cubicBezTo>
                      <a:pt x="1878" y="2134"/>
                      <a:pt x="2106" y="2182"/>
                      <a:pt x="2322" y="2182"/>
                    </a:cubicBezTo>
                    <a:cubicBezTo>
                      <a:pt x="2580" y="2182"/>
                      <a:pt x="2820" y="2114"/>
                      <a:pt x="3012" y="1981"/>
                    </a:cubicBezTo>
                    <a:lnTo>
                      <a:pt x="1900" y="1574"/>
                    </a:lnTo>
                    <a:cubicBezTo>
                      <a:pt x="2171" y="1276"/>
                      <a:pt x="2306" y="842"/>
                      <a:pt x="2252" y="435"/>
                    </a:cubicBezTo>
                    <a:lnTo>
                      <a:pt x="2252" y="435"/>
                    </a:lnTo>
                    <a:cubicBezTo>
                      <a:pt x="2008" y="489"/>
                      <a:pt x="1791" y="625"/>
                      <a:pt x="1601" y="787"/>
                    </a:cubicBezTo>
                    <a:cubicBezTo>
                      <a:pt x="1574" y="462"/>
                      <a:pt x="1330" y="109"/>
                      <a:pt x="10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34" name="Google Shape;774;p32">
                <a:extLst>
                  <a:ext uri="{FF2B5EF4-FFF2-40B4-BE49-F238E27FC236}">
                    <a16:creationId xmlns:a16="http://schemas.microsoft.com/office/drawing/2014/main" id="{0980F07C-3C02-67A7-4294-6B966ED544B5}"/>
                  </a:ext>
                </a:extLst>
              </p:cNvPr>
              <p:cNvSpPr/>
              <p:nvPr/>
            </p:nvSpPr>
            <p:spPr>
              <a:xfrm>
                <a:off x="6368775" y="2228175"/>
                <a:ext cx="191250" cy="151600"/>
              </a:xfrm>
              <a:custGeom>
                <a:avLst/>
                <a:gdLst/>
                <a:ahLst/>
                <a:cxnLst/>
                <a:rect l="l" t="t" r="r" b="b"/>
                <a:pathLst>
                  <a:path w="7650" h="6064" extrusionOk="0">
                    <a:moveTo>
                      <a:pt x="3692" y="1"/>
                    </a:moveTo>
                    <a:cubicBezTo>
                      <a:pt x="2942" y="1"/>
                      <a:pt x="2188" y="168"/>
                      <a:pt x="1546" y="550"/>
                    </a:cubicBezTo>
                    <a:cubicBezTo>
                      <a:pt x="651" y="1092"/>
                      <a:pt x="0" y="2096"/>
                      <a:pt x="109" y="3154"/>
                    </a:cubicBezTo>
                    <a:cubicBezTo>
                      <a:pt x="190" y="4022"/>
                      <a:pt x="760" y="4808"/>
                      <a:pt x="1465" y="5324"/>
                    </a:cubicBezTo>
                    <a:cubicBezTo>
                      <a:pt x="2153" y="5813"/>
                      <a:pt x="2973" y="6063"/>
                      <a:pt x="3776" y="6063"/>
                    </a:cubicBezTo>
                    <a:cubicBezTo>
                      <a:pt x="5063" y="6063"/>
                      <a:pt x="6305" y="5422"/>
                      <a:pt x="6890" y="4103"/>
                    </a:cubicBezTo>
                    <a:cubicBezTo>
                      <a:pt x="7649" y="2394"/>
                      <a:pt x="7188" y="848"/>
                      <a:pt x="5371" y="279"/>
                    </a:cubicBezTo>
                    <a:cubicBezTo>
                      <a:pt x="4850" y="101"/>
                      <a:pt x="4272" y="1"/>
                      <a:pt x="36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35" name="Google Shape;775;p32">
                <a:extLst>
                  <a:ext uri="{FF2B5EF4-FFF2-40B4-BE49-F238E27FC236}">
                    <a16:creationId xmlns:a16="http://schemas.microsoft.com/office/drawing/2014/main" id="{F5EFAD04-D300-9345-5C17-9AA62A2C2551}"/>
                  </a:ext>
                </a:extLst>
              </p:cNvPr>
              <p:cNvSpPr/>
              <p:nvPr/>
            </p:nvSpPr>
            <p:spPr>
              <a:xfrm>
                <a:off x="6410825" y="2191050"/>
                <a:ext cx="75275" cy="75300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3012" extrusionOk="0">
                    <a:moveTo>
                      <a:pt x="2170" y="0"/>
                    </a:moveTo>
                    <a:lnTo>
                      <a:pt x="2170" y="0"/>
                    </a:lnTo>
                    <a:cubicBezTo>
                      <a:pt x="1980" y="353"/>
                      <a:pt x="1817" y="706"/>
                      <a:pt x="1655" y="1085"/>
                    </a:cubicBezTo>
                    <a:cubicBezTo>
                      <a:pt x="1403" y="783"/>
                      <a:pt x="1011" y="621"/>
                      <a:pt x="631" y="621"/>
                    </a:cubicBezTo>
                    <a:cubicBezTo>
                      <a:pt x="601" y="621"/>
                      <a:pt x="572" y="622"/>
                      <a:pt x="543" y="624"/>
                    </a:cubicBezTo>
                    <a:cubicBezTo>
                      <a:pt x="597" y="868"/>
                      <a:pt x="705" y="1113"/>
                      <a:pt x="841" y="1302"/>
                    </a:cubicBezTo>
                    <a:cubicBezTo>
                      <a:pt x="488" y="1302"/>
                      <a:pt x="136" y="1519"/>
                      <a:pt x="0" y="1818"/>
                    </a:cubicBezTo>
                    <a:cubicBezTo>
                      <a:pt x="102" y="1784"/>
                      <a:pt x="210" y="1768"/>
                      <a:pt x="318" y="1768"/>
                    </a:cubicBezTo>
                    <a:cubicBezTo>
                      <a:pt x="556" y="1768"/>
                      <a:pt x="799" y="1842"/>
                      <a:pt x="1004" y="1953"/>
                    </a:cubicBezTo>
                    <a:cubicBezTo>
                      <a:pt x="678" y="2143"/>
                      <a:pt x="407" y="2469"/>
                      <a:pt x="190" y="2821"/>
                    </a:cubicBezTo>
                    <a:cubicBezTo>
                      <a:pt x="286" y="2853"/>
                      <a:pt x="387" y="2869"/>
                      <a:pt x="488" y="2869"/>
                    </a:cubicBezTo>
                    <a:cubicBezTo>
                      <a:pt x="644" y="2869"/>
                      <a:pt x="802" y="2833"/>
                      <a:pt x="949" y="2767"/>
                    </a:cubicBezTo>
                    <a:cubicBezTo>
                      <a:pt x="1166" y="2631"/>
                      <a:pt x="1356" y="2442"/>
                      <a:pt x="1411" y="2198"/>
                    </a:cubicBezTo>
                    <a:cubicBezTo>
                      <a:pt x="1492" y="2577"/>
                      <a:pt x="1763" y="2876"/>
                      <a:pt x="2089" y="3011"/>
                    </a:cubicBezTo>
                    <a:cubicBezTo>
                      <a:pt x="2333" y="2713"/>
                      <a:pt x="2333" y="2252"/>
                      <a:pt x="2062" y="1981"/>
                    </a:cubicBezTo>
                    <a:lnTo>
                      <a:pt x="2062" y="1981"/>
                    </a:lnTo>
                    <a:cubicBezTo>
                      <a:pt x="2110" y="1990"/>
                      <a:pt x="2158" y="1995"/>
                      <a:pt x="2208" y="1995"/>
                    </a:cubicBezTo>
                    <a:cubicBezTo>
                      <a:pt x="2437" y="1995"/>
                      <a:pt x="2674" y="1897"/>
                      <a:pt x="2875" y="1764"/>
                    </a:cubicBezTo>
                    <a:cubicBezTo>
                      <a:pt x="2929" y="1682"/>
                      <a:pt x="3011" y="1628"/>
                      <a:pt x="2984" y="1547"/>
                    </a:cubicBezTo>
                    <a:cubicBezTo>
                      <a:pt x="2929" y="1492"/>
                      <a:pt x="2875" y="1438"/>
                      <a:pt x="2848" y="1411"/>
                    </a:cubicBezTo>
                    <a:cubicBezTo>
                      <a:pt x="2717" y="1353"/>
                      <a:pt x="2579" y="1326"/>
                      <a:pt x="2441" y="1326"/>
                    </a:cubicBezTo>
                    <a:cubicBezTo>
                      <a:pt x="2321" y="1326"/>
                      <a:pt x="2202" y="1346"/>
                      <a:pt x="2089" y="1384"/>
                    </a:cubicBezTo>
                    <a:cubicBezTo>
                      <a:pt x="2333" y="896"/>
                      <a:pt x="2360" y="407"/>
                      <a:pt x="21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36" name="Google Shape;776;p32">
                <a:extLst>
                  <a:ext uri="{FF2B5EF4-FFF2-40B4-BE49-F238E27FC236}">
                    <a16:creationId xmlns:a16="http://schemas.microsoft.com/office/drawing/2014/main" id="{0BE68581-3BDD-3CB4-3A63-4FA8D4B00F8F}"/>
                  </a:ext>
                </a:extLst>
              </p:cNvPr>
              <p:cNvSpPr/>
              <p:nvPr/>
            </p:nvSpPr>
            <p:spPr>
              <a:xfrm>
                <a:off x="6517275" y="2068850"/>
                <a:ext cx="200625" cy="173325"/>
              </a:xfrm>
              <a:custGeom>
                <a:avLst/>
                <a:gdLst/>
                <a:ahLst/>
                <a:cxnLst/>
                <a:rect l="l" t="t" r="r" b="b"/>
                <a:pathLst>
                  <a:path w="8025" h="6933" extrusionOk="0">
                    <a:moveTo>
                      <a:pt x="5046" y="1"/>
                    </a:moveTo>
                    <a:cubicBezTo>
                      <a:pt x="4975" y="1"/>
                      <a:pt x="4902" y="2"/>
                      <a:pt x="4829" y="6"/>
                    </a:cubicBezTo>
                    <a:cubicBezTo>
                      <a:pt x="3391" y="88"/>
                      <a:pt x="1872" y="684"/>
                      <a:pt x="950" y="1823"/>
                    </a:cubicBezTo>
                    <a:cubicBezTo>
                      <a:pt x="245" y="2746"/>
                      <a:pt x="1" y="4021"/>
                      <a:pt x="516" y="5078"/>
                    </a:cubicBezTo>
                    <a:cubicBezTo>
                      <a:pt x="950" y="5973"/>
                      <a:pt x="1845" y="6543"/>
                      <a:pt x="2740" y="6787"/>
                    </a:cubicBezTo>
                    <a:cubicBezTo>
                      <a:pt x="3114" y="6885"/>
                      <a:pt x="3494" y="6932"/>
                      <a:pt x="3869" y="6932"/>
                    </a:cubicBezTo>
                    <a:cubicBezTo>
                      <a:pt x="5884" y="6932"/>
                      <a:pt x="7756" y="5569"/>
                      <a:pt x="7894" y="3397"/>
                    </a:cubicBezTo>
                    <a:cubicBezTo>
                      <a:pt x="8024" y="1433"/>
                      <a:pt x="7018" y="1"/>
                      <a:pt x="504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37" name="Google Shape;777;p32">
                <a:extLst>
                  <a:ext uri="{FF2B5EF4-FFF2-40B4-BE49-F238E27FC236}">
                    <a16:creationId xmlns:a16="http://schemas.microsoft.com/office/drawing/2014/main" id="{51319879-95A6-96A0-DF34-9E10DBB8F53A}"/>
                  </a:ext>
                </a:extLst>
              </p:cNvPr>
              <p:cNvSpPr/>
              <p:nvPr/>
            </p:nvSpPr>
            <p:spPr>
              <a:xfrm>
                <a:off x="6578975" y="2047300"/>
                <a:ext cx="84800" cy="66975"/>
              </a:xfrm>
              <a:custGeom>
                <a:avLst/>
                <a:gdLst/>
                <a:ahLst/>
                <a:cxnLst/>
                <a:rect l="l" t="t" r="r" b="b"/>
                <a:pathLst>
                  <a:path w="3392" h="2679" extrusionOk="0">
                    <a:moveTo>
                      <a:pt x="2035" y="0"/>
                    </a:moveTo>
                    <a:cubicBezTo>
                      <a:pt x="1872" y="190"/>
                      <a:pt x="1737" y="380"/>
                      <a:pt x="1628" y="624"/>
                    </a:cubicBezTo>
                    <a:cubicBezTo>
                      <a:pt x="1489" y="369"/>
                      <a:pt x="1230" y="173"/>
                      <a:pt x="921" y="173"/>
                    </a:cubicBezTo>
                    <a:cubicBezTo>
                      <a:pt x="868" y="173"/>
                      <a:pt x="815" y="178"/>
                      <a:pt x="760" y="190"/>
                    </a:cubicBezTo>
                    <a:cubicBezTo>
                      <a:pt x="1004" y="407"/>
                      <a:pt x="1167" y="787"/>
                      <a:pt x="1167" y="1139"/>
                    </a:cubicBezTo>
                    <a:cubicBezTo>
                      <a:pt x="846" y="956"/>
                      <a:pt x="506" y="889"/>
                      <a:pt x="179" y="889"/>
                    </a:cubicBezTo>
                    <a:cubicBezTo>
                      <a:pt x="119" y="889"/>
                      <a:pt x="60" y="891"/>
                      <a:pt x="1" y="895"/>
                    </a:cubicBezTo>
                    <a:cubicBezTo>
                      <a:pt x="82" y="1139"/>
                      <a:pt x="245" y="1356"/>
                      <a:pt x="462" y="1492"/>
                    </a:cubicBezTo>
                    <a:cubicBezTo>
                      <a:pt x="591" y="1584"/>
                      <a:pt x="757" y="1639"/>
                      <a:pt x="936" y="1639"/>
                    </a:cubicBezTo>
                    <a:cubicBezTo>
                      <a:pt x="1020" y="1639"/>
                      <a:pt x="1107" y="1627"/>
                      <a:pt x="1194" y="1601"/>
                    </a:cubicBezTo>
                    <a:lnTo>
                      <a:pt x="1194" y="1601"/>
                    </a:lnTo>
                    <a:cubicBezTo>
                      <a:pt x="923" y="1872"/>
                      <a:pt x="787" y="2252"/>
                      <a:pt x="869" y="2631"/>
                    </a:cubicBezTo>
                    <a:cubicBezTo>
                      <a:pt x="899" y="2636"/>
                      <a:pt x="930" y="2638"/>
                      <a:pt x="961" y="2638"/>
                    </a:cubicBezTo>
                    <a:cubicBezTo>
                      <a:pt x="1289" y="2638"/>
                      <a:pt x="1638" y="2386"/>
                      <a:pt x="1737" y="2089"/>
                    </a:cubicBezTo>
                    <a:cubicBezTo>
                      <a:pt x="1872" y="2360"/>
                      <a:pt x="2089" y="2550"/>
                      <a:pt x="2333" y="2658"/>
                    </a:cubicBezTo>
                    <a:cubicBezTo>
                      <a:pt x="2374" y="2672"/>
                      <a:pt x="2422" y="2679"/>
                      <a:pt x="2466" y="2679"/>
                    </a:cubicBezTo>
                    <a:cubicBezTo>
                      <a:pt x="2510" y="2679"/>
                      <a:pt x="2550" y="2672"/>
                      <a:pt x="2578" y="2658"/>
                    </a:cubicBezTo>
                    <a:cubicBezTo>
                      <a:pt x="2605" y="2631"/>
                      <a:pt x="2605" y="2523"/>
                      <a:pt x="2605" y="2441"/>
                    </a:cubicBezTo>
                    <a:cubicBezTo>
                      <a:pt x="2578" y="2224"/>
                      <a:pt x="2442" y="1980"/>
                      <a:pt x="2279" y="1818"/>
                    </a:cubicBezTo>
                    <a:cubicBezTo>
                      <a:pt x="2713" y="1709"/>
                      <a:pt x="3174" y="1465"/>
                      <a:pt x="3391" y="1085"/>
                    </a:cubicBezTo>
                    <a:lnTo>
                      <a:pt x="3391" y="1085"/>
                    </a:lnTo>
                    <a:cubicBezTo>
                      <a:pt x="2984" y="1139"/>
                      <a:pt x="2632" y="1167"/>
                      <a:pt x="2225" y="1194"/>
                    </a:cubicBezTo>
                    <a:cubicBezTo>
                      <a:pt x="2361" y="787"/>
                      <a:pt x="2279" y="353"/>
                      <a:pt x="20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38" name="Google Shape;778;p32">
                <a:extLst>
                  <a:ext uri="{FF2B5EF4-FFF2-40B4-BE49-F238E27FC236}">
                    <a16:creationId xmlns:a16="http://schemas.microsoft.com/office/drawing/2014/main" id="{4591967B-9832-290D-2B0F-B52553E52858}"/>
                  </a:ext>
                </a:extLst>
              </p:cNvPr>
              <p:cNvSpPr/>
              <p:nvPr/>
            </p:nvSpPr>
            <p:spPr>
              <a:xfrm>
                <a:off x="6136175" y="2029375"/>
                <a:ext cx="191250" cy="152975"/>
              </a:xfrm>
              <a:custGeom>
                <a:avLst/>
                <a:gdLst/>
                <a:ahLst/>
                <a:cxnLst/>
                <a:rect l="l" t="t" r="r" b="b"/>
                <a:pathLst>
                  <a:path w="7650" h="6119" extrusionOk="0">
                    <a:moveTo>
                      <a:pt x="3317" y="1"/>
                    </a:moveTo>
                    <a:cubicBezTo>
                      <a:pt x="2810" y="1"/>
                      <a:pt x="2310" y="87"/>
                      <a:pt x="1845" y="283"/>
                    </a:cubicBezTo>
                    <a:cubicBezTo>
                      <a:pt x="896" y="690"/>
                      <a:pt x="137" y="1612"/>
                      <a:pt x="55" y="2670"/>
                    </a:cubicBezTo>
                    <a:cubicBezTo>
                      <a:pt x="1" y="3538"/>
                      <a:pt x="462" y="4379"/>
                      <a:pt x="1086" y="5003"/>
                    </a:cubicBezTo>
                    <a:cubicBezTo>
                      <a:pt x="1829" y="5733"/>
                      <a:pt x="2827" y="6119"/>
                      <a:pt x="3808" y="6119"/>
                    </a:cubicBezTo>
                    <a:cubicBezTo>
                      <a:pt x="4902" y="6119"/>
                      <a:pt x="5974" y="5639"/>
                      <a:pt x="6646" y="4623"/>
                    </a:cubicBezTo>
                    <a:cubicBezTo>
                      <a:pt x="7650" y="3077"/>
                      <a:pt x="7460" y="1477"/>
                      <a:pt x="5724" y="582"/>
                    </a:cubicBezTo>
                    <a:cubicBezTo>
                      <a:pt x="4985" y="229"/>
                      <a:pt x="4142" y="1"/>
                      <a:pt x="33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39" name="Google Shape;779;p32">
                <a:extLst>
                  <a:ext uri="{FF2B5EF4-FFF2-40B4-BE49-F238E27FC236}">
                    <a16:creationId xmlns:a16="http://schemas.microsoft.com/office/drawing/2014/main" id="{E0175F8B-3635-96B4-B036-3C13AC966761}"/>
                  </a:ext>
                </a:extLst>
              </p:cNvPr>
              <p:cNvSpPr/>
              <p:nvPr/>
            </p:nvSpPr>
            <p:spPr>
              <a:xfrm>
                <a:off x="6266375" y="2022875"/>
                <a:ext cx="75300" cy="74075"/>
              </a:xfrm>
              <a:custGeom>
                <a:avLst/>
                <a:gdLst/>
                <a:ahLst/>
                <a:cxnLst/>
                <a:rect l="l" t="t" r="r" b="b"/>
                <a:pathLst>
                  <a:path w="3012" h="2963" extrusionOk="0">
                    <a:moveTo>
                      <a:pt x="1031" y="1"/>
                    </a:moveTo>
                    <a:cubicBezTo>
                      <a:pt x="1167" y="326"/>
                      <a:pt x="1113" y="706"/>
                      <a:pt x="977" y="1004"/>
                    </a:cubicBezTo>
                    <a:cubicBezTo>
                      <a:pt x="760" y="679"/>
                      <a:pt x="408" y="435"/>
                      <a:pt x="28" y="299"/>
                    </a:cubicBezTo>
                    <a:lnTo>
                      <a:pt x="28" y="299"/>
                    </a:lnTo>
                    <a:cubicBezTo>
                      <a:pt x="1" y="543"/>
                      <a:pt x="28" y="814"/>
                      <a:pt x="163" y="1059"/>
                    </a:cubicBezTo>
                    <a:cubicBezTo>
                      <a:pt x="299" y="1248"/>
                      <a:pt x="543" y="1411"/>
                      <a:pt x="787" y="1465"/>
                    </a:cubicBezTo>
                    <a:cubicBezTo>
                      <a:pt x="435" y="1547"/>
                      <a:pt x="136" y="1872"/>
                      <a:pt x="28" y="2198"/>
                    </a:cubicBezTo>
                    <a:cubicBezTo>
                      <a:pt x="161" y="2286"/>
                      <a:pt x="316" y="2330"/>
                      <a:pt x="470" y="2330"/>
                    </a:cubicBezTo>
                    <a:cubicBezTo>
                      <a:pt x="694" y="2330"/>
                      <a:pt x="914" y="2239"/>
                      <a:pt x="1059" y="2062"/>
                    </a:cubicBezTo>
                    <a:cubicBezTo>
                      <a:pt x="1059" y="2333"/>
                      <a:pt x="1194" y="2632"/>
                      <a:pt x="1357" y="2849"/>
                    </a:cubicBezTo>
                    <a:cubicBezTo>
                      <a:pt x="1427" y="2896"/>
                      <a:pt x="1477" y="2963"/>
                      <a:pt x="1559" y="2963"/>
                    </a:cubicBezTo>
                    <a:cubicBezTo>
                      <a:pt x="1572" y="2963"/>
                      <a:pt x="1586" y="2961"/>
                      <a:pt x="1601" y="2957"/>
                    </a:cubicBezTo>
                    <a:cubicBezTo>
                      <a:pt x="1655" y="2903"/>
                      <a:pt x="1710" y="2849"/>
                      <a:pt x="1710" y="2767"/>
                    </a:cubicBezTo>
                    <a:cubicBezTo>
                      <a:pt x="1764" y="2550"/>
                      <a:pt x="1764" y="2279"/>
                      <a:pt x="1655" y="2035"/>
                    </a:cubicBezTo>
                    <a:lnTo>
                      <a:pt x="1655" y="2035"/>
                    </a:lnTo>
                    <a:cubicBezTo>
                      <a:pt x="1869" y="2130"/>
                      <a:pt x="2089" y="2173"/>
                      <a:pt x="2297" y="2173"/>
                    </a:cubicBezTo>
                    <a:cubicBezTo>
                      <a:pt x="2564" y="2173"/>
                      <a:pt x="2813" y="2103"/>
                      <a:pt x="3011" y="1981"/>
                    </a:cubicBezTo>
                    <a:lnTo>
                      <a:pt x="1899" y="1574"/>
                    </a:lnTo>
                    <a:cubicBezTo>
                      <a:pt x="2171" y="1248"/>
                      <a:pt x="2306" y="814"/>
                      <a:pt x="2252" y="408"/>
                    </a:cubicBezTo>
                    <a:lnTo>
                      <a:pt x="2252" y="408"/>
                    </a:lnTo>
                    <a:cubicBezTo>
                      <a:pt x="2008" y="489"/>
                      <a:pt x="1791" y="625"/>
                      <a:pt x="1601" y="787"/>
                    </a:cubicBezTo>
                    <a:cubicBezTo>
                      <a:pt x="1574" y="435"/>
                      <a:pt x="1330" y="109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40" name="Google Shape;780;p32">
                <a:extLst>
                  <a:ext uri="{FF2B5EF4-FFF2-40B4-BE49-F238E27FC236}">
                    <a16:creationId xmlns:a16="http://schemas.microsoft.com/office/drawing/2014/main" id="{3F94AC8B-3F01-7641-F0DD-A5D5B10D8AC6}"/>
                  </a:ext>
                </a:extLst>
              </p:cNvPr>
              <p:cNvSpPr/>
              <p:nvPr/>
            </p:nvSpPr>
            <p:spPr>
              <a:xfrm>
                <a:off x="6157200" y="2271325"/>
                <a:ext cx="207525" cy="165350"/>
              </a:xfrm>
              <a:custGeom>
                <a:avLst/>
                <a:gdLst/>
                <a:ahLst/>
                <a:cxnLst/>
                <a:rect l="l" t="t" r="r" b="b"/>
                <a:pathLst>
                  <a:path w="8301" h="6614" extrusionOk="0">
                    <a:moveTo>
                      <a:pt x="3951" y="0"/>
                    </a:moveTo>
                    <a:cubicBezTo>
                      <a:pt x="3129" y="0"/>
                      <a:pt x="2314" y="187"/>
                      <a:pt x="1628" y="614"/>
                    </a:cubicBezTo>
                    <a:cubicBezTo>
                      <a:pt x="679" y="1211"/>
                      <a:pt x="1" y="2296"/>
                      <a:pt x="109" y="3462"/>
                    </a:cubicBezTo>
                    <a:cubicBezTo>
                      <a:pt x="191" y="4411"/>
                      <a:pt x="814" y="5252"/>
                      <a:pt x="1601" y="5795"/>
                    </a:cubicBezTo>
                    <a:cubicBezTo>
                      <a:pt x="2344" y="6342"/>
                      <a:pt x="3221" y="6614"/>
                      <a:pt x="4081" y="6614"/>
                    </a:cubicBezTo>
                    <a:cubicBezTo>
                      <a:pt x="5479" y="6614"/>
                      <a:pt x="6832" y="5893"/>
                      <a:pt x="7487" y="4466"/>
                    </a:cubicBezTo>
                    <a:cubicBezTo>
                      <a:pt x="8301" y="2648"/>
                      <a:pt x="7840" y="939"/>
                      <a:pt x="5832" y="316"/>
                    </a:cubicBezTo>
                    <a:cubicBezTo>
                      <a:pt x="5238" y="114"/>
                      <a:pt x="4592" y="0"/>
                      <a:pt x="39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41" name="Google Shape;781;p32">
                <a:extLst>
                  <a:ext uri="{FF2B5EF4-FFF2-40B4-BE49-F238E27FC236}">
                    <a16:creationId xmlns:a16="http://schemas.microsoft.com/office/drawing/2014/main" id="{A71EAE47-254B-04D6-914E-B07922589598}"/>
                  </a:ext>
                </a:extLst>
              </p:cNvPr>
              <p:cNvSpPr/>
              <p:nvPr/>
            </p:nvSpPr>
            <p:spPr>
              <a:xfrm>
                <a:off x="6235875" y="2236475"/>
                <a:ext cx="75275" cy="74075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2963" extrusionOk="0">
                    <a:moveTo>
                      <a:pt x="1031" y="1"/>
                    </a:moveTo>
                    <a:lnTo>
                      <a:pt x="1031" y="1"/>
                    </a:lnTo>
                    <a:cubicBezTo>
                      <a:pt x="1166" y="326"/>
                      <a:pt x="1112" y="706"/>
                      <a:pt x="977" y="1004"/>
                    </a:cubicBezTo>
                    <a:cubicBezTo>
                      <a:pt x="760" y="679"/>
                      <a:pt x="407" y="435"/>
                      <a:pt x="27" y="299"/>
                    </a:cubicBezTo>
                    <a:lnTo>
                      <a:pt x="27" y="299"/>
                    </a:lnTo>
                    <a:cubicBezTo>
                      <a:pt x="0" y="543"/>
                      <a:pt x="27" y="814"/>
                      <a:pt x="163" y="1059"/>
                    </a:cubicBezTo>
                    <a:cubicBezTo>
                      <a:pt x="298" y="1248"/>
                      <a:pt x="543" y="1411"/>
                      <a:pt x="787" y="1465"/>
                    </a:cubicBezTo>
                    <a:cubicBezTo>
                      <a:pt x="434" y="1547"/>
                      <a:pt x="136" y="1872"/>
                      <a:pt x="27" y="2198"/>
                    </a:cubicBezTo>
                    <a:cubicBezTo>
                      <a:pt x="160" y="2286"/>
                      <a:pt x="316" y="2330"/>
                      <a:pt x="470" y="2330"/>
                    </a:cubicBezTo>
                    <a:cubicBezTo>
                      <a:pt x="693" y="2330"/>
                      <a:pt x="914" y="2239"/>
                      <a:pt x="1058" y="2062"/>
                    </a:cubicBezTo>
                    <a:cubicBezTo>
                      <a:pt x="1058" y="2333"/>
                      <a:pt x="1194" y="2632"/>
                      <a:pt x="1356" y="2849"/>
                    </a:cubicBezTo>
                    <a:cubicBezTo>
                      <a:pt x="1427" y="2896"/>
                      <a:pt x="1477" y="2963"/>
                      <a:pt x="1559" y="2963"/>
                    </a:cubicBezTo>
                    <a:cubicBezTo>
                      <a:pt x="1572" y="2963"/>
                      <a:pt x="1586" y="2961"/>
                      <a:pt x="1600" y="2957"/>
                    </a:cubicBezTo>
                    <a:cubicBezTo>
                      <a:pt x="1655" y="2903"/>
                      <a:pt x="1709" y="2849"/>
                      <a:pt x="1709" y="2767"/>
                    </a:cubicBezTo>
                    <a:cubicBezTo>
                      <a:pt x="1763" y="2550"/>
                      <a:pt x="1763" y="2279"/>
                      <a:pt x="1655" y="2035"/>
                    </a:cubicBezTo>
                    <a:lnTo>
                      <a:pt x="1655" y="2035"/>
                    </a:lnTo>
                    <a:cubicBezTo>
                      <a:pt x="1857" y="2130"/>
                      <a:pt x="2064" y="2173"/>
                      <a:pt x="2268" y="2173"/>
                    </a:cubicBezTo>
                    <a:cubicBezTo>
                      <a:pt x="2528" y="2173"/>
                      <a:pt x="2782" y="2103"/>
                      <a:pt x="3011" y="1981"/>
                    </a:cubicBezTo>
                    <a:lnTo>
                      <a:pt x="1899" y="1574"/>
                    </a:lnTo>
                    <a:cubicBezTo>
                      <a:pt x="2170" y="1248"/>
                      <a:pt x="2306" y="814"/>
                      <a:pt x="2251" y="408"/>
                    </a:cubicBezTo>
                    <a:lnTo>
                      <a:pt x="2251" y="408"/>
                    </a:lnTo>
                    <a:cubicBezTo>
                      <a:pt x="2007" y="489"/>
                      <a:pt x="1790" y="625"/>
                      <a:pt x="1600" y="787"/>
                    </a:cubicBezTo>
                    <a:cubicBezTo>
                      <a:pt x="1573" y="435"/>
                      <a:pt x="1329" y="109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42" name="Google Shape;782;p32">
                <a:extLst>
                  <a:ext uri="{FF2B5EF4-FFF2-40B4-BE49-F238E27FC236}">
                    <a16:creationId xmlns:a16="http://schemas.microsoft.com/office/drawing/2014/main" id="{6B7BC5EA-55DA-BE85-5927-59B697AE2354}"/>
                  </a:ext>
                </a:extLst>
              </p:cNvPr>
              <p:cNvSpPr/>
              <p:nvPr/>
            </p:nvSpPr>
            <p:spPr>
              <a:xfrm>
                <a:off x="6333500" y="1891175"/>
                <a:ext cx="55650" cy="63975"/>
              </a:xfrm>
              <a:custGeom>
                <a:avLst/>
                <a:gdLst/>
                <a:ahLst/>
                <a:cxnLst/>
                <a:rect l="l" t="t" r="r" b="b"/>
                <a:pathLst>
                  <a:path w="2226" h="2559" extrusionOk="0">
                    <a:moveTo>
                      <a:pt x="1658" y="0"/>
                    </a:moveTo>
                    <a:cubicBezTo>
                      <a:pt x="1249" y="0"/>
                      <a:pt x="791" y="273"/>
                      <a:pt x="516" y="522"/>
                    </a:cubicBezTo>
                    <a:cubicBezTo>
                      <a:pt x="191" y="848"/>
                      <a:pt x="1" y="1309"/>
                      <a:pt x="28" y="1743"/>
                    </a:cubicBezTo>
                    <a:cubicBezTo>
                      <a:pt x="28" y="1905"/>
                      <a:pt x="55" y="2068"/>
                      <a:pt x="164" y="2258"/>
                    </a:cubicBezTo>
                    <a:cubicBezTo>
                      <a:pt x="272" y="2421"/>
                      <a:pt x="408" y="2529"/>
                      <a:pt x="571" y="2556"/>
                    </a:cubicBezTo>
                    <a:cubicBezTo>
                      <a:pt x="590" y="2558"/>
                      <a:pt x="609" y="2559"/>
                      <a:pt x="628" y="2559"/>
                    </a:cubicBezTo>
                    <a:cubicBezTo>
                      <a:pt x="903" y="2559"/>
                      <a:pt x="1154" y="2378"/>
                      <a:pt x="1357" y="2150"/>
                    </a:cubicBezTo>
                    <a:cubicBezTo>
                      <a:pt x="1656" y="1851"/>
                      <a:pt x="1927" y="1471"/>
                      <a:pt x="2062" y="1065"/>
                    </a:cubicBezTo>
                    <a:cubicBezTo>
                      <a:pt x="2171" y="739"/>
                      <a:pt x="2225" y="88"/>
                      <a:pt x="1764" y="7"/>
                    </a:cubicBezTo>
                    <a:cubicBezTo>
                      <a:pt x="1729" y="2"/>
                      <a:pt x="1694" y="0"/>
                      <a:pt x="1658" y="0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43" name="Google Shape;783;p32">
                <a:extLst>
                  <a:ext uri="{FF2B5EF4-FFF2-40B4-BE49-F238E27FC236}">
                    <a16:creationId xmlns:a16="http://schemas.microsoft.com/office/drawing/2014/main" id="{4E993F25-EA02-A651-FC34-837DB570D23A}"/>
                  </a:ext>
                </a:extLst>
              </p:cNvPr>
              <p:cNvSpPr/>
              <p:nvPr/>
            </p:nvSpPr>
            <p:spPr>
              <a:xfrm>
                <a:off x="6539650" y="2107700"/>
                <a:ext cx="61725" cy="86850"/>
              </a:xfrm>
              <a:custGeom>
                <a:avLst/>
                <a:gdLst/>
                <a:ahLst/>
                <a:cxnLst/>
                <a:rect l="l" t="t" r="r" b="b"/>
                <a:pathLst>
                  <a:path w="2469" h="3474" extrusionOk="0">
                    <a:moveTo>
                      <a:pt x="1236" y="0"/>
                    </a:moveTo>
                    <a:cubicBezTo>
                      <a:pt x="654" y="0"/>
                      <a:pt x="242" y="728"/>
                      <a:pt x="82" y="1300"/>
                    </a:cubicBezTo>
                    <a:cubicBezTo>
                      <a:pt x="1" y="1734"/>
                      <a:pt x="55" y="2277"/>
                      <a:pt x="272" y="2738"/>
                    </a:cubicBezTo>
                    <a:cubicBezTo>
                      <a:pt x="435" y="3090"/>
                      <a:pt x="706" y="3416"/>
                      <a:pt x="1086" y="3470"/>
                    </a:cubicBezTo>
                    <a:cubicBezTo>
                      <a:pt x="1107" y="3472"/>
                      <a:pt x="1129" y="3473"/>
                      <a:pt x="1150" y="3473"/>
                    </a:cubicBezTo>
                    <a:cubicBezTo>
                      <a:pt x="1423" y="3473"/>
                      <a:pt x="1667" y="3317"/>
                      <a:pt x="1818" y="3090"/>
                    </a:cubicBezTo>
                    <a:cubicBezTo>
                      <a:pt x="1981" y="2846"/>
                      <a:pt x="2089" y="2575"/>
                      <a:pt x="2198" y="2304"/>
                    </a:cubicBezTo>
                    <a:cubicBezTo>
                      <a:pt x="2388" y="1571"/>
                      <a:pt x="2469" y="405"/>
                      <a:pt x="1574" y="80"/>
                    </a:cubicBezTo>
                    <a:cubicBezTo>
                      <a:pt x="1456" y="25"/>
                      <a:pt x="1343" y="0"/>
                      <a:pt x="1236" y="0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44" name="Google Shape;784;p32">
                <a:extLst>
                  <a:ext uri="{FF2B5EF4-FFF2-40B4-BE49-F238E27FC236}">
                    <a16:creationId xmlns:a16="http://schemas.microsoft.com/office/drawing/2014/main" id="{51B54460-BA75-8FAD-4635-EAB9801B1436}"/>
                  </a:ext>
                </a:extLst>
              </p:cNvPr>
              <p:cNvSpPr/>
              <p:nvPr/>
            </p:nvSpPr>
            <p:spPr>
              <a:xfrm>
                <a:off x="6384375" y="2273650"/>
                <a:ext cx="57650" cy="73325"/>
              </a:xfrm>
              <a:custGeom>
                <a:avLst/>
                <a:gdLst/>
                <a:ahLst/>
                <a:cxnLst/>
                <a:rect l="l" t="t" r="r" b="b"/>
                <a:pathLst>
                  <a:path w="2306" h="2933" extrusionOk="0">
                    <a:moveTo>
                      <a:pt x="814" y="1"/>
                    </a:moveTo>
                    <a:cubicBezTo>
                      <a:pt x="493" y="1"/>
                      <a:pt x="249" y="204"/>
                      <a:pt x="136" y="657"/>
                    </a:cubicBezTo>
                    <a:cubicBezTo>
                      <a:pt x="0" y="1063"/>
                      <a:pt x="109" y="1470"/>
                      <a:pt x="271" y="1850"/>
                    </a:cubicBezTo>
                    <a:cubicBezTo>
                      <a:pt x="407" y="2175"/>
                      <a:pt x="543" y="2474"/>
                      <a:pt x="814" y="2718"/>
                    </a:cubicBezTo>
                    <a:cubicBezTo>
                      <a:pt x="993" y="2843"/>
                      <a:pt x="1231" y="2933"/>
                      <a:pt x="1457" y="2933"/>
                    </a:cubicBezTo>
                    <a:cubicBezTo>
                      <a:pt x="1575" y="2933"/>
                      <a:pt x="1689" y="2909"/>
                      <a:pt x="1790" y="2854"/>
                    </a:cubicBezTo>
                    <a:cubicBezTo>
                      <a:pt x="2197" y="2664"/>
                      <a:pt x="2306" y="2148"/>
                      <a:pt x="2279" y="1714"/>
                    </a:cubicBezTo>
                    <a:cubicBezTo>
                      <a:pt x="2224" y="982"/>
                      <a:pt x="1926" y="412"/>
                      <a:pt x="1275" y="114"/>
                    </a:cubicBezTo>
                    <a:cubicBezTo>
                      <a:pt x="1110" y="40"/>
                      <a:pt x="954" y="1"/>
                      <a:pt x="814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45" name="Google Shape;785;p32">
                <a:extLst>
                  <a:ext uri="{FF2B5EF4-FFF2-40B4-BE49-F238E27FC236}">
                    <a16:creationId xmlns:a16="http://schemas.microsoft.com/office/drawing/2014/main" id="{B4D8C538-4C58-B9CB-F300-E0B6F00C1720}"/>
                  </a:ext>
                </a:extLst>
              </p:cNvPr>
              <p:cNvSpPr/>
              <p:nvPr/>
            </p:nvSpPr>
            <p:spPr>
              <a:xfrm>
                <a:off x="6180250" y="2294450"/>
                <a:ext cx="52250" cy="62100"/>
              </a:xfrm>
              <a:custGeom>
                <a:avLst/>
                <a:gdLst/>
                <a:ahLst/>
                <a:cxnLst/>
                <a:rect l="l" t="t" r="r" b="b"/>
                <a:pathLst>
                  <a:path w="2090" h="2484" extrusionOk="0">
                    <a:moveTo>
                      <a:pt x="1330" y="1"/>
                    </a:moveTo>
                    <a:cubicBezTo>
                      <a:pt x="1181" y="1"/>
                      <a:pt x="1032" y="42"/>
                      <a:pt x="896" y="123"/>
                    </a:cubicBezTo>
                    <a:cubicBezTo>
                      <a:pt x="598" y="286"/>
                      <a:pt x="354" y="557"/>
                      <a:pt x="218" y="828"/>
                    </a:cubicBezTo>
                    <a:cubicBezTo>
                      <a:pt x="55" y="1181"/>
                      <a:pt x="1" y="1560"/>
                      <a:pt x="55" y="1913"/>
                    </a:cubicBezTo>
                    <a:cubicBezTo>
                      <a:pt x="82" y="2076"/>
                      <a:pt x="164" y="2266"/>
                      <a:pt x="299" y="2374"/>
                    </a:cubicBezTo>
                    <a:cubicBezTo>
                      <a:pt x="391" y="2451"/>
                      <a:pt x="509" y="2484"/>
                      <a:pt x="637" y="2484"/>
                    </a:cubicBezTo>
                    <a:cubicBezTo>
                      <a:pt x="737" y="2484"/>
                      <a:pt x="844" y="2464"/>
                      <a:pt x="950" y="2428"/>
                    </a:cubicBezTo>
                    <a:cubicBezTo>
                      <a:pt x="1276" y="2320"/>
                      <a:pt x="1574" y="2130"/>
                      <a:pt x="1791" y="1859"/>
                    </a:cubicBezTo>
                    <a:cubicBezTo>
                      <a:pt x="1981" y="1588"/>
                      <a:pt x="2090" y="1208"/>
                      <a:pt x="2090" y="882"/>
                    </a:cubicBezTo>
                    <a:cubicBezTo>
                      <a:pt x="2090" y="584"/>
                      <a:pt x="1981" y="286"/>
                      <a:pt x="1764" y="123"/>
                    </a:cubicBezTo>
                    <a:cubicBezTo>
                      <a:pt x="1628" y="42"/>
                      <a:pt x="1479" y="1"/>
                      <a:pt x="1330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46" name="Google Shape;786;p32">
                <a:extLst>
                  <a:ext uri="{FF2B5EF4-FFF2-40B4-BE49-F238E27FC236}">
                    <a16:creationId xmlns:a16="http://schemas.microsoft.com/office/drawing/2014/main" id="{6A6389E3-1874-040E-A1F9-A0B9708FCD48}"/>
                  </a:ext>
                </a:extLst>
              </p:cNvPr>
              <p:cNvSpPr/>
              <p:nvPr/>
            </p:nvSpPr>
            <p:spPr>
              <a:xfrm>
                <a:off x="6182300" y="2365150"/>
                <a:ext cx="27150" cy="27825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1113" extrusionOk="0">
                    <a:moveTo>
                      <a:pt x="411" y="1"/>
                    </a:moveTo>
                    <a:cubicBezTo>
                      <a:pt x="258" y="1"/>
                      <a:pt x="122" y="62"/>
                      <a:pt x="55" y="224"/>
                    </a:cubicBezTo>
                    <a:cubicBezTo>
                      <a:pt x="0" y="306"/>
                      <a:pt x="0" y="414"/>
                      <a:pt x="0" y="523"/>
                    </a:cubicBezTo>
                    <a:cubicBezTo>
                      <a:pt x="0" y="658"/>
                      <a:pt x="55" y="794"/>
                      <a:pt x="136" y="930"/>
                    </a:cubicBezTo>
                    <a:cubicBezTo>
                      <a:pt x="217" y="1052"/>
                      <a:pt x="375" y="1113"/>
                      <a:pt x="529" y="1113"/>
                    </a:cubicBezTo>
                    <a:cubicBezTo>
                      <a:pt x="580" y="1113"/>
                      <a:pt x="631" y="1106"/>
                      <a:pt x="678" y="1092"/>
                    </a:cubicBezTo>
                    <a:cubicBezTo>
                      <a:pt x="895" y="1038"/>
                      <a:pt x="1031" y="848"/>
                      <a:pt x="1058" y="658"/>
                    </a:cubicBezTo>
                    <a:cubicBezTo>
                      <a:pt x="1085" y="441"/>
                      <a:pt x="1004" y="251"/>
                      <a:pt x="868" y="143"/>
                    </a:cubicBezTo>
                    <a:cubicBezTo>
                      <a:pt x="733" y="62"/>
                      <a:pt x="563" y="1"/>
                      <a:pt x="411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47" name="Google Shape;787;p32">
                <a:extLst>
                  <a:ext uri="{FF2B5EF4-FFF2-40B4-BE49-F238E27FC236}">
                    <a16:creationId xmlns:a16="http://schemas.microsoft.com/office/drawing/2014/main" id="{069EF6E1-5464-E43C-BFA1-85AA302B062E}"/>
                  </a:ext>
                </a:extLst>
              </p:cNvPr>
              <p:cNvSpPr/>
              <p:nvPr/>
            </p:nvSpPr>
            <p:spPr>
              <a:xfrm>
                <a:off x="6167375" y="2042875"/>
                <a:ext cx="86375" cy="46475"/>
              </a:xfrm>
              <a:custGeom>
                <a:avLst/>
                <a:gdLst/>
                <a:ahLst/>
                <a:cxnLst/>
                <a:rect l="l" t="t" r="r" b="b"/>
                <a:pathLst>
                  <a:path w="3455" h="1859" extrusionOk="0">
                    <a:moveTo>
                      <a:pt x="2058" y="0"/>
                    </a:moveTo>
                    <a:cubicBezTo>
                      <a:pt x="1780" y="0"/>
                      <a:pt x="1514" y="40"/>
                      <a:pt x="1330" y="96"/>
                    </a:cubicBezTo>
                    <a:cubicBezTo>
                      <a:pt x="1004" y="150"/>
                      <a:pt x="733" y="259"/>
                      <a:pt x="516" y="421"/>
                    </a:cubicBezTo>
                    <a:cubicBezTo>
                      <a:pt x="380" y="530"/>
                      <a:pt x="245" y="638"/>
                      <a:pt x="136" y="801"/>
                    </a:cubicBezTo>
                    <a:cubicBezTo>
                      <a:pt x="28" y="937"/>
                      <a:pt x="1" y="1127"/>
                      <a:pt x="55" y="1316"/>
                    </a:cubicBezTo>
                    <a:cubicBezTo>
                      <a:pt x="163" y="1506"/>
                      <a:pt x="380" y="1615"/>
                      <a:pt x="597" y="1669"/>
                    </a:cubicBezTo>
                    <a:cubicBezTo>
                      <a:pt x="950" y="1778"/>
                      <a:pt x="1275" y="1859"/>
                      <a:pt x="1655" y="1859"/>
                    </a:cubicBezTo>
                    <a:cubicBezTo>
                      <a:pt x="2008" y="1859"/>
                      <a:pt x="2333" y="1859"/>
                      <a:pt x="2632" y="1723"/>
                    </a:cubicBezTo>
                    <a:cubicBezTo>
                      <a:pt x="2957" y="1561"/>
                      <a:pt x="3228" y="1316"/>
                      <a:pt x="3283" y="991"/>
                    </a:cubicBezTo>
                    <a:cubicBezTo>
                      <a:pt x="3455" y="226"/>
                      <a:pt x="2723" y="0"/>
                      <a:pt x="2058" y="0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48" name="Google Shape;788;p32">
                <a:extLst>
                  <a:ext uri="{FF2B5EF4-FFF2-40B4-BE49-F238E27FC236}">
                    <a16:creationId xmlns:a16="http://schemas.microsoft.com/office/drawing/2014/main" id="{0C933E4F-1FC3-DC83-87DB-83622311D89B}"/>
                  </a:ext>
                </a:extLst>
              </p:cNvPr>
              <p:cNvSpPr/>
              <p:nvPr/>
            </p:nvSpPr>
            <p:spPr>
              <a:xfrm>
                <a:off x="6668500" y="2123250"/>
                <a:ext cx="22400" cy="74600"/>
              </a:xfrm>
              <a:custGeom>
                <a:avLst/>
                <a:gdLst/>
                <a:ahLst/>
                <a:cxnLst/>
                <a:rect l="l" t="t" r="r" b="b"/>
                <a:pathLst>
                  <a:path w="896" h="2984" fill="none" extrusionOk="0">
                    <a:moveTo>
                      <a:pt x="624" y="0"/>
                    </a:moveTo>
                    <a:cubicBezTo>
                      <a:pt x="868" y="488"/>
                      <a:pt x="895" y="1031"/>
                      <a:pt x="814" y="1573"/>
                    </a:cubicBezTo>
                    <a:cubicBezTo>
                      <a:pt x="705" y="2116"/>
                      <a:pt x="407" y="2604"/>
                      <a:pt x="0" y="2984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49" name="Google Shape;789;p32">
                <a:extLst>
                  <a:ext uri="{FF2B5EF4-FFF2-40B4-BE49-F238E27FC236}">
                    <a16:creationId xmlns:a16="http://schemas.microsoft.com/office/drawing/2014/main" id="{81239067-1646-B03E-D1BA-8FFFE10E7F82}"/>
                  </a:ext>
                </a:extLst>
              </p:cNvPr>
              <p:cNvSpPr/>
              <p:nvPr/>
            </p:nvSpPr>
            <p:spPr>
              <a:xfrm>
                <a:off x="6645425" y="2210025"/>
                <a:ext cx="4775" cy="2750"/>
              </a:xfrm>
              <a:custGeom>
                <a:avLst/>
                <a:gdLst/>
                <a:ahLst/>
                <a:cxnLst/>
                <a:rect l="l" t="t" r="r" b="b"/>
                <a:pathLst>
                  <a:path w="191" h="110" fill="none" extrusionOk="0">
                    <a:moveTo>
                      <a:pt x="191" y="1"/>
                    </a:moveTo>
                    <a:lnTo>
                      <a:pt x="1" y="109"/>
                    </a:ln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50" name="Google Shape;790;p32">
                <a:extLst>
                  <a:ext uri="{FF2B5EF4-FFF2-40B4-BE49-F238E27FC236}">
                    <a16:creationId xmlns:a16="http://schemas.microsoft.com/office/drawing/2014/main" id="{ADCE56E2-0A89-A27C-A9C9-8051A1CE65E6}"/>
                  </a:ext>
                </a:extLst>
              </p:cNvPr>
              <p:cNvSpPr/>
              <p:nvPr/>
            </p:nvSpPr>
            <p:spPr>
              <a:xfrm>
                <a:off x="6204000" y="2120525"/>
                <a:ext cx="766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3066" h="1493" fill="none" extrusionOk="0">
                    <a:moveTo>
                      <a:pt x="3065" y="1"/>
                    </a:moveTo>
                    <a:cubicBezTo>
                      <a:pt x="2414" y="977"/>
                      <a:pt x="1140" y="1492"/>
                      <a:pt x="0" y="1221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51" name="Google Shape;791;p32">
                <a:extLst>
                  <a:ext uri="{FF2B5EF4-FFF2-40B4-BE49-F238E27FC236}">
                    <a16:creationId xmlns:a16="http://schemas.microsoft.com/office/drawing/2014/main" id="{62D33EFF-8F27-E30D-3CC0-456734D5AE10}"/>
                  </a:ext>
                </a:extLst>
              </p:cNvPr>
              <p:cNvSpPr/>
              <p:nvPr/>
            </p:nvSpPr>
            <p:spPr>
              <a:xfrm>
                <a:off x="6356575" y="1978125"/>
                <a:ext cx="48150" cy="2782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113" fill="none" extrusionOk="0">
                    <a:moveTo>
                      <a:pt x="0" y="1"/>
                    </a:moveTo>
                    <a:cubicBezTo>
                      <a:pt x="54" y="407"/>
                      <a:pt x="326" y="814"/>
                      <a:pt x="733" y="950"/>
                    </a:cubicBezTo>
                    <a:cubicBezTo>
                      <a:pt x="1139" y="1113"/>
                      <a:pt x="1628" y="1004"/>
                      <a:pt x="1926" y="733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52" name="Google Shape;792;p32">
                <a:extLst>
                  <a:ext uri="{FF2B5EF4-FFF2-40B4-BE49-F238E27FC236}">
                    <a16:creationId xmlns:a16="http://schemas.microsoft.com/office/drawing/2014/main" id="{B1A0FC56-5E13-5C49-7C78-8F5D125BD133}"/>
                  </a:ext>
                </a:extLst>
              </p:cNvPr>
              <p:cNvSpPr/>
              <p:nvPr/>
            </p:nvSpPr>
            <p:spPr>
              <a:xfrm>
                <a:off x="6450150" y="2324625"/>
                <a:ext cx="57650" cy="40725"/>
              </a:xfrm>
              <a:custGeom>
                <a:avLst/>
                <a:gdLst/>
                <a:ahLst/>
                <a:cxnLst/>
                <a:rect l="l" t="t" r="r" b="b"/>
                <a:pathLst>
                  <a:path w="2306" h="1629" fill="none" extrusionOk="0">
                    <a:moveTo>
                      <a:pt x="0" y="1466"/>
                    </a:moveTo>
                    <a:cubicBezTo>
                      <a:pt x="489" y="1628"/>
                      <a:pt x="1058" y="1574"/>
                      <a:pt x="1492" y="1303"/>
                    </a:cubicBezTo>
                    <a:cubicBezTo>
                      <a:pt x="1953" y="1032"/>
                      <a:pt x="2252" y="543"/>
                      <a:pt x="2306" y="1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53" name="Google Shape;793;p32">
                <a:extLst>
                  <a:ext uri="{FF2B5EF4-FFF2-40B4-BE49-F238E27FC236}">
                    <a16:creationId xmlns:a16="http://schemas.microsoft.com/office/drawing/2014/main" id="{4B821393-26F7-4333-4879-6FE13D527B85}"/>
                  </a:ext>
                </a:extLst>
              </p:cNvPr>
              <p:cNvSpPr/>
              <p:nvPr/>
            </p:nvSpPr>
            <p:spPr>
              <a:xfrm>
                <a:off x="6248075" y="2347700"/>
                <a:ext cx="75300" cy="61050"/>
              </a:xfrm>
              <a:custGeom>
                <a:avLst/>
                <a:gdLst/>
                <a:ahLst/>
                <a:cxnLst/>
                <a:rect l="l" t="t" r="r" b="b"/>
                <a:pathLst>
                  <a:path w="3012" h="2442" fill="none" extrusionOk="0">
                    <a:moveTo>
                      <a:pt x="0" y="2224"/>
                    </a:moveTo>
                    <a:cubicBezTo>
                      <a:pt x="461" y="2414"/>
                      <a:pt x="1004" y="2441"/>
                      <a:pt x="1519" y="2306"/>
                    </a:cubicBezTo>
                    <a:cubicBezTo>
                      <a:pt x="1980" y="2170"/>
                      <a:pt x="2442" y="1845"/>
                      <a:pt x="2713" y="1411"/>
                    </a:cubicBezTo>
                    <a:cubicBezTo>
                      <a:pt x="2984" y="977"/>
                      <a:pt x="3011" y="434"/>
                      <a:pt x="2767" y="0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3" name="Google Shape;794;p32">
              <a:extLst>
                <a:ext uri="{FF2B5EF4-FFF2-40B4-BE49-F238E27FC236}">
                  <a16:creationId xmlns:a16="http://schemas.microsoft.com/office/drawing/2014/main" id="{F17354A1-6064-8ED1-4140-B0B997C9B38F}"/>
                </a:ext>
              </a:extLst>
            </p:cNvPr>
            <p:cNvGrpSpPr/>
            <p:nvPr/>
          </p:nvGrpSpPr>
          <p:grpSpPr>
            <a:xfrm>
              <a:off x="5782225" y="3227825"/>
              <a:ext cx="605550" cy="551200"/>
              <a:chOff x="5782225" y="3227825"/>
              <a:chExt cx="605550" cy="551200"/>
            </a:xfrm>
          </p:grpSpPr>
          <p:sp>
            <p:nvSpPr>
              <p:cNvPr id="710" name="Google Shape;795;p32">
                <a:extLst>
                  <a:ext uri="{FF2B5EF4-FFF2-40B4-BE49-F238E27FC236}">
                    <a16:creationId xmlns:a16="http://schemas.microsoft.com/office/drawing/2014/main" id="{AE773248-D4E5-495C-7DC4-6287B47F0CA7}"/>
                  </a:ext>
                </a:extLst>
              </p:cNvPr>
              <p:cNvSpPr/>
              <p:nvPr/>
            </p:nvSpPr>
            <p:spPr>
              <a:xfrm>
                <a:off x="5782225" y="3227825"/>
                <a:ext cx="605550" cy="551200"/>
              </a:xfrm>
              <a:custGeom>
                <a:avLst/>
                <a:gdLst/>
                <a:ahLst/>
                <a:cxnLst/>
                <a:rect l="l" t="t" r="r" b="b"/>
                <a:pathLst>
                  <a:path w="24222" h="22048" extrusionOk="0">
                    <a:moveTo>
                      <a:pt x="12911" y="0"/>
                    </a:moveTo>
                    <a:cubicBezTo>
                      <a:pt x="10095" y="0"/>
                      <a:pt x="7203" y="971"/>
                      <a:pt x="4883" y="2714"/>
                    </a:cubicBezTo>
                    <a:cubicBezTo>
                      <a:pt x="3445" y="3880"/>
                      <a:pt x="2252" y="5399"/>
                      <a:pt x="1546" y="7108"/>
                    </a:cubicBezTo>
                    <a:cubicBezTo>
                      <a:pt x="0" y="10878"/>
                      <a:pt x="895" y="15435"/>
                      <a:pt x="3608" y="18419"/>
                    </a:cubicBezTo>
                    <a:cubicBezTo>
                      <a:pt x="5722" y="20744"/>
                      <a:pt x="8873" y="22048"/>
                      <a:pt x="12036" y="22048"/>
                    </a:cubicBezTo>
                    <a:cubicBezTo>
                      <a:pt x="12931" y="22048"/>
                      <a:pt x="13828" y="21943"/>
                      <a:pt x="14701" y="21728"/>
                    </a:cubicBezTo>
                    <a:cubicBezTo>
                      <a:pt x="17007" y="21131"/>
                      <a:pt x="19095" y="19856"/>
                      <a:pt x="20614" y="18066"/>
                    </a:cubicBezTo>
                    <a:cubicBezTo>
                      <a:pt x="23734" y="14377"/>
                      <a:pt x="24222" y="8681"/>
                      <a:pt x="21645" y="4613"/>
                    </a:cubicBezTo>
                    <a:cubicBezTo>
                      <a:pt x="19611" y="1420"/>
                      <a:pt x="16317" y="0"/>
                      <a:pt x="129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1" name="Google Shape;796;p32">
                <a:extLst>
                  <a:ext uri="{FF2B5EF4-FFF2-40B4-BE49-F238E27FC236}">
                    <a16:creationId xmlns:a16="http://schemas.microsoft.com/office/drawing/2014/main" id="{117C2142-4457-0820-66B5-0E9A75396BB8}"/>
                  </a:ext>
                </a:extLst>
              </p:cNvPr>
              <p:cNvSpPr/>
              <p:nvPr/>
            </p:nvSpPr>
            <p:spPr>
              <a:xfrm>
                <a:off x="5826300" y="3261875"/>
                <a:ext cx="518775" cy="482075"/>
              </a:xfrm>
              <a:custGeom>
                <a:avLst/>
                <a:gdLst/>
                <a:ahLst/>
                <a:cxnLst/>
                <a:rect l="l" t="t" r="r" b="b"/>
                <a:pathLst>
                  <a:path w="20751" h="19283" extrusionOk="0">
                    <a:moveTo>
                      <a:pt x="10189" y="1"/>
                    </a:moveTo>
                    <a:cubicBezTo>
                      <a:pt x="9080" y="1"/>
                      <a:pt x="7972" y="177"/>
                      <a:pt x="6917" y="538"/>
                    </a:cubicBezTo>
                    <a:cubicBezTo>
                      <a:pt x="2930" y="1895"/>
                      <a:pt x="0" y="6045"/>
                      <a:pt x="136" y="10276"/>
                    </a:cubicBezTo>
                    <a:cubicBezTo>
                      <a:pt x="335" y="15854"/>
                      <a:pt x="5426" y="19283"/>
                      <a:pt x="10646" y="19283"/>
                    </a:cubicBezTo>
                    <a:cubicBezTo>
                      <a:pt x="11112" y="19283"/>
                      <a:pt x="11579" y="19255"/>
                      <a:pt x="12043" y="19200"/>
                    </a:cubicBezTo>
                    <a:cubicBezTo>
                      <a:pt x="13644" y="19010"/>
                      <a:pt x="15244" y="18386"/>
                      <a:pt x="16519" y="17409"/>
                    </a:cubicBezTo>
                    <a:cubicBezTo>
                      <a:pt x="19367" y="15240"/>
                      <a:pt x="20750" y="11361"/>
                      <a:pt x="20018" y="7862"/>
                    </a:cubicBezTo>
                    <a:cubicBezTo>
                      <a:pt x="19258" y="4390"/>
                      <a:pt x="16492" y="1406"/>
                      <a:pt x="13074" y="403"/>
                    </a:cubicBezTo>
                    <a:cubicBezTo>
                      <a:pt x="12136" y="137"/>
                      <a:pt x="11162" y="1"/>
                      <a:pt x="101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2" name="Google Shape;797;p32">
                <a:extLst>
                  <a:ext uri="{FF2B5EF4-FFF2-40B4-BE49-F238E27FC236}">
                    <a16:creationId xmlns:a16="http://schemas.microsoft.com/office/drawing/2014/main" id="{7C6D1CFD-E355-C328-6A79-978557A21EC0}"/>
                  </a:ext>
                </a:extLst>
              </p:cNvPr>
              <p:cNvSpPr/>
              <p:nvPr/>
            </p:nvSpPr>
            <p:spPr>
              <a:xfrm>
                <a:off x="6024975" y="3289775"/>
                <a:ext cx="118700" cy="187725"/>
              </a:xfrm>
              <a:custGeom>
                <a:avLst/>
                <a:gdLst/>
                <a:ahLst/>
                <a:cxnLst/>
                <a:rect l="l" t="t" r="r" b="b"/>
                <a:pathLst>
                  <a:path w="4748" h="7509" extrusionOk="0">
                    <a:moveTo>
                      <a:pt x="2327" y="1"/>
                    </a:moveTo>
                    <a:cubicBezTo>
                      <a:pt x="1605" y="1"/>
                      <a:pt x="901" y="367"/>
                      <a:pt x="516" y="968"/>
                    </a:cubicBezTo>
                    <a:cubicBezTo>
                      <a:pt x="1" y="1701"/>
                      <a:pt x="55" y="2732"/>
                      <a:pt x="245" y="3627"/>
                    </a:cubicBezTo>
                    <a:cubicBezTo>
                      <a:pt x="407" y="4413"/>
                      <a:pt x="923" y="7370"/>
                      <a:pt x="1899" y="7505"/>
                    </a:cubicBezTo>
                    <a:cubicBezTo>
                      <a:pt x="1920" y="7508"/>
                      <a:pt x="1941" y="7509"/>
                      <a:pt x="1962" y="7509"/>
                    </a:cubicBezTo>
                    <a:cubicBezTo>
                      <a:pt x="2942" y="7509"/>
                      <a:pt x="3858" y="5048"/>
                      <a:pt x="4151" y="4305"/>
                    </a:cubicBezTo>
                    <a:cubicBezTo>
                      <a:pt x="4503" y="3410"/>
                      <a:pt x="4747" y="2379"/>
                      <a:pt x="4395" y="1484"/>
                    </a:cubicBezTo>
                    <a:cubicBezTo>
                      <a:pt x="4123" y="697"/>
                      <a:pt x="3418" y="128"/>
                      <a:pt x="2604" y="19"/>
                    </a:cubicBezTo>
                    <a:cubicBezTo>
                      <a:pt x="2512" y="7"/>
                      <a:pt x="2419" y="1"/>
                      <a:pt x="23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3" name="Google Shape;798;p32">
                <a:extLst>
                  <a:ext uri="{FF2B5EF4-FFF2-40B4-BE49-F238E27FC236}">
                    <a16:creationId xmlns:a16="http://schemas.microsoft.com/office/drawing/2014/main" id="{EE8A4F03-93F8-3ECD-3A29-8BD2EC3ADFD5}"/>
                  </a:ext>
                </a:extLst>
              </p:cNvPr>
              <p:cNvSpPr/>
              <p:nvPr/>
            </p:nvSpPr>
            <p:spPr>
              <a:xfrm>
                <a:off x="6106350" y="3370350"/>
                <a:ext cx="169550" cy="128700"/>
              </a:xfrm>
              <a:custGeom>
                <a:avLst/>
                <a:gdLst/>
                <a:ahLst/>
                <a:cxnLst/>
                <a:rect l="l" t="t" r="r" b="b"/>
                <a:pathLst>
                  <a:path w="6782" h="5148" extrusionOk="0">
                    <a:moveTo>
                      <a:pt x="5010" y="0"/>
                    </a:moveTo>
                    <a:cubicBezTo>
                      <a:pt x="4583" y="0"/>
                      <a:pt x="4143" y="133"/>
                      <a:pt x="3771" y="295"/>
                    </a:cubicBezTo>
                    <a:cubicBezTo>
                      <a:pt x="3120" y="593"/>
                      <a:pt x="2496" y="973"/>
                      <a:pt x="1953" y="1434"/>
                    </a:cubicBezTo>
                    <a:cubicBezTo>
                      <a:pt x="1248" y="2112"/>
                      <a:pt x="0" y="3577"/>
                      <a:pt x="163" y="4662"/>
                    </a:cubicBezTo>
                    <a:cubicBezTo>
                      <a:pt x="233" y="5020"/>
                      <a:pt x="584" y="5148"/>
                      <a:pt x="1051" y="5148"/>
                    </a:cubicBezTo>
                    <a:cubicBezTo>
                      <a:pt x="2034" y="5148"/>
                      <a:pt x="3528" y="4583"/>
                      <a:pt x="3988" y="4418"/>
                    </a:cubicBezTo>
                    <a:cubicBezTo>
                      <a:pt x="4910" y="4092"/>
                      <a:pt x="5832" y="3604"/>
                      <a:pt x="6293" y="2763"/>
                    </a:cubicBezTo>
                    <a:cubicBezTo>
                      <a:pt x="6781" y="1950"/>
                      <a:pt x="6673" y="702"/>
                      <a:pt x="5832" y="214"/>
                    </a:cubicBezTo>
                    <a:cubicBezTo>
                      <a:pt x="5581" y="61"/>
                      <a:pt x="5299" y="0"/>
                      <a:pt x="50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4" name="Google Shape;799;p32">
                <a:extLst>
                  <a:ext uri="{FF2B5EF4-FFF2-40B4-BE49-F238E27FC236}">
                    <a16:creationId xmlns:a16="http://schemas.microsoft.com/office/drawing/2014/main" id="{FBAA6EF6-2837-3D86-F1A0-190B9C3B07EB}"/>
                  </a:ext>
                </a:extLst>
              </p:cNvPr>
              <p:cNvSpPr/>
              <p:nvPr/>
            </p:nvSpPr>
            <p:spPr>
              <a:xfrm>
                <a:off x="5885300" y="3341050"/>
                <a:ext cx="157325" cy="152250"/>
              </a:xfrm>
              <a:custGeom>
                <a:avLst/>
                <a:gdLst/>
                <a:ahLst/>
                <a:cxnLst/>
                <a:rect l="l" t="t" r="r" b="b"/>
                <a:pathLst>
                  <a:path w="6293" h="6090" extrusionOk="0">
                    <a:moveTo>
                      <a:pt x="2643" y="0"/>
                    </a:moveTo>
                    <a:cubicBezTo>
                      <a:pt x="2032" y="0"/>
                      <a:pt x="1452" y="473"/>
                      <a:pt x="977" y="925"/>
                    </a:cubicBezTo>
                    <a:cubicBezTo>
                      <a:pt x="488" y="1386"/>
                      <a:pt x="54" y="1955"/>
                      <a:pt x="27" y="2633"/>
                    </a:cubicBezTo>
                    <a:cubicBezTo>
                      <a:pt x="0" y="3176"/>
                      <a:pt x="271" y="3691"/>
                      <a:pt x="624" y="4071"/>
                    </a:cubicBezTo>
                    <a:cubicBezTo>
                      <a:pt x="1004" y="4451"/>
                      <a:pt x="1492" y="4722"/>
                      <a:pt x="1953" y="4939"/>
                    </a:cubicBezTo>
                    <a:cubicBezTo>
                      <a:pt x="2658" y="5292"/>
                      <a:pt x="3391" y="5563"/>
                      <a:pt x="4123" y="5726"/>
                    </a:cubicBezTo>
                    <a:cubicBezTo>
                      <a:pt x="4549" y="5832"/>
                      <a:pt x="5327" y="6089"/>
                      <a:pt x="5891" y="6089"/>
                    </a:cubicBezTo>
                    <a:cubicBezTo>
                      <a:pt x="6045" y="6089"/>
                      <a:pt x="6182" y="6070"/>
                      <a:pt x="6293" y="6024"/>
                    </a:cubicBezTo>
                    <a:cubicBezTo>
                      <a:pt x="5777" y="4505"/>
                      <a:pt x="4910" y="3013"/>
                      <a:pt x="4231" y="1521"/>
                    </a:cubicBezTo>
                    <a:cubicBezTo>
                      <a:pt x="3933" y="870"/>
                      <a:pt x="3553" y="192"/>
                      <a:pt x="2902" y="30"/>
                    </a:cubicBezTo>
                    <a:cubicBezTo>
                      <a:pt x="2815" y="10"/>
                      <a:pt x="2729" y="0"/>
                      <a:pt x="26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5" name="Google Shape;800;p32">
                <a:extLst>
                  <a:ext uri="{FF2B5EF4-FFF2-40B4-BE49-F238E27FC236}">
                    <a16:creationId xmlns:a16="http://schemas.microsoft.com/office/drawing/2014/main" id="{57482241-A981-9AD0-BC8D-AA3ACE125D48}"/>
                  </a:ext>
                </a:extLst>
              </p:cNvPr>
              <p:cNvSpPr/>
              <p:nvPr/>
            </p:nvSpPr>
            <p:spPr>
              <a:xfrm>
                <a:off x="5858850" y="3498100"/>
                <a:ext cx="187850" cy="127625"/>
              </a:xfrm>
              <a:custGeom>
                <a:avLst/>
                <a:gdLst/>
                <a:ahLst/>
                <a:cxnLst/>
                <a:rect l="l" t="t" r="r" b="b"/>
                <a:pathLst>
                  <a:path w="7514" h="5105" extrusionOk="0">
                    <a:moveTo>
                      <a:pt x="1720" y="1"/>
                    </a:moveTo>
                    <a:cubicBezTo>
                      <a:pt x="1317" y="1"/>
                      <a:pt x="924" y="61"/>
                      <a:pt x="597" y="284"/>
                    </a:cubicBezTo>
                    <a:cubicBezTo>
                      <a:pt x="244" y="556"/>
                      <a:pt x="55" y="1044"/>
                      <a:pt x="27" y="1478"/>
                    </a:cubicBezTo>
                    <a:cubicBezTo>
                      <a:pt x="0" y="1939"/>
                      <a:pt x="109" y="2400"/>
                      <a:pt x="190" y="2834"/>
                    </a:cubicBezTo>
                    <a:cubicBezTo>
                      <a:pt x="380" y="3539"/>
                      <a:pt x="570" y="4299"/>
                      <a:pt x="1139" y="4733"/>
                    </a:cubicBezTo>
                    <a:cubicBezTo>
                      <a:pt x="1510" y="5002"/>
                      <a:pt x="1942" y="5104"/>
                      <a:pt x="2392" y="5104"/>
                    </a:cubicBezTo>
                    <a:cubicBezTo>
                      <a:pt x="2668" y="5104"/>
                      <a:pt x="2950" y="5066"/>
                      <a:pt x="3228" y="5004"/>
                    </a:cubicBezTo>
                    <a:cubicBezTo>
                      <a:pt x="4584" y="4706"/>
                      <a:pt x="5751" y="3892"/>
                      <a:pt x="6564" y="2807"/>
                    </a:cubicBezTo>
                    <a:cubicBezTo>
                      <a:pt x="7514" y="1505"/>
                      <a:pt x="6890" y="556"/>
                      <a:pt x="5425" y="393"/>
                    </a:cubicBezTo>
                    <a:cubicBezTo>
                      <a:pt x="4449" y="284"/>
                      <a:pt x="3418" y="203"/>
                      <a:pt x="2414" y="40"/>
                    </a:cubicBezTo>
                    <a:cubicBezTo>
                      <a:pt x="2186" y="20"/>
                      <a:pt x="1951" y="1"/>
                      <a:pt x="172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6" name="Google Shape;801;p32">
                <a:extLst>
                  <a:ext uri="{FF2B5EF4-FFF2-40B4-BE49-F238E27FC236}">
                    <a16:creationId xmlns:a16="http://schemas.microsoft.com/office/drawing/2014/main" id="{81399D4E-26DD-C6B1-4C55-B122E63159AB}"/>
                  </a:ext>
                </a:extLst>
              </p:cNvPr>
              <p:cNvSpPr/>
              <p:nvPr/>
            </p:nvSpPr>
            <p:spPr>
              <a:xfrm>
                <a:off x="5978200" y="3526075"/>
                <a:ext cx="137675" cy="192925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7717" extrusionOk="0">
                    <a:moveTo>
                      <a:pt x="3941" y="0"/>
                    </a:moveTo>
                    <a:cubicBezTo>
                      <a:pt x="3320" y="0"/>
                      <a:pt x="2836" y="1179"/>
                      <a:pt x="2577" y="1579"/>
                    </a:cubicBezTo>
                    <a:cubicBezTo>
                      <a:pt x="1980" y="2502"/>
                      <a:pt x="1383" y="3424"/>
                      <a:pt x="814" y="4319"/>
                    </a:cubicBezTo>
                    <a:cubicBezTo>
                      <a:pt x="407" y="4943"/>
                      <a:pt x="0" y="5675"/>
                      <a:pt x="244" y="6407"/>
                    </a:cubicBezTo>
                    <a:cubicBezTo>
                      <a:pt x="380" y="6814"/>
                      <a:pt x="760" y="7113"/>
                      <a:pt x="1112" y="7275"/>
                    </a:cubicBezTo>
                    <a:cubicBezTo>
                      <a:pt x="1519" y="7438"/>
                      <a:pt x="1926" y="7520"/>
                      <a:pt x="2387" y="7628"/>
                    </a:cubicBezTo>
                    <a:cubicBezTo>
                      <a:pt x="2685" y="7669"/>
                      <a:pt x="2997" y="7716"/>
                      <a:pt x="3302" y="7716"/>
                    </a:cubicBezTo>
                    <a:cubicBezTo>
                      <a:pt x="3608" y="7716"/>
                      <a:pt x="3906" y="7669"/>
                      <a:pt x="4177" y="7520"/>
                    </a:cubicBezTo>
                    <a:cubicBezTo>
                      <a:pt x="4855" y="7140"/>
                      <a:pt x="5154" y="6326"/>
                      <a:pt x="5262" y="5539"/>
                    </a:cubicBezTo>
                    <a:cubicBezTo>
                      <a:pt x="5506" y="3993"/>
                      <a:pt x="5316" y="2366"/>
                      <a:pt x="4774" y="901"/>
                    </a:cubicBezTo>
                    <a:cubicBezTo>
                      <a:pt x="4665" y="603"/>
                      <a:pt x="4503" y="250"/>
                      <a:pt x="4231" y="88"/>
                    </a:cubicBezTo>
                    <a:cubicBezTo>
                      <a:pt x="4132" y="27"/>
                      <a:pt x="4035" y="0"/>
                      <a:pt x="39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7" name="Google Shape;802;p32">
                <a:extLst>
                  <a:ext uri="{FF2B5EF4-FFF2-40B4-BE49-F238E27FC236}">
                    <a16:creationId xmlns:a16="http://schemas.microsoft.com/office/drawing/2014/main" id="{392A7C49-1E60-338B-5763-529F41B7690D}"/>
                  </a:ext>
                </a:extLst>
              </p:cNvPr>
              <p:cNvSpPr/>
              <p:nvPr/>
            </p:nvSpPr>
            <p:spPr>
              <a:xfrm>
                <a:off x="6109050" y="3506475"/>
                <a:ext cx="179725" cy="173650"/>
              </a:xfrm>
              <a:custGeom>
                <a:avLst/>
                <a:gdLst/>
                <a:ahLst/>
                <a:cxnLst/>
                <a:rect l="l" t="t" r="r" b="b"/>
                <a:pathLst>
                  <a:path w="7189" h="6946" extrusionOk="0">
                    <a:moveTo>
                      <a:pt x="5684" y="0"/>
                    </a:moveTo>
                    <a:cubicBezTo>
                      <a:pt x="5517" y="0"/>
                      <a:pt x="5347" y="14"/>
                      <a:pt x="5182" y="31"/>
                    </a:cubicBezTo>
                    <a:cubicBezTo>
                      <a:pt x="3690" y="166"/>
                      <a:pt x="2225" y="329"/>
                      <a:pt x="760" y="573"/>
                    </a:cubicBezTo>
                    <a:cubicBezTo>
                      <a:pt x="543" y="600"/>
                      <a:pt x="299" y="682"/>
                      <a:pt x="164" y="844"/>
                    </a:cubicBezTo>
                    <a:cubicBezTo>
                      <a:pt x="1" y="1034"/>
                      <a:pt x="55" y="1360"/>
                      <a:pt x="137" y="1631"/>
                    </a:cubicBezTo>
                    <a:cubicBezTo>
                      <a:pt x="489" y="2879"/>
                      <a:pt x="950" y="4126"/>
                      <a:pt x="1520" y="5320"/>
                    </a:cubicBezTo>
                    <a:cubicBezTo>
                      <a:pt x="1656" y="5591"/>
                      <a:pt x="1791" y="5862"/>
                      <a:pt x="1900" y="6134"/>
                    </a:cubicBezTo>
                    <a:cubicBezTo>
                      <a:pt x="1927" y="6296"/>
                      <a:pt x="1954" y="6513"/>
                      <a:pt x="2035" y="6622"/>
                    </a:cubicBezTo>
                    <a:cubicBezTo>
                      <a:pt x="2152" y="6870"/>
                      <a:pt x="2386" y="6945"/>
                      <a:pt x="2641" y="6945"/>
                    </a:cubicBezTo>
                    <a:cubicBezTo>
                      <a:pt x="2860" y="6945"/>
                      <a:pt x="3095" y="6889"/>
                      <a:pt x="3283" y="6839"/>
                    </a:cubicBezTo>
                    <a:cubicBezTo>
                      <a:pt x="4476" y="6513"/>
                      <a:pt x="5507" y="5754"/>
                      <a:pt x="6185" y="4750"/>
                    </a:cubicBezTo>
                    <a:cubicBezTo>
                      <a:pt x="6863" y="3720"/>
                      <a:pt x="7189" y="2472"/>
                      <a:pt x="6999" y="1251"/>
                    </a:cubicBezTo>
                    <a:cubicBezTo>
                      <a:pt x="6972" y="926"/>
                      <a:pt x="6918" y="600"/>
                      <a:pt x="6673" y="356"/>
                    </a:cubicBezTo>
                    <a:cubicBezTo>
                      <a:pt x="6428" y="73"/>
                      <a:pt x="6065" y="0"/>
                      <a:pt x="56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8" name="Google Shape;803;p32">
                <a:extLst>
                  <a:ext uri="{FF2B5EF4-FFF2-40B4-BE49-F238E27FC236}">
                    <a16:creationId xmlns:a16="http://schemas.microsoft.com/office/drawing/2014/main" id="{D5295845-C68A-728D-0D12-4C1847CDFC36}"/>
                  </a:ext>
                </a:extLst>
              </p:cNvPr>
              <p:cNvSpPr/>
              <p:nvPr/>
            </p:nvSpPr>
            <p:spPr>
              <a:xfrm>
                <a:off x="5885975" y="3343800"/>
                <a:ext cx="156650" cy="149900"/>
              </a:xfrm>
              <a:custGeom>
                <a:avLst/>
                <a:gdLst/>
                <a:ahLst/>
                <a:cxnLst/>
                <a:rect l="l" t="t" r="r" b="b"/>
                <a:pathLst>
                  <a:path w="6266" h="5996" extrusionOk="0">
                    <a:moveTo>
                      <a:pt x="2170" y="1"/>
                    </a:moveTo>
                    <a:cubicBezTo>
                      <a:pt x="2034" y="28"/>
                      <a:pt x="1926" y="82"/>
                      <a:pt x="1790" y="164"/>
                    </a:cubicBezTo>
                    <a:cubicBezTo>
                      <a:pt x="2550" y="1574"/>
                      <a:pt x="3391" y="2903"/>
                      <a:pt x="4367" y="4124"/>
                    </a:cubicBezTo>
                    <a:cubicBezTo>
                      <a:pt x="3174" y="3066"/>
                      <a:pt x="2007" y="2035"/>
                      <a:pt x="841" y="896"/>
                    </a:cubicBezTo>
                    <a:cubicBezTo>
                      <a:pt x="733" y="1005"/>
                      <a:pt x="678" y="1113"/>
                      <a:pt x="570" y="1194"/>
                    </a:cubicBezTo>
                    <a:cubicBezTo>
                      <a:pt x="2034" y="2605"/>
                      <a:pt x="3526" y="3961"/>
                      <a:pt x="5045" y="5236"/>
                    </a:cubicBezTo>
                    <a:cubicBezTo>
                      <a:pt x="3282" y="4449"/>
                      <a:pt x="1601" y="3554"/>
                      <a:pt x="0" y="2496"/>
                    </a:cubicBezTo>
                    <a:lnTo>
                      <a:pt x="0" y="2551"/>
                    </a:lnTo>
                    <a:cubicBezTo>
                      <a:pt x="0" y="2740"/>
                      <a:pt x="0" y="2876"/>
                      <a:pt x="54" y="3012"/>
                    </a:cubicBezTo>
                    <a:cubicBezTo>
                      <a:pt x="1899" y="4178"/>
                      <a:pt x="3825" y="5182"/>
                      <a:pt x="5859" y="5995"/>
                    </a:cubicBezTo>
                    <a:cubicBezTo>
                      <a:pt x="6022" y="5995"/>
                      <a:pt x="6157" y="5968"/>
                      <a:pt x="6266" y="5914"/>
                    </a:cubicBezTo>
                    <a:cubicBezTo>
                      <a:pt x="6239" y="5778"/>
                      <a:pt x="6157" y="5616"/>
                      <a:pt x="6103" y="5480"/>
                    </a:cubicBezTo>
                    <a:cubicBezTo>
                      <a:pt x="4530" y="3825"/>
                      <a:pt x="3228" y="1981"/>
                      <a:pt x="21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9" name="Google Shape;804;p32">
                <a:extLst>
                  <a:ext uri="{FF2B5EF4-FFF2-40B4-BE49-F238E27FC236}">
                    <a16:creationId xmlns:a16="http://schemas.microsoft.com/office/drawing/2014/main" id="{A01FE2C4-B6BF-62E3-99FE-14312BF9F496}"/>
                  </a:ext>
                </a:extLst>
              </p:cNvPr>
              <p:cNvSpPr/>
              <p:nvPr/>
            </p:nvSpPr>
            <p:spPr>
              <a:xfrm>
                <a:off x="5859525" y="3514025"/>
                <a:ext cx="174975" cy="94950"/>
              </a:xfrm>
              <a:custGeom>
                <a:avLst/>
                <a:gdLst/>
                <a:ahLst/>
                <a:cxnLst/>
                <a:rect l="l" t="t" r="r" b="b"/>
                <a:pathLst>
                  <a:path w="6999" h="3798" extrusionOk="0">
                    <a:moveTo>
                      <a:pt x="272" y="0"/>
                    </a:moveTo>
                    <a:lnTo>
                      <a:pt x="82" y="407"/>
                    </a:lnTo>
                    <a:cubicBezTo>
                      <a:pt x="309" y="404"/>
                      <a:pt x="536" y="402"/>
                      <a:pt x="763" y="402"/>
                    </a:cubicBezTo>
                    <a:cubicBezTo>
                      <a:pt x="2435" y="402"/>
                      <a:pt x="4106" y="494"/>
                      <a:pt x="5778" y="732"/>
                    </a:cubicBezTo>
                    <a:cubicBezTo>
                      <a:pt x="3879" y="1112"/>
                      <a:pt x="1926" y="1410"/>
                      <a:pt x="0" y="1627"/>
                    </a:cubicBezTo>
                    <a:cubicBezTo>
                      <a:pt x="28" y="1763"/>
                      <a:pt x="28" y="1899"/>
                      <a:pt x="82" y="2034"/>
                    </a:cubicBezTo>
                    <a:cubicBezTo>
                      <a:pt x="2008" y="1790"/>
                      <a:pt x="3933" y="1519"/>
                      <a:pt x="5859" y="1139"/>
                    </a:cubicBezTo>
                    <a:lnTo>
                      <a:pt x="5859" y="1139"/>
                    </a:lnTo>
                    <a:cubicBezTo>
                      <a:pt x="4177" y="2061"/>
                      <a:pt x="2387" y="2848"/>
                      <a:pt x="516" y="3445"/>
                    </a:cubicBezTo>
                    <a:cubicBezTo>
                      <a:pt x="651" y="3553"/>
                      <a:pt x="706" y="3662"/>
                      <a:pt x="787" y="3797"/>
                    </a:cubicBezTo>
                    <a:cubicBezTo>
                      <a:pt x="2957" y="3092"/>
                      <a:pt x="5018" y="2143"/>
                      <a:pt x="6998" y="976"/>
                    </a:cubicBezTo>
                    <a:cubicBezTo>
                      <a:pt x="6998" y="814"/>
                      <a:pt x="6917" y="651"/>
                      <a:pt x="6808" y="515"/>
                    </a:cubicBezTo>
                    <a:cubicBezTo>
                      <a:pt x="4639" y="163"/>
                      <a:pt x="2469" y="0"/>
                      <a:pt x="2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20" name="Google Shape;805;p32">
                <a:extLst>
                  <a:ext uri="{FF2B5EF4-FFF2-40B4-BE49-F238E27FC236}">
                    <a16:creationId xmlns:a16="http://schemas.microsoft.com/office/drawing/2014/main" id="{22F47D18-4B88-D6EC-9D05-CAB9B3EE6511}"/>
                  </a:ext>
                </a:extLst>
              </p:cNvPr>
              <p:cNvSpPr/>
              <p:nvPr/>
            </p:nvSpPr>
            <p:spPr>
              <a:xfrm>
                <a:off x="6111775" y="3520800"/>
                <a:ext cx="173625" cy="149875"/>
              </a:xfrm>
              <a:custGeom>
                <a:avLst/>
                <a:gdLst/>
                <a:ahLst/>
                <a:cxnLst/>
                <a:rect l="l" t="t" r="r" b="b"/>
                <a:pathLst>
                  <a:path w="6945" h="5995" extrusionOk="0">
                    <a:moveTo>
                      <a:pt x="651" y="0"/>
                    </a:moveTo>
                    <a:cubicBezTo>
                      <a:pt x="462" y="27"/>
                      <a:pt x="190" y="54"/>
                      <a:pt x="82" y="271"/>
                    </a:cubicBezTo>
                    <a:cubicBezTo>
                      <a:pt x="55" y="326"/>
                      <a:pt x="0" y="380"/>
                      <a:pt x="0" y="434"/>
                    </a:cubicBezTo>
                    <a:cubicBezTo>
                      <a:pt x="55" y="461"/>
                      <a:pt x="82" y="461"/>
                      <a:pt x="82" y="488"/>
                    </a:cubicBezTo>
                    <a:cubicBezTo>
                      <a:pt x="1411" y="2333"/>
                      <a:pt x="2767" y="4177"/>
                      <a:pt x="4042" y="5995"/>
                    </a:cubicBezTo>
                    <a:cubicBezTo>
                      <a:pt x="4178" y="5940"/>
                      <a:pt x="4286" y="5859"/>
                      <a:pt x="4395" y="5778"/>
                    </a:cubicBezTo>
                    <a:cubicBezTo>
                      <a:pt x="3364" y="4394"/>
                      <a:pt x="2360" y="2984"/>
                      <a:pt x="1330" y="1601"/>
                    </a:cubicBezTo>
                    <a:lnTo>
                      <a:pt x="1330" y="1601"/>
                    </a:lnTo>
                    <a:cubicBezTo>
                      <a:pt x="2713" y="2713"/>
                      <a:pt x="4178" y="3743"/>
                      <a:pt x="5669" y="4747"/>
                    </a:cubicBezTo>
                    <a:cubicBezTo>
                      <a:pt x="5778" y="4638"/>
                      <a:pt x="5859" y="4530"/>
                      <a:pt x="5941" y="4449"/>
                    </a:cubicBezTo>
                    <a:cubicBezTo>
                      <a:pt x="4259" y="3364"/>
                      <a:pt x="2659" y="2143"/>
                      <a:pt x="1113" y="841"/>
                    </a:cubicBezTo>
                    <a:lnTo>
                      <a:pt x="1113" y="841"/>
                    </a:lnTo>
                    <a:cubicBezTo>
                      <a:pt x="2930" y="1628"/>
                      <a:pt x="4747" y="2496"/>
                      <a:pt x="6537" y="3445"/>
                    </a:cubicBezTo>
                    <a:cubicBezTo>
                      <a:pt x="6592" y="3309"/>
                      <a:pt x="6619" y="3228"/>
                      <a:pt x="6673" y="3065"/>
                    </a:cubicBezTo>
                    <a:cubicBezTo>
                      <a:pt x="4910" y="2116"/>
                      <a:pt x="3093" y="1248"/>
                      <a:pt x="1248" y="461"/>
                    </a:cubicBezTo>
                    <a:lnTo>
                      <a:pt x="1248" y="461"/>
                    </a:lnTo>
                    <a:lnTo>
                      <a:pt x="6944" y="1112"/>
                    </a:lnTo>
                    <a:cubicBezTo>
                      <a:pt x="6944" y="977"/>
                      <a:pt x="6890" y="841"/>
                      <a:pt x="6890" y="705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21" name="Google Shape;806;p32">
                <a:extLst>
                  <a:ext uri="{FF2B5EF4-FFF2-40B4-BE49-F238E27FC236}">
                    <a16:creationId xmlns:a16="http://schemas.microsoft.com/office/drawing/2014/main" id="{9C3FA680-0C9D-E25A-ED14-BB4E506C5747}"/>
                  </a:ext>
                </a:extLst>
              </p:cNvPr>
              <p:cNvSpPr/>
              <p:nvPr/>
            </p:nvSpPr>
            <p:spPr>
              <a:xfrm>
                <a:off x="6110425" y="3372975"/>
                <a:ext cx="159375" cy="118675"/>
              </a:xfrm>
              <a:custGeom>
                <a:avLst/>
                <a:gdLst/>
                <a:ahLst/>
                <a:cxnLst/>
                <a:rect l="l" t="t" r="r" b="b"/>
                <a:pathLst>
                  <a:path w="6375" h="4747" extrusionOk="0">
                    <a:moveTo>
                      <a:pt x="5289" y="0"/>
                    </a:moveTo>
                    <a:lnTo>
                      <a:pt x="27" y="4150"/>
                    </a:lnTo>
                    <a:cubicBezTo>
                      <a:pt x="0" y="4286"/>
                      <a:pt x="0" y="4421"/>
                      <a:pt x="27" y="4557"/>
                    </a:cubicBezTo>
                    <a:cubicBezTo>
                      <a:pt x="27" y="4611"/>
                      <a:pt x="54" y="4693"/>
                      <a:pt x="109" y="4747"/>
                    </a:cubicBezTo>
                    <a:cubicBezTo>
                      <a:pt x="163" y="4720"/>
                      <a:pt x="244" y="4666"/>
                      <a:pt x="353" y="4611"/>
                    </a:cubicBezTo>
                    <a:lnTo>
                      <a:pt x="6103" y="2767"/>
                    </a:lnTo>
                    <a:cubicBezTo>
                      <a:pt x="6103" y="2713"/>
                      <a:pt x="6130" y="2713"/>
                      <a:pt x="6130" y="2686"/>
                    </a:cubicBezTo>
                    <a:cubicBezTo>
                      <a:pt x="6212" y="2550"/>
                      <a:pt x="6266" y="2414"/>
                      <a:pt x="6320" y="2279"/>
                    </a:cubicBezTo>
                    <a:lnTo>
                      <a:pt x="6320" y="2279"/>
                    </a:lnTo>
                    <a:lnTo>
                      <a:pt x="1845" y="3743"/>
                    </a:lnTo>
                    <a:cubicBezTo>
                      <a:pt x="3336" y="2848"/>
                      <a:pt x="4855" y="2007"/>
                      <a:pt x="6374" y="1167"/>
                    </a:cubicBezTo>
                    <a:cubicBezTo>
                      <a:pt x="6347" y="1031"/>
                      <a:pt x="6320" y="895"/>
                      <a:pt x="6239" y="787"/>
                    </a:cubicBezTo>
                    <a:cubicBezTo>
                      <a:pt x="4693" y="1628"/>
                      <a:pt x="3119" y="2523"/>
                      <a:pt x="1601" y="3445"/>
                    </a:cubicBezTo>
                    <a:lnTo>
                      <a:pt x="5696" y="190"/>
                    </a:lnTo>
                    <a:lnTo>
                      <a:pt x="5669" y="136"/>
                    </a:lnTo>
                    <a:cubicBezTo>
                      <a:pt x="5533" y="82"/>
                      <a:pt x="5425" y="27"/>
                      <a:pt x="52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22" name="Google Shape;807;p32">
                <a:extLst>
                  <a:ext uri="{FF2B5EF4-FFF2-40B4-BE49-F238E27FC236}">
                    <a16:creationId xmlns:a16="http://schemas.microsoft.com/office/drawing/2014/main" id="{CCABBEE4-70C0-1ED1-A26D-8F4A4F4809B1}"/>
                  </a:ext>
                </a:extLst>
              </p:cNvPr>
              <p:cNvSpPr/>
              <p:nvPr/>
            </p:nvSpPr>
            <p:spPr>
              <a:xfrm>
                <a:off x="5997175" y="3525100"/>
                <a:ext cx="92250" cy="191700"/>
              </a:xfrm>
              <a:custGeom>
                <a:avLst/>
                <a:gdLst/>
                <a:ahLst/>
                <a:cxnLst/>
                <a:rect l="l" t="t" r="r" b="b"/>
                <a:pathLst>
                  <a:path w="3690" h="7668" extrusionOk="0">
                    <a:moveTo>
                      <a:pt x="3144" y="1"/>
                    </a:moveTo>
                    <a:cubicBezTo>
                      <a:pt x="3059" y="1"/>
                      <a:pt x="2978" y="20"/>
                      <a:pt x="2903" y="45"/>
                    </a:cubicBezTo>
                    <a:cubicBezTo>
                      <a:pt x="2035" y="2432"/>
                      <a:pt x="1031" y="4765"/>
                      <a:pt x="1" y="7043"/>
                    </a:cubicBezTo>
                    <a:cubicBezTo>
                      <a:pt x="82" y="7125"/>
                      <a:pt x="218" y="7206"/>
                      <a:pt x="326" y="7260"/>
                    </a:cubicBezTo>
                    <a:cubicBezTo>
                      <a:pt x="1275" y="5280"/>
                      <a:pt x="2170" y="3246"/>
                      <a:pt x="2930" y="1184"/>
                    </a:cubicBezTo>
                    <a:lnTo>
                      <a:pt x="2930" y="1184"/>
                    </a:lnTo>
                    <a:lnTo>
                      <a:pt x="1519" y="7613"/>
                    </a:lnTo>
                    <a:lnTo>
                      <a:pt x="1574" y="7613"/>
                    </a:lnTo>
                    <a:cubicBezTo>
                      <a:pt x="1682" y="7667"/>
                      <a:pt x="1791" y="7667"/>
                      <a:pt x="1899" y="7667"/>
                    </a:cubicBezTo>
                    <a:lnTo>
                      <a:pt x="3255" y="1483"/>
                    </a:lnTo>
                    <a:lnTo>
                      <a:pt x="3066" y="7613"/>
                    </a:lnTo>
                    <a:cubicBezTo>
                      <a:pt x="3174" y="7586"/>
                      <a:pt x="3310" y="7559"/>
                      <a:pt x="3418" y="7477"/>
                    </a:cubicBezTo>
                    <a:cubicBezTo>
                      <a:pt x="3445" y="7477"/>
                      <a:pt x="3445" y="7450"/>
                      <a:pt x="3472" y="7450"/>
                    </a:cubicBezTo>
                    <a:lnTo>
                      <a:pt x="3689" y="289"/>
                    </a:lnTo>
                    <a:cubicBezTo>
                      <a:pt x="3608" y="235"/>
                      <a:pt x="3554" y="127"/>
                      <a:pt x="3445" y="99"/>
                    </a:cubicBezTo>
                    <a:cubicBezTo>
                      <a:pt x="3343" y="27"/>
                      <a:pt x="3241" y="1"/>
                      <a:pt x="31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23" name="Google Shape;808;p32">
                <a:extLst>
                  <a:ext uri="{FF2B5EF4-FFF2-40B4-BE49-F238E27FC236}">
                    <a16:creationId xmlns:a16="http://schemas.microsoft.com/office/drawing/2014/main" id="{7E8526DD-F5F0-7DC9-0C37-A6C2DC10A040}"/>
                  </a:ext>
                </a:extLst>
              </p:cNvPr>
              <p:cNvSpPr/>
              <p:nvPr/>
            </p:nvSpPr>
            <p:spPr>
              <a:xfrm>
                <a:off x="6038550" y="3288200"/>
                <a:ext cx="85450" cy="188550"/>
              </a:xfrm>
              <a:custGeom>
                <a:avLst/>
                <a:gdLst/>
                <a:ahLst/>
                <a:cxnLst/>
                <a:rect l="l" t="t" r="r" b="b"/>
                <a:pathLst>
                  <a:path w="3418" h="7542" extrusionOk="0">
                    <a:moveTo>
                      <a:pt x="1790" y="1"/>
                    </a:moveTo>
                    <a:cubicBezTo>
                      <a:pt x="1655" y="1"/>
                      <a:pt x="1519" y="1"/>
                      <a:pt x="1383" y="55"/>
                    </a:cubicBezTo>
                    <a:lnTo>
                      <a:pt x="1248" y="6239"/>
                    </a:lnTo>
                    <a:cubicBezTo>
                      <a:pt x="841" y="4395"/>
                      <a:pt x="515" y="2442"/>
                      <a:pt x="326" y="543"/>
                    </a:cubicBezTo>
                    <a:cubicBezTo>
                      <a:pt x="190" y="733"/>
                      <a:pt x="109" y="814"/>
                      <a:pt x="0" y="977"/>
                    </a:cubicBezTo>
                    <a:cubicBezTo>
                      <a:pt x="244" y="3147"/>
                      <a:pt x="597" y="5344"/>
                      <a:pt x="1139" y="7460"/>
                    </a:cubicBezTo>
                    <a:cubicBezTo>
                      <a:pt x="1221" y="7514"/>
                      <a:pt x="1275" y="7541"/>
                      <a:pt x="1383" y="7541"/>
                    </a:cubicBezTo>
                    <a:cubicBezTo>
                      <a:pt x="1492" y="7541"/>
                      <a:pt x="1600" y="7541"/>
                      <a:pt x="1655" y="7487"/>
                    </a:cubicBezTo>
                    <a:lnTo>
                      <a:pt x="1655" y="7324"/>
                    </a:lnTo>
                    <a:cubicBezTo>
                      <a:pt x="2414" y="5181"/>
                      <a:pt x="2984" y="2984"/>
                      <a:pt x="3418" y="760"/>
                    </a:cubicBezTo>
                    <a:cubicBezTo>
                      <a:pt x="3309" y="652"/>
                      <a:pt x="3174" y="543"/>
                      <a:pt x="3092" y="462"/>
                    </a:cubicBezTo>
                    <a:cubicBezTo>
                      <a:pt x="2740" y="2306"/>
                      <a:pt x="2278" y="4178"/>
                      <a:pt x="1682" y="5968"/>
                    </a:cubicBezTo>
                    <a:lnTo>
                      <a:pt x="179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24" name="Google Shape;809;p32">
                <a:extLst>
                  <a:ext uri="{FF2B5EF4-FFF2-40B4-BE49-F238E27FC236}">
                    <a16:creationId xmlns:a16="http://schemas.microsoft.com/office/drawing/2014/main" id="{F623A214-BE1D-43B0-DEB3-1A13D643E9DB}"/>
                  </a:ext>
                </a:extLst>
              </p:cNvPr>
              <p:cNvSpPr/>
              <p:nvPr/>
            </p:nvSpPr>
            <p:spPr>
              <a:xfrm>
                <a:off x="6250100" y="3295675"/>
                <a:ext cx="93600" cy="162750"/>
              </a:xfrm>
              <a:custGeom>
                <a:avLst/>
                <a:gdLst/>
                <a:ahLst/>
                <a:cxnLst/>
                <a:rect l="l" t="t" r="r" b="b"/>
                <a:pathLst>
                  <a:path w="3744" h="6510" fill="none" extrusionOk="0">
                    <a:moveTo>
                      <a:pt x="1" y="0"/>
                    </a:moveTo>
                    <a:cubicBezTo>
                      <a:pt x="2116" y="1492"/>
                      <a:pt x="3527" y="3960"/>
                      <a:pt x="3744" y="6510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25" name="Google Shape;810;p32">
                <a:extLst>
                  <a:ext uri="{FF2B5EF4-FFF2-40B4-BE49-F238E27FC236}">
                    <a16:creationId xmlns:a16="http://schemas.microsoft.com/office/drawing/2014/main" id="{16643277-E5C0-AC22-8A32-D4D6700142E9}"/>
                  </a:ext>
                </a:extLst>
              </p:cNvPr>
              <p:cNvSpPr/>
              <p:nvPr/>
            </p:nvSpPr>
            <p:spPr>
              <a:xfrm>
                <a:off x="6099575" y="3676075"/>
                <a:ext cx="149200" cy="54275"/>
              </a:xfrm>
              <a:custGeom>
                <a:avLst/>
                <a:gdLst/>
                <a:ahLst/>
                <a:cxnLst/>
                <a:rect l="l" t="t" r="r" b="b"/>
                <a:pathLst>
                  <a:path w="5968" h="2171" fill="none" extrusionOk="0">
                    <a:moveTo>
                      <a:pt x="0" y="2171"/>
                    </a:moveTo>
                    <a:cubicBezTo>
                      <a:pt x="2170" y="2171"/>
                      <a:pt x="4313" y="1384"/>
                      <a:pt x="5967" y="1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26" name="Google Shape;811;p32">
                <a:extLst>
                  <a:ext uri="{FF2B5EF4-FFF2-40B4-BE49-F238E27FC236}">
                    <a16:creationId xmlns:a16="http://schemas.microsoft.com/office/drawing/2014/main" id="{7BBA0C48-6C6A-27EB-3BDA-2911016A1AA4}"/>
                  </a:ext>
                </a:extLst>
              </p:cNvPr>
              <p:cNvSpPr/>
              <p:nvPr/>
            </p:nvSpPr>
            <p:spPr>
              <a:xfrm>
                <a:off x="5862900" y="3313975"/>
                <a:ext cx="145150" cy="204150"/>
              </a:xfrm>
              <a:custGeom>
                <a:avLst/>
                <a:gdLst/>
                <a:ahLst/>
                <a:cxnLst/>
                <a:rect l="l" t="t" r="r" b="b"/>
                <a:pathLst>
                  <a:path w="5806" h="8166" extrusionOk="0">
                    <a:moveTo>
                      <a:pt x="4629" y="1"/>
                    </a:moveTo>
                    <a:cubicBezTo>
                      <a:pt x="3831" y="1"/>
                      <a:pt x="2974" y="805"/>
                      <a:pt x="2442" y="1248"/>
                    </a:cubicBezTo>
                    <a:cubicBezTo>
                      <a:pt x="1873" y="1764"/>
                      <a:pt x="1357" y="2333"/>
                      <a:pt x="950" y="3011"/>
                    </a:cubicBezTo>
                    <a:cubicBezTo>
                      <a:pt x="543" y="3581"/>
                      <a:pt x="299" y="4232"/>
                      <a:pt x="164" y="4937"/>
                    </a:cubicBezTo>
                    <a:cubicBezTo>
                      <a:pt x="28" y="5615"/>
                      <a:pt x="1" y="6402"/>
                      <a:pt x="299" y="7053"/>
                    </a:cubicBezTo>
                    <a:cubicBezTo>
                      <a:pt x="616" y="7686"/>
                      <a:pt x="1216" y="8166"/>
                      <a:pt x="1923" y="8166"/>
                    </a:cubicBezTo>
                    <a:cubicBezTo>
                      <a:pt x="1942" y="8166"/>
                      <a:pt x="1962" y="8165"/>
                      <a:pt x="1981" y="8165"/>
                    </a:cubicBezTo>
                    <a:cubicBezTo>
                      <a:pt x="2469" y="8138"/>
                      <a:pt x="2930" y="7839"/>
                      <a:pt x="3229" y="7460"/>
                    </a:cubicBezTo>
                    <a:cubicBezTo>
                      <a:pt x="3527" y="7080"/>
                      <a:pt x="3771" y="6646"/>
                      <a:pt x="3961" y="6158"/>
                    </a:cubicBezTo>
                    <a:cubicBezTo>
                      <a:pt x="4368" y="5344"/>
                      <a:pt x="4748" y="4503"/>
                      <a:pt x="5155" y="3689"/>
                    </a:cubicBezTo>
                    <a:cubicBezTo>
                      <a:pt x="5453" y="3011"/>
                      <a:pt x="5806" y="2306"/>
                      <a:pt x="5806" y="1547"/>
                    </a:cubicBezTo>
                    <a:cubicBezTo>
                      <a:pt x="5806" y="1031"/>
                      <a:pt x="5643" y="407"/>
                      <a:pt x="5155" y="136"/>
                    </a:cubicBezTo>
                    <a:cubicBezTo>
                      <a:pt x="4985" y="42"/>
                      <a:pt x="4809" y="1"/>
                      <a:pt x="4629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4" name="Google Shape;812;p32">
              <a:extLst>
                <a:ext uri="{FF2B5EF4-FFF2-40B4-BE49-F238E27FC236}">
                  <a16:creationId xmlns:a16="http://schemas.microsoft.com/office/drawing/2014/main" id="{BB41B499-2EDB-9A59-9A2D-2DE35BEADD67}"/>
                </a:ext>
              </a:extLst>
            </p:cNvPr>
            <p:cNvGrpSpPr/>
            <p:nvPr/>
          </p:nvGrpSpPr>
          <p:grpSpPr>
            <a:xfrm>
              <a:off x="6811575" y="676650"/>
              <a:ext cx="1874275" cy="1903000"/>
              <a:chOff x="6811575" y="676650"/>
              <a:chExt cx="1874275" cy="1903000"/>
            </a:xfrm>
          </p:grpSpPr>
          <p:sp>
            <p:nvSpPr>
              <p:cNvPr id="62" name="Google Shape;813;p32">
                <a:extLst>
                  <a:ext uri="{FF2B5EF4-FFF2-40B4-BE49-F238E27FC236}">
                    <a16:creationId xmlns:a16="http://schemas.microsoft.com/office/drawing/2014/main" id="{5577F27A-3082-CBE3-8FBE-F6B64487CCD0}"/>
                  </a:ext>
                </a:extLst>
              </p:cNvPr>
              <p:cNvSpPr/>
              <p:nvPr/>
            </p:nvSpPr>
            <p:spPr>
              <a:xfrm>
                <a:off x="7145200" y="1455325"/>
                <a:ext cx="701175" cy="709300"/>
              </a:xfrm>
              <a:custGeom>
                <a:avLst/>
                <a:gdLst/>
                <a:ahLst/>
                <a:cxnLst/>
                <a:rect l="l" t="t" r="r" b="b"/>
                <a:pathLst>
                  <a:path w="28047" h="28372" extrusionOk="0">
                    <a:moveTo>
                      <a:pt x="8680" y="0"/>
                    </a:moveTo>
                    <a:lnTo>
                      <a:pt x="0" y="2387"/>
                    </a:lnTo>
                    <a:cubicBezTo>
                      <a:pt x="10823" y="13752"/>
                      <a:pt x="20750" y="25008"/>
                      <a:pt x="20750" y="25008"/>
                    </a:cubicBezTo>
                    <a:cubicBezTo>
                      <a:pt x="23056" y="26392"/>
                      <a:pt x="26663" y="28372"/>
                      <a:pt x="26663" y="28372"/>
                    </a:cubicBezTo>
                    <a:lnTo>
                      <a:pt x="28046" y="23679"/>
                    </a:lnTo>
                    <a:lnTo>
                      <a:pt x="868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3" name="Google Shape;814;p32">
                <a:extLst>
                  <a:ext uri="{FF2B5EF4-FFF2-40B4-BE49-F238E27FC236}">
                    <a16:creationId xmlns:a16="http://schemas.microsoft.com/office/drawing/2014/main" id="{E029B84C-FB2A-3C09-1596-59748B9BDB61}"/>
                  </a:ext>
                </a:extLst>
              </p:cNvPr>
              <p:cNvSpPr/>
              <p:nvPr/>
            </p:nvSpPr>
            <p:spPr>
              <a:xfrm>
                <a:off x="7448300" y="2266275"/>
                <a:ext cx="156675" cy="313375"/>
              </a:xfrm>
              <a:custGeom>
                <a:avLst/>
                <a:gdLst/>
                <a:ahLst/>
                <a:cxnLst/>
                <a:rect l="l" t="t" r="r" b="b"/>
                <a:pathLst>
                  <a:path w="6267" h="12535" extrusionOk="0">
                    <a:moveTo>
                      <a:pt x="5161" y="0"/>
                    </a:moveTo>
                    <a:cubicBezTo>
                      <a:pt x="5020" y="0"/>
                      <a:pt x="4769" y="250"/>
                      <a:pt x="4666" y="328"/>
                    </a:cubicBezTo>
                    <a:cubicBezTo>
                      <a:pt x="3961" y="952"/>
                      <a:pt x="3310" y="1630"/>
                      <a:pt x="2740" y="2335"/>
                    </a:cubicBezTo>
                    <a:cubicBezTo>
                      <a:pt x="1574" y="3800"/>
                      <a:pt x="733" y="5481"/>
                      <a:pt x="272" y="7299"/>
                    </a:cubicBezTo>
                    <a:cubicBezTo>
                      <a:pt x="218" y="7516"/>
                      <a:pt x="163" y="7733"/>
                      <a:pt x="190" y="7977"/>
                    </a:cubicBezTo>
                    <a:cubicBezTo>
                      <a:pt x="218" y="8194"/>
                      <a:pt x="353" y="8438"/>
                      <a:pt x="570" y="8519"/>
                    </a:cubicBezTo>
                    <a:cubicBezTo>
                      <a:pt x="619" y="8533"/>
                      <a:pt x="672" y="8540"/>
                      <a:pt x="726" y="8540"/>
                    </a:cubicBezTo>
                    <a:cubicBezTo>
                      <a:pt x="881" y="8540"/>
                      <a:pt x="1046" y="8484"/>
                      <a:pt x="1167" y="8383"/>
                    </a:cubicBezTo>
                    <a:cubicBezTo>
                      <a:pt x="1214" y="8350"/>
                      <a:pt x="1254" y="8313"/>
                      <a:pt x="1290" y="8274"/>
                    </a:cubicBezTo>
                    <a:lnTo>
                      <a:pt x="1290" y="8274"/>
                    </a:lnTo>
                    <a:cubicBezTo>
                      <a:pt x="772" y="9135"/>
                      <a:pt x="394" y="10055"/>
                      <a:pt x="136" y="11014"/>
                    </a:cubicBezTo>
                    <a:cubicBezTo>
                      <a:pt x="55" y="11286"/>
                      <a:pt x="1" y="11530"/>
                      <a:pt x="28" y="11801"/>
                    </a:cubicBezTo>
                    <a:cubicBezTo>
                      <a:pt x="28" y="12045"/>
                      <a:pt x="163" y="12316"/>
                      <a:pt x="407" y="12452"/>
                    </a:cubicBezTo>
                    <a:cubicBezTo>
                      <a:pt x="491" y="12512"/>
                      <a:pt x="590" y="12535"/>
                      <a:pt x="696" y="12535"/>
                    </a:cubicBezTo>
                    <a:cubicBezTo>
                      <a:pt x="831" y="12535"/>
                      <a:pt x="976" y="12498"/>
                      <a:pt x="1113" y="12452"/>
                    </a:cubicBezTo>
                    <a:cubicBezTo>
                      <a:pt x="1303" y="12344"/>
                      <a:pt x="1520" y="12181"/>
                      <a:pt x="1682" y="11991"/>
                    </a:cubicBezTo>
                    <a:cubicBezTo>
                      <a:pt x="2519" y="11131"/>
                      <a:pt x="3117" y="10012"/>
                      <a:pt x="3407" y="8804"/>
                    </a:cubicBezTo>
                    <a:lnTo>
                      <a:pt x="3407" y="8804"/>
                    </a:lnTo>
                    <a:cubicBezTo>
                      <a:pt x="3330" y="9351"/>
                      <a:pt x="3332" y="9891"/>
                      <a:pt x="3391" y="10445"/>
                    </a:cubicBezTo>
                    <a:cubicBezTo>
                      <a:pt x="3418" y="10743"/>
                      <a:pt x="3472" y="11042"/>
                      <a:pt x="3689" y="11231"/>
                    </a:cubicBezTo>
                    <a:cubicBezTo>
                      <a:pt x="3799" y="11317"/>
                      <a:pt x="3931" y="11358"/>
                      <a:pt x="4068" y="11358"/>
                    </a:cubicBezTo>
                    <a:cubicBezTo>
                      <a:pt x="4235" y="11358"/>
                      <a:pt x="4408" y="11297"/>
                      <a:pt x="4557" y="11177"/>
                    </a:cubicBezTo>
                    <a:cubicBezTo>
                      <a:pt x="4829" y="10987"/>
                      <a:pt x="5019" y="10689"/>
                      <a:pt x="5154" y="10418"/>
                    </a:cubicBezTo>
                    <a:cubicBezTo>
                      <a:pt x="5914" y="8817"/>
                      <a:pt x="6266" y="7027"/>
                      <a:pt x="6239" y="5210"/>
                    </a:cubicBezTo>
                    <a:cubicBezTo>
                      <a:pt x="6185" y="4125"/>
                      <a:pt x="6049" y="3040"/>
                      <a:pt x="5859" y="1955"/>
                    </a:cubicBezTo>
                    <a:lnTo>
                      <a:pt x="5453" y="545"/>
                    </a:lnTo>
                    <a:cubicBezTo>
                      <a:pt x="5425" y="409"/>
                      <a:pt x="5344" y="29"/>
                      <a:pt x="5181" y="2"/>
                    </a:cubicBezTo>
                    <a:cubicBezTo>
                      <a:pt x="5175" y="1"/>
                      <a:pt x="5168" y="0"/>
                      <a:pt x="516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40" name="Google Shape;815;p32">
                <a:extLst>
                  <a:ext uri="{FF2B5EF4-FFF2-40B4-BE49-F238E27FC236}">
                    <a16:creationId xmlns:a16="http://schemas.microsoft.com/office/drawing/2014/main" id="{0BBC0E11-5371-98C2-9B80-BFB3B5EDCD22}"/>
                  </a:ext>
                </a:extLst>
              </p:cNvPr>
              <p:cNvSpPr/>
              <p:nvPr/>
            </p:nvSpPr>
            <p:spPr>
              <a:xfrm>
                <a:off x="7489000" y="2303625"/>
                <a:ext cx="80700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3228" h="8816" fill="none" extrusionOk="0">
                    <a:moveTo>
                      <a:pt x="0" y="8815"/>
                    </a:moveTo>
                    <a:cubicBezTo>
                      <a:pt x="1194" y="5940"/>
                      <a:pt x="2306" y="2984"/>
                      <a:pt x="3228" y="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41" name="Google Shape;816;p32">
                <a:extLst>
                  <a:ext uri="{FF2B5EF4-FFF2-40B4-BE49-F238E27FC236}">
                    <a16:creationId xmlns:a16="http://schemas.microsoft.com/office/drawing/2014/main" id="{C29525E1-1549-A270-D031-DE54417BF3D5}"/>
                  </a:ext>
                </a:extLst>
              </p:cNvPr>
              <p:cNvSpPr/>
              <p:nvPr/>
            </p:nvSpPr>
            <p:spPr>
              <a:xfrm>
                <a:off x="7472725" y="2307675"/>
                <a:ext cx="95625" cy="14310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5724" fill="none" extrusionOk="0">
                    <a:moveTo>
                      <a:pt x="0" y="5724"/>
                    </a:moveTo>
                    <a:cubicBezTo>
                      <a:pt x="1275" y="3825"/>
                      <a:pt x="2550" y="1899"/>
                      <a:pt x="3825" y="1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42" name="Google Shape;817;p32">
                <a:extLst>
                  <a:ext uri="{FF2B5EF4-FFF2-40B4-BE49-F238E27FC236}">
                    <a16:creationId xmlns:a16="http://schemas.microsoft.com/office/drawing/2014/main" id="{5F0F3171-916E-838C-D858-A457B8186FBF}"/>
                  </a:ext>
                </a:extLst>
              </p:cNvPr>
              <p:cNvSpPr/>
              <p:nvPr/>
            </p:nvSpPr>
            <p:spPr>
              <a:xfrm>
                <a:off x="7553400" y="2321925"/>
                <a:ext cx="31900" cy="179725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7189" fill="none" extrusionOk="0">
                    <a:moveTo>
                      <a:pt x="1" y="7188"/>
                    </a:moveTo>
                    <a:cubicBezTo>
                      <a:pt x="679" y="4856"/>
                      <a:pt x="1086" y="2442"/>
                      <a:pt x="1276" y="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43" name="Google Shape;818;p32">
                <a:extLst>
                  <a:ext uri="{FF2B5EF4-FFF2-40B4-BE49-F238E27FC236}">
                    <a16:creationId xmlns:a16="http://schemas.microsoft.com/office/drawing/2014/main" id="{B8BA9C63-84FC-CFDA-8C86-DAD1F137D788}"/>
                  </a:ext>
                </a:extLst>
              </p:cNvPr>
              <p:cNvSpPr/>
              <p:nvPr/>
            </p:nvSpPr>
            <p:spPr>
              <a:xfrm>
                <a:off x="7554775" y="2266450"/>
                <a:ext cx="108500" cy="258925"/>
              </a:xfrm>
              <a:custGeom>
                <a:avLst/>
                <a:gdLst/>
                <a:ahLst/>
                <a:cxnLst/>
                <a:rect l="l" t="t" r="r" b="b"/>
                <a:pathLst>
                  <a:path w="4340" h="10357" extrusionOk="0">
                    <a:moveTo>
                      <a:pt x="1296" y="0"/>
                    </a:moveTo>
                    <a:cubicBezTo>
                      <a:pt x="1035" y="0"/>
                      <a:pt x="965" y="579"/>
                      <a:pt x="895" y="836"/>
                    </a:cubicBezTo>
                    <a:cubicBezTo>
                      <a:pt x="570" y="1704"/>
                      <a:pt x="380" y="2626"/>
                      <a:pt x="244" y="3548"/>
                    </a:cubicBezTo>
                    <a:cubicBezTo>
                      <a:pt x="81" y="4525"/>
                      <a:pt x="0" y="5583"/>
                      <a:pt x="27" y="6641"/>
                    </a:cubicBezTo>
                    <a:cubicBezTo>
                      <a:pt x="27" y="6912"/>
                      <a:pt x="109" y="7237"/>
                      <a:pt x="353" y="7373"/>
                    </a:cubicBezTo>
                    <a:cubicBezTo>
                      <a:pt x="429" y="7426"/>
                      <a:pt x="512" y="7450"/>
                      <a:pt x="594" y="7450"/>
                    </a:cubicBezTo>
                    <a:cubicBezTo>
                      <a:pt x="805" y="7450"/>
                      <a:pt x="1015" y="7297"/>
                      <a:pt x="1112" y="7102"/>
                    </a:cubicBezTo>
                    <a:cubicBezTo>
                      <a:pt x="1302" y="6830"/>
                      <a:pt x="1302" y="6505"/>
                      <a:pt x="1302" y="6207"/>
                    </a:cubicBezTo>
                    <a:cubicBezTo>
                      <a:pt x="1329" y="7454"/>
                      <a:pt x="1655" y="8702"/>
                      <a:pt x="2278" y="9787"/>
                    </a:cubicBezTo>
                    <a:cubicBezTo>
                      <a:pt x="2414" y="10058"/>
                      <a:pt x="2658" y="10357"/>
                      <a:pt x="2957" y="10357"/>
                    </a:cubicBezTo>
                    <a:cubicBezTo>
                      <a:pt x="3255" y="10357"/>
                      <a:pt x="3499" y="10085"/>
                      <a:pt x="3635" y="9814"/>
                    </a:cubicBezTo>
                    <a:cubicBezTo>
                      <a:pt x="4340" y="8566"/>
                      <a:pt x="4313" y="6993"/>
                      <a:pt x="4042" y="5610"/>
                    </a:cubicBezTo>
                    <a:cubicBezTo>
                      <a:pt x="3689" y="3982"/>
                      <a:pt x="3065" y="2436"/>
                      <a:pt x="2170" y="1080"/>
                    </a:cubicBezTo>
                    <a:cubicBezTo>
                      <a:pt x="1980" y="755"/>
                      <a:pt x="1736" y="266"/>
                      <a:pt x="1438" y="49"/>
                    </a:cubicBezTo>
                    <a:cubicBezTo>
                      <a:pt x="1385" y="16"/>
                      <a:pt x="1338" y="0"/>
                      <a:pt x="129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44" name="Google Shape;819;p32">
                <a:extLst>
                  <a:ext uri="{FF2B5EF4-FFF2-40B4-BE49-F238E27FC236}">
                    <a16:creationId xmlns:a16="http://schemas.microsoft.com/office/drawing/2014/main" id="{0F01334C-BFD0-1DEE-F985-8F98F3AAAC05}"/>
                  </a:ext>
                </a:extLst>
              </p:cNvPr>
              <p:cNvSpPr/>
              <p:nvPr/>
            </p:nvSpPr>
            <p:spPr>
              <a:xfrm>
                <a:off x="7600875" y="2307675"/>
                <a:ext cx="41375" cy="1465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5860" fill="none" extrusionOk="0">
                    <a:moveTo>
                      <a:pt x="0" y="1"/>
                    </a:moveTo>
                    <a:cubicBezTo>
                      <a:pt x="543" y="1981"/>
                      <a:pt x="1085" y="3907"/>
                      <a:pt x="1655" y="586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45" name="Google Shape;820;p32">
                <a:extLst>
                  <a:ext uri="{FF2B5EF4-FFF2-40B4-BE49-F238E27FC236}">
                    <a16:creationId xmlns:a16="http://schemas.microsoft.com/office/drawing/2014/main" id="{6D6AB193-6B4A-BF7F-CDDB-1652BFD51205}"/>
                  </a:ext>
                </a:extLst>
              </p:cNvPr>
              <p:cNvSpPr/>
              <p:nvPr/>
            </p:nvSpPr>
            <p:spPr>
              <a:xfrm>
                <a:off x="7574425" y="2298200"/>
                <a:ext cx="14275" cy="125450"/>
              </a:xfrm>
              <a:custGeom>
                <a:avLst/>
                <a:gdLst/>
                <a:ahLst/>
                <a:cxnLst/>
                <a:rect l="l" t="t" r="r" b="b"/>
                <a:pathLst>
                  <a:path w="571" h="5018" fill="none" extrusionOk="0">
                    <a:moveTo>
                      <a:pt x="1" y="5018"/>
                    </a:moveTo>
                    <a:cubicBezTo>
                      <a:pt x="191" y="3363"/>
                      <a:pt x="380" y="1682"/>
                      <a:pt x="570" y="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46" name="Google Shape;821;p32">
                <a:extLst>
                  <a:ext uri="{FF2B5EF4-FFF2-40B4-BE49-F238E27FC236}">
                    <a16:creationId xmlns:a16="http://schemas.microsoft.com/office/drawing/2014/main" id="{5D892B0F-9044-6B88-36F3-EF349A7F2FD1}"/>
                  </a:ext>
                </a:extLst>
              </p:cNvPr>
              <p:cNvSpPr/>
              <p:nvPr/>
            </p:nvSpPr>
            <p:spPr>
              <a:xfrm>
                <a:off x="7367750" y="2267300"/>
                <a:ext cx="192475" cy="155675"/>
              </a:xfrm>
              <a:custGeom>
                <a:avLst/>
                <a:gdLst/>
                <a:ahLst/>
                <a:cxnLst/>
                <a:rect l="l" t="t" r="r" b="b"/>
                <a:pathLst>
                  <a:path w="7699" h="6227" extrusionOk="0">
                    <a:moveTo>
                      <a:pt x="6900" y="0"/>
                    </a:moveTo>
                    <a:cubicBezTo>
                      <a:pt x="6422" y="0"/>
                      <a:pt x="5745" y="382"/>
                      <a:pt x="5420" y="504"/>
                    </a:cubicBezTo>
                    <a:cubicBezTo>
                      <a:pt x="3955" y="1046"/>
                      <a:pt x="2490" y="1643"/>
                      <a:pt x="1188" y="2457"/>
                    </a:cubicBezTo>
                    <a:cubicBezTo>
                      <a:pt x="863" y="2674"/>
                      <a:pt x="537" y="2918"/>
                      <a:pt x="402" y="3270"/>
                    </a:cubicBezTo>
                    <a:cubicBezTo>
                      <a:pt x="293" y="3514"/>
                      <a:pt x="320" y="3786"/>
                      <a:pt x="537" y="3948"/>
                    </a:cubicBezTo>
                    <a:cubicBezTo>
                      <a:pt x="651" y="4052"/>
                      <a:pt x="792" y="4092"/>
                      <a:pt x="941" y="4092"/>
                    </a:cubicBezTo>
                    <a:cubicBezTo>
                      <a:pt x="1184" y="4092"/>
                      <a:pt x="1448" y="3985"/>
                      <a:pt x="1649" y="3867"/>
                    </a:cubicBezTo>
                    <a:lnTo>
                      <a:pt x="1649" y="3867"/>
                    </a:lnTo>
                    <a:cubicBezTo>
                      <a:pt x="1107" y="4220"/>
                      <a:pt x="646" y="4735"/>
                      <a:pt x="266" y="5277"/>
                    </a:cubicBezTo>
                    <a:cubicBezTo>
                      <a:pt x="1" y="5687"/>
                      <a:pt x="336" y="6226"/>
                      <a:pt x="795" y="6226"/>
                    </a:cubicBezTo>
                    <a:cubicBezTo>
                      <a:pt x="852" y="6226"/>
                      <a:pt x="911" y="6218"/>
                      <a:pt x="971" y="6200"/>
                    </a:cubicBezTo>
                    <a:cubicBezTo>
                      <a:pt x="1921" y="5901"/>
                      <a:pt x="2762" y="5277"/>
                      <a:pt x="3304" y="4437"/>
                    </a:cubicBezTo>
                    <a:lnTo>
                      <a:pt x="3304" y="4437"/>
                    </a:lnTo>
                    <a:lnTo>
                      <a:pt x="3250" y="4952"/>
                    </a:lnTo>
                    <a:cubicBezTo>
                      <a:pt x="3185" y="5321"/>
                      <a:pt x="3502" y="5639"/>
                      <a:pt x="3854" y="5639"/>
                    </a:cubicBezTo>
                    <a:cubicBezTo>
                      <a:pt x="3942" y="5639"/>
                      <a:pt x="4031" y="5619"/>
                      <a:pt x="4118" y="5576"/>
                    </a:cubicBezTo>
                    <a:cubicBezTo>
                      <a:pt x="4253" y="5549"/>
                      <a:pt x="4362" y="5494"/>
                      <a:pt x="4470" y="5413"/>
                    </a:cubicBezTo>
                    <a:cubicBezTo>
                      <a:pt x="4877" y="5169"/>
                      <a:pt x="5176" y="4844"/>
                      <a:pt x="5447" y="4464"/>
                    </a:cubicBezTo>
                    <a:cubicBezTo>
                      <a:pt x="6016" y="3759"/>
                      <a:pt x="6477" y="2972"/>
                      <a:pt x="6830" y="2158"/>
                    </a:cubicBezTo>
                    <a:cubicBezTo>
                      <a:pt x="7047" y="1724"/>
                      <a:pt x="7698" y="612"/>
                      <a:pt x="7291" y="151"/>
                    </a:cubicBezTo>
                    <a:cubicBezTo>
                      <a:pt x="7196" y="43"/>
                      <a:pt x="7059" y="0"/>
                      <a:pt x="69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47" name="Google Shape;822;p32">
                <a:extLst>
                  <a:ext uri="{FF2B5EF4-FFF2-40B4-BE49-F238E27FC236}">
                    <a16:creationId xmlns:a16="http://schemas.microsoft.com/office/drawing/2014/main" id="{740AB5D8-06AD-0076-3D2F-037709180B3C}"/>
                  </a:ext>
                </a:extLst>
              </p:cNvPr>
              <p:cNvSpPr/>
              <p:nvPr/>
            </p:nvSpPr>
            <p:spPr>
              <a:xfrm>
                <a:off x="7483575" y="2279200"/>
                <a:ext cx="64425" cy="84800"/>
              </a:xfrm>
              <a:custGeom>
                <a:avLst/>
                <a:gdLst/>
                <a:ahLst/>
                <a:cxnLst/>
                <a:rect l="l" t="t" r="r" b="b"/>
                <a:pathLst>
                  <a:path w="2577" h="3392" fill="none" extrusionOk="0">
                    <a:moveTo>
                      <a:pt x="2577" y="1"/>
                    </a:moveTo>
                    <a:cubicBezTo>
                      <a:pt x="1790" y="1167"/>
                      <a:pt x="949" y="2333"/>
                      <a:pt x="0" y="3391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48" name="Google Shape;823;p32">
                <a:extLst>
                  <a:ext uri="{FF2B5EF4-FFF2-40B4-BE49-F238E27FC236}">
                    <a16:creationId xmlns:a16="http://schemas.microsoft.com/office/drawing/2014/main" id="{95E0A134-60A8-F3C0-2604-6EA9EB3173BC}"/>
                  </a:ext>
                </a:extLst>
              </p:cNvPr>
              <p:cNvSpPr/>
              <p:nvPr/>
            </p:nvSpPr>
            <p:spPr>
              <a:xfrm>
                <a:off x="7413050" y="2279200"/>
                <a:ext cx="125475" cy="112600"/>
              </a:xfrm>
              <a:custGeom>
                <a:avLst/>
                <a:gdLst/>
                <a:ahLst/>
                <a:cxnLst/>
                <a:rect l="l" t="t" r="r" b="b"/>
                <a:pathLst>
                  <a:path w="5019" h="4504" fill="none" extrusionOk="0">
                    <a:moveTo>
                      <a:pt x="5018" y="1"/>
                    </a:moveTo>
                    <a:cubicBezTo>
                      <a:pt x="3445" y="1574"/>
                      <a:pt x="1763" y="3120"/>
                      <a:pt x="0" y="4503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49" name="Google Shape;824;p32">
                <a:extLst>
                  <a:ext uri="{FF2B5EF4-FFF2-40B4-BE49-F238E27FC236}">
                    <a16:creationId xmlns:a16="http://schemas.microsoft.com/office/drawing/2014/main" id="{94F10196-D5AA-376E-AC45-9FC1B6018443}"/>
                  </a:ext>
                </a:extLst>
              </p:cNvPr>
              <p:cNvSpPr/>
              <p:nvPr/>
            </p:nvSpPr>
            <p:spPr>
              <a:xfrm>
                <a:off x="7411000" y="2274450"/>
                <a:ext cx="122100" cy="73950"/>
              </a:xfrm>
              <a:custGeom>
                <a:avLst/>
                <a:gdLst/>
                <a:ahLst/>
                <a:cxnLst/>
                <a:rect l="l" t="t" r="r" b="b"/>
                <a:pathLst>
                  <a:path w="4884" h="2958" fill="none" extrusionOk="0">
                    <a:moveTo>
                      <a:pt x="4883" y="1"/>
                    </a:moveTo>
                    <a:cubicBezTo>
                      <a:pt x="3337" y="1167"/>
                      <a:pt x="1682" y="2143"/>
                      <a:pt x="1" y="2957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0" name="Google Shape;825;p32">
                <a:extLst>
                  <a:ext uri="{FF2B5EF4-FFF2-40B4-BE49-F238E27FC236}">
                    <a16:creationId xmlns:a16="http://schemas.microsoft.com/office/drawing/2014/main" id="{37328A56-A079-692B-FF6C-F0B6B1731AA8}"/>
                  </a:ext>
                </a:extLst>
              </p:cNvPr>
              <p:cNvSpPr/>
              <p:nvPr/>
            </p:nvSpPr>
            <p:spPr>
              <a:xfrm>
                <a:off x="7489675" y="1826750"/>
                <a:ext cx="251600" cy="474250"/>
              </a:xfrm>
              <a:custGeom>
                <a:avLst/>
                <a:gdLst/>
                <a:ahLst/>
                <a:cxnLst/>
                <a:rect l="l" t="t" r="r" b="b"/>
                <a:pathLst>
                  <a:path w="10064" h="18970" extrusionOk="0">
                    <a:moveTo>
                      <a:pt x="8525" y="1"/>
                    </a:moveTo>
                    <a:cubicBezTo>
                      <a:pt x="7718" y="1"/>
                      <a:pt x="7084" y="720"/>
                      <a:pt x="6646" y="1390"/>
                    </a:cubicBezTo>
                    <a:cubicBezTo>
                      <a:pt x="4503" y="4564"/>
                      <a:pt x="2685" y="7981"/>
                      <a:pt x="1275" y="11507"/>
                    </a:cubicBezTo>
                    <a:cubicBezTo>
                      <a:pt x="570" y="13271"/>
                      <a:pt x="0" y="15278"/>
                      <a:pt x="814" y="16959"/>
                    </a:cubicBezTo>
                    <a:cubicBezTo>
                      <a:pt x="1356" y="18044"/>
                      <a:pt x="2441" y="18804"/>
                      <a:pt x="3635" y="18939"/>
                    </a:cubicBezTo>
                    <a:cubicBezTo>
                      <a:pt x="3812" y="18960"/>
                      <a:pt x="3982" y="18970"/>
                      <a:pt x="4143" y="18970"/>
                    </a:cubicBezTo>
                    <a:cubicBezTo>
                      <a:pt x="7194" y="18970"/>
                      <a:pt x="7518" y="15448"/>
                      <a:pt x="8110" y="13026"/>
                    </a:cubicBezTo>
                    <a:cubicBezTo>
                      <a:pt x="8924" y="9772"/>
                      <a:pt x="9521" y="6435"/>
                      <a:pt x="9928" y="3072"/>
                    </a:cubicBezTo>
                    <a:cubicBezTo>
                      <a:pt x="10009" y="2448"/>
                      <a:pt x="10063" y="1824"/>
                      <a:pt x="9900" y="1228"/>
                    </a:cubicBezTo>
                    <a:cubicBezTo>
                      <a:pt x="9738" y="658"/>
                      <a:pt x="9249" y="88"/>
                      <a:pt x="8653" y="7"/>
                    </a:cubicBezTo>
                    <a:cubicBezTo>
                      <a:pt x="8610" y="3"/>
                      <a:pt x="8567" y="1"/>
                      <a:pt x="852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1" name="Google Shape;826;p32">
                <a:extLst>
                  <a:ext uri="{FF2B5EF4-FFF2-40B4-BE49-F238E27FC236}">
                    <a16:creationId xmlns:a16="http://schemas.microsoft.com/office/drawing/2014/main" id="{3E461686-98BF-B8A2-84E2-3F34DFA08424}"/>
                  </a:ext>
                </a:extLst>
              </p:cNvPr>
              <p:cNvSpPr/>
              <p:nvPr/>
            </p:nvSpPr>
            <p:spPr>
              <a:xfrm>
                <a:off x="7641550" y="2218175"/>
                <a:ext cx="20375" cy="4100"/>
              </a:xfrm>
              <a:custGeom>
                <a:avLst/>
                <a:gdLst/>
                <a:ahLst/>
                <a:cxnLst/>
                <a:rect l="l" t="t" r="r" b="b"/>
                <a:pathLst>
                  <a:path w="815" h="164" fill="none" extrusionOk="0">
                    <a:moveTo>
                      <a:pt x="815" y="82"/>
                    </a:moveTo>
                    <a:cubicBezTo>
                      <a:pt x="543" y="163"/>
                      <a:pt x="272" y="136"/>
                      <a:pt x="1" y="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2" name="Google Shape;827;p32">
                <a:extLst>
                  <a:ext uri="{FF2B5EF4-FFF2-40B4-BE49-F238E27FC236}">
                    <a16:creationId xmlns:a16="http://schemas.microsoft.com/office/drawing/2014/main" id="{00E9CA2C-6F58-7AF2-8E67-50FE34B0D403}"/>
                  </a:ext>
                </a:extLst>
              </p:cNvPr>
              <p:cNvSpPr/>
              <p:nvPr/>
            </p:nvSpPr>
            <p:spPr>
              <a:xfrm>
                <a:off x="7539850" y="2185625"/>
                <a:ext cx="8275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3310" h="1330" fill="none" extrusionOk="0">
                    <a:moveTo>
                      <a:pt x="3309" y="1330"/>
                    </a:moveTo>
                    <a:cubicBezTo>
                      <a:pt x="2116" y="1167"/>
                      <a:pt x="977" y="679"/>
                      <a:pt x="0" y="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3" name="Google Shape;828;p32">
                <a:extLst>
                  <a:ext uri="{FF2B5EF4-FFF2-40B4-BE49-F238E27FC236}">
                    <a16:creationId xmlns:a16="http://schemas.microsoft.com/office/drawing/2014/main" id="{00AE3AFC-5995-FFEC-71B4-AD3C357ACADC}"/>
                  </a:ext>
                </a:extLst>
              </p:cNvPr>
              <p:cNvSpPr/>
              <p:nvPr/>
            </p:nvSpPr>
            <p:spPr>
              <a:xfrm>
                <a:off x="7548650" y="2230375"/>
                <a:ext cx="73950" cy="2375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950" fill="none" extrusionOk="0">
                    <a:moveTo>
                      <a:pt x="2957" y="787"/>
                    </a:moveTo>
                    <a:cubicBezTo>
                      <a:pt x="1954" y="950"/>
                      <a:pt x="815" y="652"/>
                      <a:pt x="1" y="1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4" name="Google Shape;829;p32">
                <a:extLst>
                  <a:ext uri="{FF2B5EF4-FFF2-40B4-BE49-F238E27FC236}">
                    <a16:creationId xmlns:a16="http://schemas.microsoft.com/office/drawing/2014/main" id="{3AB8E040-FFC4-0E67-BF35-2DE4ACCF6131}"/>
                  </a:ext>
                </a:extLst>
              </p:cNvPr>
              <p:cNvSpPr/>
              <p:nvPr/>
            </p:nvSpPr>
            <p:spPr>
              <a:xfrm>
                <a:off x="7516125" y="2210025"/>
                <a:ext cx="17650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490" fill="none" extrusionOk="0">
                    <a:moveTo>
                      <a:pt x="705" y="489"/>
                    </a:moveTo>
                    <a:cubicBezTo>
                      <a:pt x="461" y="326"/>
                      <a:pt x="217" y="191"/>
                      <a:pt x="0" y="1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5" name="Google Shape;830;p32">
                <a:extLst>
                  <a:ext uri="{FF2B5EF4-FFF2-40B4-BE49-F238E27FC236}">
                    <a16:creationId xmlns:a16="http://schemas.microsoft.com/office/drawing/2014/main" id="{DBB23DB1-B08F-1A27-CFDD-C9C07659D0B5}"/>
                  </a:ext>
                </a:extLst>
              </p:cNvPr>
              <p:cNvSpPr/>
              <p:nvPr/>
            </p:nvSpPr>
            <p:spPr>
              <a:xfrm>
                <a:off x="7613075" y="2170700"/>
                <a:ext cx="43425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1737" h="489" fill="none" extrusionOk="0">
                    <a:moveTo>
                      <a:pt x="1737" y="489"/>
                    </a:moveTo>
                    <a:cubicBezTo>
                      <a:pt x="1140" y="435"/>
                      <a:pt x="543" y="272"/>
                      <a:pt x="1" y="1"/>
                    </a:cubicBezTo>
                  </a:path>
                </a:pathLst>
              </a:custGeom>
              <a:solidFill>
                <a:schemeClr val="dk1"/>
              </a:solidFill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6" name="Google Shape;831;p32">
                <a:extLst>
                  <a:ext uri="{FF2B5EF4-FFF2-40B4-BE49-F238E27FC236}">
                    <a16:creationId xmlns:a16="http://schemas.microsoft.com/office/drawing/2014/main" id="{62C5387C-3CEA-FA63-14A3-8C0F684CE34A}"/>
                  </a:ext>
                </a:extLst>
              </p:cNvPr>
              <p:cNvSpPr/>
              <p:nvPr/>
            </p:nvSpPr>
            <p:spPr>
              <a:xfrm>
                <a:off x="7535775" y="2137475"/>
                <a:ext cx="5020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1140" fill="none" extrusionOk="0">
                    <a:moveTo>
                      <a:pt x="2008" y="1140"/>
                    </a:moveTo>
                    <a:cubicBezTo>
                      <a:pt x="1248" y="977"/>
                      <a:pt x="516" y="570"/>
                      <a:pt x="1" y="1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7" name="Google Shape;832;p32">
                <a:extLst>
                  <a:ext uri="{FF2B5EF4-FFF2-40B4-BE49-F238E27FC236}">
                    <a16:creationId xmlns:a16="http://schemas.microsoft.com/office/drawing/2014/main" id="{D032D920-0B6C-A52C-501B-A3D0DEBB725F}"/>
                  </a:ext>
                </a:extLst>
              </p:cNvPr>
              <p:cNvSpPr/>
              <p:nvPr/>
            </p:nvSpPr>
            <p:spPr>
              <a:xfrm>
                <a:off x="7646975" y="2135450"/>
                <a:ext cx="30550" cy="4775"/>
              </a:xfrm>
              <a:custGeom>
                <a:avLst/>
                <a:gdLst/>
                <a:ahLst/>
                <a:cxnLst/>
                <a:rect l="l" t="t" r="r" b="b"/>
                <a:pathLst>
                  <a:path w="1222" h="191" fill="none" extrusionOk="0">
                    <a:moveTo>
                      <a:pt x="1221" y="55"/>
                    </a:moveTo>
                    <a:cubicBezTo>
                      <a:pt x="815" y="190"/>
                      <a:pt x="381" y="136"/>
                      <a:pt x="1" y="0"/>
                    </a:cubicBezTo>
                  </a:path>
                </a:pathLst>
              </a:custGeom>
              <a:solidFill>
                <a:schemeClr val="dk1"/>
              </a:solidFill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8" name="Google Shape;833;p32">
                <a:extLst>
                  <a:ext uri="{FF2B5EF4-FFF2-40B4-BE49-F238E27FC236}">
                    <a16:creationId xmlns:a16="http://schemas.microsoft.com/office/drawing/2014/main" id="{D7B42365-9893-E23C-C7D1-E5717E72C2FD}"/>
                  </a:ext>
                </a:extLst>
              </p:cNvPr>
              <p:cNvSpPr/>
              <p:nvPr/>
            </p:nvSpPr>
            <p:spPr>
              <a:xfrm>
                <a:off x="7551375" y="2091375"/>
                <a:ext cx="54275" cy="23750"/>
              </a:xfrm>
              <a:custGeom>
                <a:avLst/>
                <a:gdLst/>
                <a:ahLst/>
                <a:cxnLst/>
                <a:rect l="l" t="t" r="r" b="b"/>
                <a:pathLst>
                  <a:path w="2171" h="950" fill="none" extrusionOk="0">
                    <a:moveTo>
                      <a:pt x="2170" y="950"/>
                    </a:moveTo>
                    <a:cubicBezTo>
                      <a:pt x="1492" y="787"/>
                      <a:pt x="814" y="543"/>
                      <a:pt x="217" y="217"/>
                    </a:cubicBezTo>
                    <a:lnTo>
                      <a:pt x="0" y="0"/>
                    </a:ln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9" name="Google Shape;834;p32">
                <a:extLst>
                  <a:ext uri="{FF2B5EF4-FFF2-40B4-BE49-F238E27FC236}">
                    <a16:creationId xmlns:a16="http://schemas.microsoft.com/office/drawing/2014/main" id="{1AE1F92B-FAF2-F16B-31CE-E4DBB276E55E}"/>
                  </a:ext>
                </a:extLst>
              </p:cNvPr>
              <p:cNvSpPr/>
              <p:nvPr/>
            </p:nvSpPr>
            <p:spPr>
              <a:xfrm>
                <a:off x="7581200" y="2135450"/>
                <a:ext cx="23100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924" h="245" fill="none" extrusionOk="0">
                    <a:moveTo>
                      <a:pt x="923" y="244"/>
                    </a:moveTo>
                    <a:cubicBezTo>
                      <a:pt x="598" y="244"/>
                      <a:pt x="272" y="190"/>
                      <a:pt x="1" y="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0" name="Google Shape;835;p32">
                <a:extLst>
                  <a:ext uri="{FF2B5EF4-FFF2-40B4-BE49-F238E27FC236}">
                    <a16:creationId xmlns:a16="http://schemas.microsoft.com/office/drawing/2014/main" id="{77EA9AC4-6790-F99F-DA2A-56B752A801F6}"/>
                  </a:ext>
                </a:extLst>
              </p:cNvPr>
              <p:cNvSpPr/>
              <p:nvPr/>
            </p:nvSpPr>
            <p:spPr>
              <a:xfrm>
                <a:off x="7651725" y="2079850"/>
                <a:ext cx="27825" cy="4775"/>
              </a:xfrm>
              <a:custGeom>
                <a:avLst/>
                <a:gdLst/>
                <a:ahLst/>
                <a:cxnLst/>
                <a:rect l="l" t="t" r="r" b="b"/>
                <a:pathLst>
                  <a:path w="1113" h="191" fill="none" extrusionOk="0">
                    <a:moveTo>
                      <a:pt x="1113" y="190"/>
                    </a:moveTo>
                    <a:cubicBezTo>
                      <a:pt x="733" y="190"/>
                      <a:pt x="326" y="136"/>
                      <a:pt x="1" y="0"/>
                    </a:cubicBezTo>
                  </a:path>
                </a:pathLst>
              </a:custGeom>
              <a:solidFill>
                <a:schemeClr val="dk1"/>
              </a:solidFill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1" name="Google Shape;836;p32">
                <a:extLst>
                  <a:ext uri="{FF2B5EF4-FFF2-40B4-BE49-F238E27FC236}">
                    <a16:creationId xmlns:a16="http://schemas.microsoft.com/office/drawing/2014/main" id="{5FCF4B83-8927-C79D-404D-14BBE8AC1E74}"/>
                  </a:ext>
                </a:extLst>
              </p:cNvPr>
              <p:cNvSpPr/>
              <p:nvPr/>
            </p:nvSpPr>
            <p:spPr>
              <a:xfrm>
                <a:off x="7573750" y="2054075"/>
                <a:ext cx="48850" cy="19700"/>
              </a:xfrm>
              <a:custGeom>
                <a:avLst/>
                <a:gdLst/>
                <a:ahLst/>
                <a:cxnLst/>
                <a:rect l="l" t="t" r="r" b="b"/>
                <a:pathLst>
                  <a:path w="1954" h="788" fill="none" extrusionOk="0">
                    <a:moveTo>
                      <a:pt x="1953" y="787"/>
                    </a:moveTo>
                    <a:cubicBezTo>
                      <a:pt x="1275" y="651"/>
                      <a:pt x="597" y="380"/>
                      <a:pt x="1" y="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2" name="Google Shape;837;p32">
                <a:extLst>
                  <a:ext uri="{FF2B5EF4-FFF2-40B4-BE49-F238E27FC236}">
                    <a16:creationId xmlns:a16="http://schemas.microsoft.com/office/drawing/2014/main" id="{27AACF81-D3BE-FE54-4D35-71301DB28967}"/>
                  </a:ext>
                </a:extLst>
              </p:cNvPr>
              <p:cNvSpPr/>
              <p:nvPr/>
            </p:nvSpPr>
            <p:spPr>
              <a:xfrm>
                <a:off x="7607650" y="2033725"/>
                <a:ext cx="94975" cy="23075"/>
              </a:xfrm>
              <a:custGeom>
                <a:avLst/>
                <a:gdLst/>
                <a:ahLst/>
                <a:cxnLst/>
                <a:rect l="l" t="t" r="r" b="b"/>
                <a:pathLst>
                  <a:path w="3799" h="923" fill="none" extrusionOk="0">
                    <a:moveTo>
                      <a:pt x="3798" y="896"/>
                    </a:moveTo>
                    <a:cubicBezTo>
                      <a:pt x="2469" y="923"/>
                      <a:pt x="1167" y="625"/>
                      <a:pt x="1" y="1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3" name="Google Shape;838;p32">
                <a:extLst>
                  <a:ext uri="{FF2B5EF4-FFF2-40B4-BE49-F238E27FC236}">
                    <a16:creationId xmlns:a16="http://schemas.microsoft.com/office/drawing/2014/main" id="{EB176D4D-9074-8BAF-CA17-122AB60E5890}"/>
                  </a:ext>
                </a:extLst>
              </p:cNvPr>
              <p:cNvSpPr/>
              <p:nvPr/>
            </p:nvSpPr>
            <p:spPr>
              <a:xfrm>
                <a:off x="7581900" y="2016100"/>
                <a:ext cx="16275" cy="885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354" fill="none" extrusionOk="0">
                    <a:moveTo>
                      <a:pt x="651" y="353"/>
                    </a:moveTo>
                    <a:cubicBezTo>
                      <a:pt x="407" y="353"/>
                      <a:pt x="136" y="218"/>
                      <a:pt x="0" y="1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4" name="Google Shape;839;p32">
                <a:extLst>
                  <a:ext uri="{FF2B5EF4-FFF2-40B4-BE49-F238E27FC236}">
                    <a16:creationId xmlns:a16="http://schemas.microsoft.com/office/drawing/2014/main" id="{EC550F0E-D696-785B-01B5-1A3553D296E3}"/>
                  </a:ext>
                </a:extLst>
              </p:cNvPr>
              <p:cNvSpPr/>
              <p:nvPr/>
            </p:nvSpPr>
            <p:spPr>
              <a:xfrm>
                <a:off x="7645625" y="2015425"/>
                <a:ext cx="18325" cy="4100"/>
              </a:xfrm>
              <a:custGeom>
                <a:avLst/>
                <a:gdLst/>
                <a:ahLst/>
                <a:cxnLst/>
                <a:rect l="l" t="t" r="r" b="b"/>
                <a:pathLst>
                  <a:path w="733" h="164" fill="none" extrusionOk="0">
                    <a:moveTo>
                      <a:pt x="733" y="136"/>
                    </a:moveTo>
                    <a:cubicBezTo>
                      <a:pt x="516" y="163"/>
                      <a:pt x="245" y="109"/>
                      <a:pt x="1" y="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5" name="Google Shape;840;p32">
                <a:extLst>
                  <a:ext uri="{FF2B5EF4-FFF2-40B4-BE49-F238E27FC236}">
                    <a16:creationId xmlns:a16="http://schemas.microsoft.com/office/drawing/2014/main" id="{5179294F-FB97-99D3-8FAE-B746D6CFE820}"/>
                  </a:ext>
                </a:extLst>
              </p:cNvPr>
              <p:cNvSpPr/>
              <p:nvPr/>
            </p:nvSpPr>
            <p:spPr>
              <a:xfrm>
                <a:off x="7589350" y="1988975"/>
                <a:ext cx="332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1330" h="706" fill="none" extrusionOk="0">
                    <a:moveTo>
                      <a:pt x="1329" y="706"/>
                    </a:moveTo>
                    <a:cubicBezTo>
                      <a:pt x="868" y="543"/>
                      <a:pt x="407" y="299"/>
                      <a:pt x="0" y="1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6" name="Google Shape;841;p32">
                <a:extLst>
                  <a:ext uri="{FF2B5EF4-FFF2-40B4-BE49-F238E27FC236}">
                    <a16:creationId xmlns:a16="http://schemas.microsoft.com/office/drawing/2014/main" id="{351F5BE7-5042-DAF0-6991-3FFB3D294EE6}"/>
                  </a:ext>
                </a:extLst>
              </p:cNvPr>
              <p:cNvSpPr/>
              <p:nvPr/>
            </p:nvSpPr>
            <p:spPr>
              <a:xfrm>
                <a:off x="7615800" y="1965925"/>
                <a:ext cx="87500" cy="29175"/>
              </a:xfrm>
              <a:custGeom>
                <a:avLst/>
                <a:gdLst/>
                <a:ahLst/>
                <a:cxnLst/>
                <a:rect l="l" t="t" r="r" b="b"/>
                <a:pathLst>
                  <a:path w="3500" h="1167" fill="none" extrusionOk="0">
                    <a:moveTo>
                      <a:pt x="3499" y="1167"/>
                    </a:moveTo>
                    <a:cubicBezTo>
                      <a:pt x="2279" y="1031"/>
                      <a:pt x="1085" y="624"/>
                      <a:pt x="0" y="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7" name="Google Shape;842;p32">
                <a:extLst>
                  <a:ext uri="{FF2B5EF4-FFF2-40B4-BE49-F238E27FC236}">
                    <a16:creationId xmlns:a16="http://schemas.microsoft.com/office/drawing/2014/main" id="{470DCECD-3105-8403-065D-CC4CBDDF1836}"/>
                  </a:ext>
                </a:extLst>
              </p:cNvPr>
              <p:cNvSpPr/>
              <p:nvPr/>
            </p:nvSpPr>
            <p:spPr>
              <a:xfrm>
                <a:off x="7635450" y="1920500"/>
                <a:ext cx="71225" cy="30525"/>
              </a:xfrm>
              <a:custGeom>
                <a:avLst/>
                <a:gdLst/>
                <a:ahLst/>
                <a:cxnLst/>
                <a:rect l="l" t="t" r="r" b="b"/>
                <a:pathLst>
                  <a:path w="2849" h="1221" fill="none" extrusionOk="0">
                    <a:moveTo>
                      <a:pt x="2849" y="1221"/>
                    </a:moveTo>
                    <a:cubicBezTo>
                      <a:pt x="1791" y="1085"/>
                      <a:pt x="815" y="651"/>
                      <a:pt x="1" y="0"/>
                    </a:cubicBezTo>
                  </a:path>
                </a:pathLst>
              </a:custGeom>
              <a:noFill/>
              <a:ln w="8125" cap="rnd" cmpd="sng">
                <a:solidFill>
                  <a:srgbClr val="21300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8" name="Google Shape;843;p32">
                <a:extLst>
                  <a:ext uri="{FF2B5EF4-FFF2-40B4-BE49-F238E27FC236}">
                    <a16:creationId xmlns:a16="http://schemas.microsoft.com/office/drawing/2014/main" id="{6DBAA50F-E116-A294-0888-158D32BEF762}"/>
                  </a:ext>
                </a:extLst>
              </p:cNvPr>
              <p:cNvSpPr/>
              <p:nvPr/>
            </p:nvSpPr>
            <p:spPr>
              <a:xfrm>
                <a:off x="7673425" y="1911000"/>
                <a:ext cx="23775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951" h="245" fill="none" extrusionOk="0">
                    <a:moveTo>
                      <a:pt x="950" y="244"/>
                    </a:moveTo>
                    <a:cubicBezTo>
                      <a:pt x="625" y="244"/>
                      <a:pt x="272" y="163"/>
                      <a:pt x="1" y="0"/>
                    </a:cubicBezTo>
                  </a:path>
                </a:pathLst>
              </a:custGeom>
              <a:noFill/>
              <a:ln w="8125" cap="rnd" cmpd="sng">
                <a:solidFill>
                  <a:srgbClr val="21300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9" name="Google Shape;844;p32">
                <a:extLst>
                  <a:ext uri="{FF2B5EF4-FFF2-40B4-BE49-F238E27FC236}">
                    <a16:creationId xmlns:a16="http://schemas.microsoft.com/office/drawing/2014/main" id="{39B08747-D996-FE3B-4ED9-F269D326595C}"/>
                  </a:ext>
                </a:extLst>
              </p:cNvPr>
              <p:cNvSpPr/>
              <p:nvPr/>
            </p:nvSpPr>
            <p:spPr>
              <a:xfrm>
                <a:off x="7648350" y="1897425"/>
                <a:ext cx="16975" cy="10875"/>
              </a:xfrm>
              <a:custGeom>
                <a:avLst/>
                <a:gdLst/>
                <a:ahLst/>
                <a:cxnLst/>
                <a:rect l="l" t="t" r="r" b="b"/>
                <a:pathLst>
                  <a:path w="679" h="435" fill="none" extrusionOk="0">
                    <a:moveTo>
                      <a:pt x="678" y="435"/>
                    </a:moveTo>
                    <a:cubicBezTo>
                      <a:pt x="407" y="326"/>
                      <a:pt x="163" y="218"/>
                      <a:pt x="0" y="1"/>
                    </a:cubicBezTo>
                  </a:path>
                </a:pathLst>
              </a:custGeom>
              <a:noFill/>
              <a:ln w="8125" cap="rnd" cmpd="sng">
                <a:solidFill>
                  <a:srgbClr val="21300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70" name="Google Shape;845;p32">
                <a:extLst>
                  <a:ext uri="{FF2B5EF4-FFF2-40B4-BE49-F238E27FC236}">
                    <a16:creationId xmlns:a16="http://schemas.microsoft.com/office/drawing/2014/main" id="{80B14A86-980A-B88A-B88D-421D0E078038}"/>
                  </a:ext>
                </a:extLst>
              </p:cNvPr>
              <p:cNvSpPr/>
              <p:nvPr/>
            </p:nvSpPr>
            <p:spPr>
              <a:xfrm>
                <a:off x="7660550" y="1871000"/>
                <a:ext cx="53600" cy="22400"/>
              </a:xfrm>
              <a:custGeom>
                <a:avLst/>
                <a:gdLst/>
                <a:ahLst/>
                <a:cxnLst/>
                <a:rect l="l" t="t" r="r" b="b"/>
                <a:pathLst>
                  <a:path w="2144" h="896" fill="none" extrusionOk="0">
                    <a:moveTo>
                      <a:pt x="2143" y="895"/>
                    </a:moveTo>
                    <a:cubicBezTo>
                      <a:pt x="1357" y="787"/>
                      <a:pt x="624" y="488"/>
                      <a:pt x="0" y="0"/>
                    </a:cubicBezTo>
                  </a:path>
                </a:pathLst>
              </a:custGeom>
              <a:noFill/>
              <a:ln w="8125" cap="rnd" cmpd="sng">
                <a:solidFill>
                  <a:srgbClr val="21300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71" name="Google Shape;846;p32">
                <a:extLst>
                  <a:ext uri="{FF2B5EF4-FFF2-40B4-BE49-F238E27FC236}">
                    <a16:creationId xmlns:a16="http://schemas.microsoft.com/office/drawing/2014/main" id="{78BFC82B-9072-D8CD-95B9-5AEB6744C24E}"/>
                  </a:ext>
                </a:extLst>
              </p:cNvPr>
              <p:cNvSpPr/>
              <p:nvPr/>
            </p:nvSpPr>
            <p:spPr>
              <a:xfrm>
                <a:off x="7619850" y="2047000"/>
                <a:ext cx="72600" cy="195275"/>
              </a:xfrm>
              <a:custGeom>
                <a:avLst/>
                <a:gdLst/>
                <a:ahLst/>
                <a:cxnLst/>
                <a:rect l="l" t="t" r="r" b="b"/>
                <a:pathLst>
                  <a:path w="2904" h="7811" extrusionOk="0">
                    <a:moveTo>
                      <a:pt x="2276" y="0"/>
                    </a:moveTo>
                    <a:cubicBezTo>
                      <a:pt x="2071" y="0"/>
                      <a:pt x="1875" y="118"/>
                      <a:pt x="1737" y="256"/>
                    </a:cubicBezTo>
                    <a:cubicBezTo>
                      <a:pt x="1574" y="446"/>
                      <a:pt x="1493" y="690"/>
                      <a:pt x="1439" y="907"/>
                    </a:cubicBezTo>
                    <a:cubicBezTo>
                      <a:pt x="1086" y="1938"/>
                      <a:pt x="815" y="3050"/>
                      <a:pt x="598" y="4081"/>
                    </a:cubicBezTo>
                    <a:cubicBezTo>
                      <a:pt x="489" y="4623"/>
                      <a:pt x="381" y="5166"/>
                      <a:pt x="272" y="5762"/>
                    </a:cubicBezTo>
                    <a:cubicBezTo>
                      <a:pt x="218" y="6224"/>
                      <a:pt x="1" y="6875"/>
                      <a:pt x="82" y="7336"/>
                    </a:cubicBezTo>
                    <a:cubicBezTo>
                      <a:pt x="109" y="7675"/>
                      <a:pt x="340" y="7810"/>
                      <a:pt x="604" y="7810"/>
                    </a:cubicBezTo>
                    <a:cubicBezTo>
                      <a:pt x="869" y="7810"/>
                      <a:pt x="1167" y="7675"/>
                      <a:pt x="1330" y="7471"/>
                    </a:cubicBezTo>
                    <a:cubicBezTo>
                      <a:pt x="1601" y="7173"/>
                      <a:pt x="1710" y="6603"/>
                      <a:pt x="1845" y="6224"/>
                    </a:cubicBezTo>
                    <a:cubicBezTo>
                      <a:pt x="2008" y="5708"/>
                      <a:pt x="2144" y="5220"/>
                      <a:pt x="2279" y="4678"/>
                    </a:cubicBezTo>
                    <a:cubicBezTo>
                      <a:pt x="2551" y="3538"/>
                      <a:pt x="2768" y="2372"/>
                      <a:pt x="2849" y="1179"/>
                    </a:cubicBezTo>
                    <a:cubicBezTo>
                      <a:pt x="2903" y="934"/>
                      <a:pt x="2903" y="717"/>
                      <a:pt x="2822" y="500"/>
                    </a:cubicBezTo>
                    <a:cubicBezTo>
                      <a:pt x="2768" y="283"/>
                      <a:pt x="2632" y="94"/>
                      <a:pt x="2388" y="12"/>
                    </a:cubicBezTo>
                    <a:cubicBezTo>
                      <a:pt x="2351" y="4"/>
                      <a:pt x="2313" y="0"/>
                      <a:pt x="2276" y="0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72" name="Google Shape;847;p32">
                <a:extLst>
                  <a:ext uri="{FF2B5EF4-FFF2-40B4-BE49-F238E27FC236}">
                    <a16:creationId xmlns:a16="http://schemas.microsoft.com/office/drawing/2014/main" id="{23C6BB57-AC75-2742-455B-AFF5E6BA0C9C}"/>
                  </a:ext>
                </a:extLst>
              </p:cNvPr>
              <p:cNvSpPr/>
              <p:nvPr/>
            </p:nvSpPr>
            <p:spPr>
              <a:xfrm>
                <a:off x="6811575" y="1609650"/>
                <a:ext cx="667275" cy="574875"/>
              </a:xfrm>
              <a:custGeom>
                <a:avLst/>
                <a:gdLst/>
                <a:ahLst/>
                <a:cxnLst/>
                <a:rect l="l" t="t" r="r" b="b"/>
                <a:pathLst>
                  <a:path w="26691" h="22995" extrusionOk="0">
                    <a:moveTo>
                      <a:pt x="7607" y="0"/>
                    </a:moveTo>
                    <a:cubicBezTo>
                      <a:pt x="6548" y="0"/>
                      <a:pt x="5507" y="126"/>
                      <a:pt x="4530" y="554"/>
                    </a:cubicBezTo>
                    <a:cubicBezTo>
                      <a:pt x="3011" y="1232"/>
                      <a:pt x="1790" y="2832"/>
                      <a:pt x="2035" y="4460"/>
                    </a:cubicBezTo>
                    <a:cubicBezTo>
                      <a:pt x="597" y="5924"/>
                      <a:pt x="0" y="8121"/>
                      <a:pt x="461" y="10101"/>
                    </a:cubicBezTo>
                    <a:cubicBezTo>
                      <a:pt x="977" y="12054"/>
                      <a:pt x="2523" y="13763"/>
                      <a:pt x="4503" y="14333"/>
                    </a:cubicBezTo>
                    <a:cubicBezTo>
                      <a:pt x="3228" y="14604"/>
                      <a:pt x="2224" y="15879"/>
                      <a:pt x="2306" y="17181"/>
                    </a:cubicBezTo>
                    <a:cubicBezTo>
                      <a:pt x="2360" y="18456"/>
                      <a:pt x="3445" y="19649"/>
                      <a:pt x="4774" y="19785"/>
                    </a:cubicBezTo>
                    <a:cubicBezTo>
                      <a:pt x="4232" y="20571"/>
                      <a:pt x="4611" y="21683"/>
                      <a:pt x="5344" y="22253"/>
                    </a:cubicBezTo>
                    <a:cubicBezTo>
                      <a:pt x="6103" y="22850"/>
                      <a:pt x="7080" y="22931"/>
                      <a:pt x="8029" y="22985"/>
                    </a:cubicBezTo>
                    <a:cubicBezTo>
                      <a:pt x="8219" y="22991"/>
                      <a:pt x="8408" y="22995"/>
                      <a:pt x="8598" y="22995"/>
                    </a:cubicBezTo>
                    <a:cubicBezTo>
                      <a:pt x="15050" y="22995"/>
                      <a:pt x="21389" y="19432"/>
                      <a:pt x="24683" y="13899"/>
                    </a:cubicBezTo>
                    <a:cubicBezTo>
                      <a:pt x="25659" y="12271"/>
                      <a:pt x="26338" y="10101"/>
                      <a:pt x="25334" y="8501"/>
                    </a:cubicBezTo>
                    <a:lnTo>
                      <a:pt x="25334" y="8501"/>
                    </a:lnTo>
                    <a:lnTo>
                      <a:pt x="26690" y="10020"/>
                    </a:lnTo>
                    <a:cubicBezTo>
                      <a:pt x="25388" y="6765"/>
                      <a:pt x="22649" y="4216"/>
                      <a:pt x="19557" y="2670"/>
                    </a:cubicBezTo>
                    <a:cubicBezTo>
                      <a:pt x="16437" y="1096"/>
                      <a:pt x="12938" y="418"/>
                      <a:pt x="9467" y="93"/>
                    </a:cubicBezTo>
                    <a:cubicBezTo>
                      <a:pt x="8847" y="43"/>
                      <a:pt x="8224" y="0"/>
                      <a:pt x="760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73" name="Google Shape;848;p32">
                <a:extLst>
                  <a:ext uri="{FF2B5EF4-FFF2-40B4-BE49-F238E27FC236}">
                    <a16:creationId xmlns:a16="http://schemas.microsoft.com/office/drawing/2014/main" id="{6214088D-47B0-3ADE-2D83-718537C43B88}"/>
                  </a:ext>
                </a:extLst>
              </p:cNvPr>
              <p:cNvSpPr/>
              <p:nvPr/>
            </p:nvSpPr>
            <p:spPr>
              <a:xfrm>
                <a:off x="6871925" y="1658975"/>
                <a:ext cx="423825" cy="104900"/>
              </a:xfrm>
              <a:custGeom>
                <a:avLst/>
                <a:gdLst/>
                <a:ahLst/>
                <a:cxnLst/>
                <a:rect l="l" t="t" r="r" b="b"/>
                <a:pathLst>
                  <a:path w="16953" h="4196" extrusionOk="0">
                    <a:moveTo>
                      <a:pt x="2562" y="0"/>
                    </a:moveTo>
                    <a:cubicBezTo>
                      <a:pt x="1762" y="0"/>
                      <a:pt x="982" y="51"/>
                      <a:pt x="217" y="154"/>
                    </a:cubicBezTo>
                    <a:cubicBezTo>
                      <a:pt x="163" y="263"/>
                      <a:pt x="55" y="398"/>
                      <a:pt x="0" y="480"/>
                    </a:cubicBezTo>
                    <a:cubicBezTo>
                      <a:pt x="794" y="363"/>
                      <a:pt x="1615" y="306"/>
                      <a:pt x="2463" y="306"/>
                    </a:cubicBezTo>
                    <a:cubicBezTo>
                      <a:pt x="3994" y="306"/>
                      <a:pt x="5614" y="493"/>
                      <a:pt x="7324" y="859"/>
                    </a:cubicBezTo>
                    <a:cubicBezTo>
                      <a:pt x="10552" y="1564"/>
                      <a:pt x="13671" y="2894"/>
                      <a:pt x="16709" y="4195"/>
                    </a:cubicBezTo>
                    <a:cubicBezTo>
                      <a:pt x="16817" y="4195"/>
                      <a:pt x="16899" y="4141"/>
                      <a:pt x="16953" y="4087"/>
                    </a:cubicBezTo>
                    <a:lnTo>
                      <a:pt x="16953" y="4060"/>
                    </a:lnTo>
                    <a:cubicBezTo>
                      <a:pt x="16953" y="3979"/>
                      <a:pt x="16899" y="3924"/>
                      <a:pt x="16844" y="3870"/>
                    </a:cubicBezTo>
                    <a:cubicBezTo>
                      <a:pt x="13834" y="2595"/>
                      <a:pt x="10660" y="1266"/>
                      <a:pt x="7378" y="561"/>
                    </a:cubicBezTo>
                    <a:cubicBezTo>
                      <a:pt x="5687" y="187"/>
                      <a:pt x="4089" y="0"/>
                      <a:pt x="256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74" name="Google Shape;849;p32">
                <a:extLst>
                  <a:ext uri="{FF2B5EF4-FFF2-40B4-BE49-F238E27FC236}">
                    <a16:creationId xmlns:a16="http://schemas.microsoft.com/office/drawing/2014/main" id="{497044A8-0F11-526F-21F9-4A4DA6BE3E8E}"/>
                  </a:ext>
                </a:extLst>
              </p:cNvPr>
              <p:cNvSpPr/>
              <p:nvPr/>
            </p:nvSpPr>
            <p:spPr>
              <a:xfrm>
                <a:off x="6819700" y="1820300"/>
                <a:ext cx="640150" cy="335225"/>
              </a:xfrm>
              <a:custGeom>
                <a:avLst/>
                <a:gdLst/>
                <a:ahLst/>
                <a:cxnLst/>
                <a:rect l="l" t="t" r="r" b="b"/>
                <a:pathLst>
                  <a:path w="25606" h="13409" extrusionOk="0">
                    <a:moveTo>
                      <a:pt x="2055" y="1"/>
                    </a:moveTo>
                    <a:cubicBezTo>
                      <a:pt x="1371" y="1"/>
                      <a:pt x="679" y="7"/>
                      <a:pt x="1" y="21"/>
                    </a:cubicBezTo>
                    <a:lnTo>
                      <a:pt x="1" y="374"/>
                    </a:lnTo>
                    <a:cubicBezTo>
                      <a:pt x="679" y="360"/>
                      <a:pt x="1371" y="353"/>
                      <a:pt x="2055" y="353"/>
                    </a:cubicBezTo>
                    <a:cubicBezTo>
                      <a:pt x="2740" y="353"/>
                      <a:pt x="3418" y="360"/>
                      <a:pt x="4069" y="374"/>
                    </a:cubicBezTo>
                    <a:cubicBezTo>
                      <a:pt x="8246" y="428"/>
                      <a:pt x="12532" y="509"/>
                      <a:pt x="16736" y="1052"/>
                    </a:cubicBezTo>
                    <a:cubicBezTo>
                      <a:pt x="19259" y="1377"/>
                      <a:pt x="21808" y="1892"/>
                      <a:pt x="24277" y="2571"/>
                    </a:cubicBezTo>
                    <a:cubicBezTo>
                      <a:pt x="24250" y="2598"/>
                      <a:pt x="24195" y="2598"/>
                      <a:pt x="24141" y="2652"/>
                    </a:cubicBezTo>
                    <a:lnTo>
                      <a:pt x="15299" y="2408"/>
                    </a:lnTo>
                    <a:cubicBezTo>
                      <a:pt x="13458" y="2356"/>
                      <a:pt x="11589" y="2304"/>
                      <a:pt x="9710" y="2304"/>
                    </a:cubicBezTo>
                    <a:cubicBezTo>
                      <a:pt x="6690" y="2304"/>
                      <a:pt x="3645" y="2438"/>
                      <a:pt x="652" y="2923"/>
                    </a:cubicBezTo>
                    <a:cubicBezTo>
                      <a:pt x="733" y="3005"/>
                      <a:pt x="760" y="3113"/>
                      <a:pt x="815" y="3222"/>
                    </a:cubicBezTo>
                    <a:cubicBezTo>
                      <a:pt x="3809" y="2765"/>
                      <a:pt x="6846" y="2635"/>
                      <a:pt x="9865" y="2635"/>
                    </a:cubicBezTo>
                    <a:cubicBezTo>
                      <a:pt x="11687" y="2635"/>
                      <a:pt x="13502" y="2682"/>
                      <a:pt x="15299" y="2733"/>
                    </a:cubicBezTo>
                    <a:lnTo>
                      <a:pt x="23409" y="2950"/>
                    </a:lnTo>
                    <a:cubicBezTo>
                      <a:pt x="18392" y="4871"/>
                      <a:pt x="13074" y="5852"/>
                      <a:pt x="7730" y="5852"/>
                    </a:cubicBezTo>
                    <a:cubicBezTo>
                      <a:pt x="6284" y="5852"/>
                      <a:pt x="4836" y="5780"/>
                      <a:pt x="3391" y="5636"/>
                    </a:cubicBezTo>
                    <a:lnTo>
                      <a:pt x="3391" y="5636"/>
                    </a:lnTo>
                    <a:cubicBezTo>
                      <a:pt x="3663" y="5771"/>
                      <a:pt x="3934" y="5853"/>
                      <a:pt x="4205" y="5961"/>
                    </a:cubicBezTo>
                    <a:cubicBezTo>
                      <a:pt x="4151" y="5961"/>
                      <a:pt x="4124" y="5988"/>
                      <a:pt x="4042" y="6042"/>
                    </a:cubicBezTo>
                    <a:cubicBezTo>
                      <a:pt x="5283" y="6151"/>
                      <a:pt x="6526" y="6205"/>
                      <a:pt x="7769" y="6205"/>
                    </a:cubicBezTo>
                    <a:cubicBezTo>
                      <a:pt x="13344" y="6205"/>
                      <a:pt x="18901" y="5122"/>
                      <a:pt x="24114" y="3059"/>
                    </a:cubicBezTo>
                    <a:lnTo>
                      <a:pt x="24114" y="3059"/>
                    </a:lnTo>
                    <a:cubicBezTo>
                      <a:pt x="21429" y="5419"/>
                      <a:pt x="17713" y="7073"/>
                      <a:pt x="13346" y="7833"/>
                    </a:cubicBezTo>
                    <a:cubicBezTo>
                      <a:pt x="10758" y="8283"/>
                      <a:pt x="8132" y="8396"/>
                      <a:pt x="5520" y="8396"/>
                    </a:cubicBezTo>
                    <a:cubicBezTo>
                      <a:pt x="4354" y="8396"/>
                      <a:pt x="3191" y="8373"/>
                      <a:pt x="2035" y="8348"/>
                    </a:cubicBezTo>
                    <a:lnTo>
                      <a:pt x="2035" y="8673"/>
                    </a:lnTo>
                    <a:cubicBezTo>
                      <a:pt x="3209" y="8707"/>
                      <a:pt x="4393" y="8733"/>
                      <a:pt x="5580" y="8733"/>
                    </a:cubicBezTo>
                    <a:cubicBezTo>
                      <a:pt x="8207" y="8733"/>
                      <a:pt x="10849" y="8606"/>
                      <a:pt x="13427" y="8158"/>
                    </a:cubicBezTo>
                    <a:cubicBezTo>
                      <a:pt x="17306" y="7480"/>
                      <a:pt x="20669" y="6124"/>
                      <a:pt x="23273" y="4198"/>
                    </a:cubicBezTo>
                    <a:lnTo>
                      <a:pt x="23273" y="4198"/>
                    </a:lnTo>
                    <a:cubicBezTo>
                      <a:pt x="20669" y="6612"/>
                      <a:pt x="17604" y="8104"/>
                      <a:pt x="15190" y="8945"/>
                    </a:cubicBezTo>
                    <a:cubicBezTo>
                      <a:pt x="11447" y="10301"/>
                      <a:pt x="7514" y="10925"/>
                      <a:pt x="3717" y="11250"/>
                    </a:cubicBezTo>
                    <a:cubicBezTo>
                      <a:pt x="3934" y="11359"/>
                      <a:pt x="4205" y="11467"/>
                      <a:pt x="4476" y="11494"/>
                    </a:cubicBezTo>
                    <a:lnTo>
                      <a:pt x="4476" y="11521"/>
                    </a:lnTo>
                    <a:cubicBezTo>
                      <a:pt x="8057" y="11142"/>
                      <a:pt x="11745" y="10545"/>
                      <a:pt x="15299" y="9243"/>
                    </a:cubicBezTo>
                    <a:cubicBezTo>
                      <a:pt x="17821" y="8348"/>
                      <a:pt x="21076" y="6775"/>
                      <a:pt x="23788" y="4144"/>
                    </a:cubicBezTo>
                    <a:lnTo>
                      <a:pt x="23788" y="4144"/>
                    </a:lnTo>
                    <a:cubicBezTo>
                      <a:pt x="23327" y="4740"/>
                      <a:pt x="22839" y="5310"/>
                      <a:pt x="22297" y="5907"/>
                    </a:cubicBezTo>
                    <a:cubicBezTo>
                      <a:pt x="17988" y="10420"/>
                      <a:pt x="11716" y="13067"/>
                      <a:pt x="5474" y="13067"/>
                    </a:cubicBezTo>
                    <a:cubicBezTo>
                      <a:pt x="5114" y="13067"/>
                      <a:pt x="4754" y="13058"/>
                      <a:pt x="4395" y="13040"/>
                    </a:cubicBezTo>
                    <a:lnTo>
                      <a:pt x="4395" y="13040"/>
                    </a:lnTo>
                    <a:cubicBezTo>
                      <a:pt x="4422" y="13149"/>
                      <a:pt x="4476" y="13284"/>
                      <a:pt x="4558" y="13393"/>
                    </a:cubicBezTo>
                    <a:cubicBezTo>
                      <a:pt x="4834" y="13403"/>
                      <a:pt x="5110" y="13408"/>
                      <a:pt x="5386" y="13408"/>
                    </a:cubicBezTo>
                    <a:cubicBezTo>
                      <a:pt x="11760" y="13408"/>
                      <a:pt x="18146" y="10725"/>
                      <a:pt x="22514" y="6124"/>
                    </a:cubicBezTo>
                    <a:cubicBezTo>
                      <a:pt x="23463" y="5147"/>
                      <a:pt x="24277" y="4144"/>
                      <a:pt x="24928" y="3086"/>
                    </a:cubicBezTo>
                    <a:lnTo>
                      <a:pt x="25307" y="3086"/>
                    </a:lnTo>
                    <a:cubicBezTo>
                      <a:pt x="25362" y="3086"/>
                      <a:pt x="25416" y="3059"/>
                      <a:pt x="25443" y="2977"/>
                    </a:cubicBezTo>
                    <a:lnTo>
                      <a:pt x="25470" y="2977"/>
                    </a:lnTo>
                    <a:cubicBezTo>
                      <a:pt x="25497" y="2869"/>
                      <a:pt x="25497" y="2788"/>
                      <a:pt x="25551" y="2679"/>
                    </a:cubicBezTo>
                    <a:cubicBezTo>
                      <a:pt x="25443" y="2652"/>
                      <a:pt x="25334" y="2598"/>
                      <a:pt x="25280" y="2571"/>
                    </a:cubicBezTo>
                    <a:cubicBezTo>
                      <a:pt x="25362" y="2435"/>
                      <a:pt x="25470" y="2299"/>
                      <a:pt x="25606" y="2164"/>
                    </a:cubicBezTo>
                    <a:cubicBezTo>
                      <a:pt x="25606" y="1892"/>
                      <a:pt x="25606" y="1648"/>
                      <a:pt x="25551" y="1431"/>
                    </a:cubicBezTo>
                    <a:cubicBezTo>
                      <a:pt x="25307" y="1621"/>
                      <a:pt x="25145" y="1974"/>
                      <a:pt x="24928" y="2299"/>
                    </a:cubicBezTo>
                    <a:cubicBezTo>
                      <a:pt x="24928" y="2326"/>
                      <a:pt x="24901" y="2326"/>
                      <a:pt x="24901" y="2381"/>
                    </a:cubicBezTo>
                    <a:lnTo>
                      <a:pt x="24765" y="2381"/>
                    </a:lnTo>
                    <a:cubicBezTo>
                      <a:pt x="22161" y="1621"/>
                      <a:pt x="19449" y="1079"/>
                      <a:pt x="16763" y="699"/>
                    </a:cubicBezTo>
                    <a:cubicBezTo>
                      <a:pt x="12559" y="157"/>
                      <a:pt x="8246" y="102"/>
                      <a:pt x="4069" y="21"/>
                    </a:cubicBezTo>
                    <a:cubicBezTo>
                      <a:pt x="3418" y="7"/>
                      <a:pt x="2740" y="1"/>
                      <a:pt x="20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75" name="Google Shape;850;p32">
                <a:extLst>
                  <a:ext uri="{FF2B5EF4-FFF2-40B4-BE49-F238E27FC236}">
                    <a16:creationId xmlns:a16="http://schemas.microsoft.com/office/drawing/2014/main" id="{5A0615EF-AE36-1519-6DFA-1ABD715B742E}"/>
                  </a:ext>
                </a:extLst>
              </p:cNvPr>
              <p:cNvSpPr/>
              <p:nvPr/>
            </p:nvSpPr>
            <p:spPr>
              <a:xfrm>
                <a:off x="6836650" y="1740075"/>
                <a:ext cx="564200" cy="104075"/>
              </a:xfrm>
              <a:custGeom>
                <a:avLst/>
                <a:gdLst/>
                <a:ahLst/>
                <a:cxnLst/>
                <a:rect l="l" t="t" r="r" b="b"/>
                <a:pathLst>
                  <a:path w="22568" h="4163" extrusionOk="0">
                    <a:moveTo>
                      <a:pt x="5276" y="1"/>
                    </a:moveTo>
                    <a:cubicBezTo>
                      <a:pt x="3576" y="1"/>
                      <a:pt x="1876" y="109"/>
                      <a:pt x="191" y="328"/>
                    </a:cubicBezTo>
                    <a:cubicBezTo>
                      <a:pt x="137" y="436"/>
                      <a:pt x="82" y="572"/>
                      <a:pt x="1" y="680"/>
                    </a:cubicBezTo>
                    <a:cubicBezTo>
                      <a:pt x="1781" y="432"/>
                      <a:pt x="3575" y="309"/>
                      <a:pt x="5367" y="309"/>
                    </a:cubicBezTo>
                    <a:cubicBezTo>
                      <a:pt x="11220" y="309"/>
                      <a:pt x="17056" y="1619"/>
                      <a:pt x="22351" y="4152"/>
                    </a:cubicBezTo>
                    <a:cubicBezTo>
                      <a:pt x="22373" y="4159"/>
                      <a:pt x="22395" y="4163"/>
                      <a:pt x="22416" y="4163"/>
                    </a:cubicBezTo>
                    <a:cubicBezTo>
                      <a:pt x="22474" y="4163"/>
                      <a:pt x="22528" y="4138"/>
                      <a:pt x="22568" y="4098"/>
                    </a:cubicBezTo>
                    <a:lnTo>
                      <a:pt x="22568" y="4071"/>
                    </a:lnTo>
                    <a:cubicBezTo>
                      <a:pt x="22568" y="3989"/>
                      <a:pt x="22514" y="3935"/>
                      <a:pt x="22459" y="3881"/>
                    </a:cubicBezTo>
                    <a:cubicBezTo>
                      <a:pt x="17109" y="1311"/>
                      <a:pt x="11187" y="1"/>
                      <a:pt x="527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76" name="Google Shape;851;p32">
                <a:extLst>
                  <a:ext uri="{FF2B5EF4-FFF2-40B4-BE49-F238E27FC236}">
                    <a16:creationId xmlns:a16="http://schemas.microsoft.com/office/drawing/2014/main" id="{1EFEF4AE-80C0-DA8C-802C-159A2628FFCE}"/>
                  </a:ext>
                </a:extLst>
              </p:cNvPr>
              <p:cNvSpPr/>
              <p:nvPr/>
            </p:nvSpPr>
            <p:spPr>
              <a:xfrm>
                <a:off x="7461875" y="1840225"/>
                <a:ext cx="10875" cy="13150"/>
              </a:xfrm>
              <a:custGeom>
                <a:avLst/>
                <a:gdLst/>
                <a:ahLst/>
                <a:cxnLst/>
                <a:rect l="l" t="t" r="r" b="b"/>
                <a:pathLst>
                  <a:path w="435" h="526" extrusionOk="0">
                    <a:moveTo>
                      <a:pt x="141" y="0"/>
                    </a:moveTo>
                    <a:cubicBezTo>
                      <a:pt x="87" y="0"/>
                      <a:pt x="20" y="31"/>
                      <a:pt x="0" y="92"/>
                    </a:cubicBezTo>
                    <a:lnTo>
                      <a:pt x="353" y="526"/>
                    </a:lnTo>
                    <a:lnTo>
                      <a:pt x="353" y="499"/>
                    </a:lnTo>
                    <a:cubicBezTo>
                      <a:pt x="434" y="417"/>
                      <a:pt x="407" y="363"/>
                      <a:pt x="326" y="336"/>
                    </a:cubicBezTo>
                    <a:cubicBezTo>
                      <a:pt x="298" y="282"/>
                      <a:pt x="271" y="282"/>
                      <a:pt x="271" y="282"/>
                    </a:cubicBezTo>
                    <a:cubicBezTo>
                      <a:pt x="271" y="255"/>
                      <a:pt x="298" y="255"/>
                      <a:pt x="298" y="227"/>
                    </a:cubicBezTo>
                    <a:lnTo>
                      <a:pt x="298" y="200"/>
                    </a:lnTo>
                    <a:cubicBezTo>
                      <a:pt x="298" y="119"/>
                      <a:pt x="271" y="65"/>
                      <a:pt x="190" y="10"/>
                    </a:cubicBezTo>
                    <a:cubicBezTo>
                      <a:pt x="176" y="4"/>
                      <a:pt x="159" y="0"/>
                      <a:pt x="1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77" name="Google Shape;852;p32">
                <a:extLst>
                  <a:ext uri="{FF2B5EF4-FFF2-40B4-BE49-F238E27FC236}">
                    <a16:creationId xmlns:a16="http://schemas.microsoft.com/office/drawing/2014/main" id="{68839ECB-6B39-FD06-BE78-15DA5743FEC4}"/>
                  </a:ext>
                </a:extLst>
              </p:cNvPr>
              <p:cNvSpPr/>
              <p:nvPr/>
            </p:nvSpPr>
            <p:spPr>
              <a:xfrm>
                <a:off x="6811575" y="1609925"/>
                <a:ext cx="221750" cy="574375"/>
              </a:xfrm>
              <a:custGeom>
                <a:avLst/>
                <a:gdLst/>
                <a:ahLst/>
                <a:cxnLst/>
                <a:rect l="l" t="t" r="r" b="b"/>
                <a:pathLst>
                  <a:path w="8870" h="22975" extrusionOk="0">
                    <a:moveTo>
                      <a:pt x="6890" y="0"/>
                    </a:moveTo>
                    <a:lnTo>
                      <a:pt x="6890" y="0"/>
                    </a:lnTo>
                    <a:cubicBezTo>
                      <a:pt x="6076" y="82"/>
                      <a:pt x="5289" y="217"/>
                      <a:pt x="4584" y="543"/>
                    </a:cubicBezTo>
                    <a:cubicBezTo>
                      <a:pt x="3011" y="1221"/>
                      <a:pt x="1790" y="2821"/>
                      <a:pt x="2035" y="4449"/>
                    </a:cubicBezTo>
                    <a:cubicBezTo>
                      <a:pt x="597" y="5913"/>
                      <a:pt x="0" y="8110"/>
                      <a:pt x="461" y="10063"/>
                    </a:cubicBezTo>
                    <a:cubicBezTo>
                      <a:pt x="977" y="12043"/>
                      <a:pt x="2550" y="13752"/>
                      <a:pt x="4503" y="14322"/>
                    </a:cubicBezTo>
                    <a:cubicBezTo>
                      <a:pt x="3228" y="14593"/>
                      <a:pt x="2224" y="15868"/>
                      <a:pt x="2306" y="17170"/>
                    </a:cubicBezTo>
                    <a:cubicBezTo>
                      <a:pt x="2360" y="18445"/>
                      <a:pt x="3445" y="19638"/>
                      <a:pt x="4774" y="19774"/>
                    </a:cubicBezTo>
                    <a:cubicBezTo>
                      <a:pt x="4232" y="20560"/>
                      <a:pt x="4611" y="21672"/>
                      <a:pt x="5344" y="22242"/>
                    </a:cubicBezTo>
                    <a:cubicBezTo>
                      <a:pt x="6103" y="22839"/>
                      <a:pt x="7080" y="22920"/>
                      <a:pt x="8029" y="22974"/>
                    </a:cubicBezTo>
                    <a:lnTo>
                      <a:pt x="8870" y="22974"/>
                    </a:lnTo>
                    <a:cubicBezTo>
                      <a:pt x="8463" y="22757"/>
                      <a:pt x="8110" y="22513"/>
                      <a:pt x="7758" y="22242"/>
                    </a:cubicBezTo>
                    <a:cubicBezTo>
                      <a:pt x="6646" y="21293"/>
                      <a:pt x="6022" y="19557"/>
                      <a:pt x="6808" y="18309"/>
                    </a:cubicBezTo>
                    <a:cubicBezTo>
                      <a:pt x="5832" y="17821"/>
                      <a:pt x="5208" y="16627"/>
                      <a:pt x="5344" y="15542"/>
                    </a:cubicBezTo>
                    <a:cubicBezTo>
                      <a:pt x="5479" y="14430"/>
                      <a:pt x="6374" y="13427"/>
                      <a:pt x="7459" y="13210"/>
                    </a:cubicBezTo>
                    <a:cubicBezTo>
                      <a:pt x="6157" y="12938"/>
                      <a:pt x="4910" y="12315"/>
                      <a:pt x="3988" y="11338"/>
                    </a:cubicBezTo>
                    <a:cubicBezTo>
                      <a:pt x="3120" y="10362"/>
                      <a:pt x="2604" y="8951"/>
                      <a:pt x="2957" y="7676"/>
                    </a:cubicBezTo>
                    <a:cubicBezTo>
                      <a:pt x="3255" y="6374"/>
                      <a:pt x="4449" y="5290"/>
                      <a:pt x="5751" y="5290"/>
                    </a:cubicBezTo>
                    <a:cubicBezTo>
                      <a:pt x="4720" y="4394"/>
                      <a:pt x="4720" y="2686"/>
                      <a:pt x="5425" y="1492"/>
                    </a:cubicBezTo>
                    <a:cubicBezTo>
                      <a:pt x="5805" y="895"/>
                      <a:pt x="6293" y="407"/>
                      <a:pt x="6890" y="0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78" name="Google Shape;853;p32">
                <a:extLst>
                  <a:ext uri="{FF2B5EF4-FFF2-40B4-BE49-F238E27FC236}">
                    <a16:creationId xmlns:a16="http://schemas.microsoft.com/office/drawing/2014/main" id="{F4BE41C4-72C1-1082-0147-A8F37698F1E4}"/>
                  </a:ext>
                </a:extLst>
              </p:cNvPr>
              <p:cNvSpPr/>
              <p:nvPr/>
            </p:nvSpPr>
            <p:spPr>
              <a:xfrm>
                <a:off x="6968900" y="1544675"/>
                <a:ext cx="585900" cy="420525"/>
              </a:xfrm>
              <a:custGeom>
                <a:avLst/>
                <a:gdLst/>
                <a:ahLst/>
                <a:cxnLst/>
                <a:rect l="l" t="t" r="r" b="b"/>
                <a:pathLst>
                  <a:path w="23436" h="16821" extrusionOk="0">
                    <a:moveTo>
                      <a:pt x="7606" y="0"/>
                    </a:moveTo>
                    <a:cubicBezTo>
                      <a:pt x="6318" y="0"/>
                      <a:pt x="5028" y="55"/>
                      <a:pt x="3743" y="115"/>
                    </a:cubicBezTo>
                    <a:cubicBezTo>
                      <a:pt x="3092" y="115"/>
                      <a:pt x="2414" y="169"/>
                      <a:pt x="1899" y="576"/>
                    </a:cubicBezTo>
                    <a:cubicBezTo>
                      <a:pt x="1420" y="975"/>
                      <a:pt x="1306" y="1870"/>
                      <a:pt x="1814" y="2237"/>
                    </a:cubicBezTo>
                    <a:lnTo>
                      <a:pt x="1814" y="2237"/>
                    </a:lnTo>
                    <a:cubicBezTo>
                      <a:pt x="1640" y="2122"/>
                      <a:pt x="1435" y="2067"/>
                      <a:pt x="1228" y="2067"/>
                    </a:cubicBezTo>
                    <a:cubicBezTo>
                      <a:pt x="986" y="2067"/>
                      <a:pt x="742" y="2143"/>
                      <a:pt x="543" y="2285"/>
                    </a:cubicBezTo>
                    <a:cubicBezTo>
                      <a:pt x="163" y="2556"/>
                      <a:pt x="0" y="3071"/>
                      <a:pt x="136" y="3505"/>
                    </a:cubicBezTo>
                    <a:cubicBezTo>
                      <a:pt x="380" y="4292"/>
                      <a:pt x="1329" y="4536"/>
                      <a:pt x="2143" y="4726"/>
                    </a:cubicBezTo>
                    <a:cubicBezTo>
                      <a:pt x="2128" y="4725"/>
                      <a:pt x="2112" y="4725"/>
                      <a:pt x="2097" y="4725"/>
                    </a:cubicBezTo>
                    <a:cubicBezTo>
                      <a:pt x="1572" y="4725"/>
                      <a:pt x="1083" y="5175"/>
                      <a:pt x="1031" y="5703"/>
                    </a:cubicBezTo>
                    <a:cubicBezTo>
                      <a:pt x="949" y="6245"/>
                      <a:pt x="1221" y="6787"/>
                      <a:pt x="1627" y="7167"/>
                    </a:cubicBezTo>
                    <a:cubicBezTo>
                      <a:pt x="2034" y="7547"/>
                      <a:pt x="2550" y="7764"/>
                      <a:pt x="3065" y="7981"/>
                    </a:cubicBezTo>
                    <a:cubicBezTo>
                      <a:pt x="6184" y="9201"/>
                      <a:pt x="9683" y="9581"/>
                      <a:pt x="12531" y="11290"/>
                    </a:cubicBezTo>
                    <a:cubicBezTo>
                      <a:pt x="13535" y="11914"/>
                      <a:pt x="14457" y="12673"/>
                      <a:pt x="15135" y="13650"/>
                    </a:cubicBezTo>
                    <a:cubicBezTo>
                      <a:pt x="16094" y="14745"/>
                      <a:pt x="16707" y="16820"/>
                      <a:pt x="18170" y="16820"/>
                    </a:cubicBezTo>
                    <a:cubicBezTo>
                      <a:pt x="18446" y="16820"/>
                      <a:pt x="18751" y="16747"/>
                      <a:pt x="19095" y="16579"/>
                    </a:cubicBezTo>
                    <a:cubicBezTo>
                      <a:pt x="20885" y="15738"/>
                      <a:pt x="22242" y="13921"/>
                      <a:pt x="22730" y="12022"/>
                    </a:cubicBezTo>
                    <a:cubicBezTo>
                      <a:pt x="23435" y="9201"/>
                      <a:pt x="22296" y="6109"/>
                      <a:pt x="20207" y="4048"/>
                    </a:cubicBezTo>
                    <a:cubicBezTo>
                      <a:pt x="18173" y="1987"/>
                      <a:pt x="15325" y="820"/>
                      <a:pt x="12450" y="359"/>
                    </a:cubicBezTo>
                    <a:cubicBezTo>
                      <a:pt x="10847" y="87"/>
                      <a:pt x="9228" y="0"/>
                      <a:pt x="76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79" name="Google Shape;854;p32">
                <a:extLst>
                  <a:ext uri="{FF2B5EF4-FFF2-40B4-BE49-F238E27FC236}">
                    <a16:creationId xmlns:a16="http://schemas.microsoft.com/office/drawing/2014/main" id="{CB17C2A7-494B-EC99-1DED-FB734C38C409}"/>
                  </a:ext>
                </a:extLst>
              </p:cNvPr>
              <p:cNvSpPr/>
              <p:nvPr/>
            </p:nvSpPr>
            <p:spPr>
              <a:xfrm>
                <a:off x="7007550" y="1571950"/>
                <a:ext cx="502475" cy="340425"/>
              </a:xfrm>
              <a:custGeom>
                <a:avLst/>
                <a:gdLst/>
                <a:ahLst/>
                <a:cxnLst/>
                <a:rect l="l" t="t" r="r" b="b"/>
                <a:pathLst>
                  <a:path w="20099" h="13617" extrusionOk="0">
                    <a:moveTo>
                      <a:pt x="54" y="0"/>
                    </a:moveTo>
                    <a:cubicBezTo>
                      <a:pt x="27" y="109"/>
                      <a:pt x="0" y="163"/>
                      <a:pt x="0" y="272"/>
                    </a:cubicBezTo>
                    <a:cubicBezTo>
                      <a:pt x="2468" y="299"/>
                      <a:pt x="5045" y="434"/>
                      <a:pt x="7513" y="977"/>
                    </a:cubicBezTo>
                    <a:cubicBezTo>
                      <a:pt x="10768" y="1682"/>
                      <a:pt x="13481" y="2984"/>
                      <a:pt x="15515" y="4801"/>
                    </a:cubicBezTo>
                    <a:cubicBezTo>
                      <a:pt x="17983" y="7053"/>
                      <a:pt x="19556" y="10308"/>
                      <a:pt x="19855" y="13617"/>
                    </a:cubicBezTo>
                    <a:cubicBezTo>
                      <a:pt x="19963" y="13535"/>
                      <a:pt x="20018" y="13400"/>
                      <a:pt x="20099" y="13291"/>
                    </a:cubicBezTo>
                    <a:cubicBezTo>
                      <a:pt x="19719" y="10009"/>
                      <a:pt x="18173" y="6809"/>
                      <a:pt x="15678" y="4612"/>
                    </a:cubicBezTo>
                    <a:cubicBezTo>
                      <a:pt x="13616" y="2740"/>
                      <a:pt x="10877" y="1411"/>
                      <a:pt x="7541" y="706"/>
                    </a:cubicBezTo>
                    <a:cubicBezTo>
                      <a:pt x="5072" y="163"/>
                      <a:pt x="2523" y="28"/>
                      <a:pt x="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80" name="Google Shape;855;p32">
                <a:extLst>
                  <a:ext uri="{FF2B5EF4-FFF2-40B4-BE49-F238E27FC236}">
                    <a16:creationId xmlns:a16="http://schemas.microsoft.com/office/drawing/2014/main" id="{88522B5A-0A3D-820E-BDD3-DCABC8D04138}"/>
                  </a:ext>
                </a:extLst>
              </p:cNvPr>
              <p:cNvSpPr/>
              <p:nvPr/>
            </p:nvSpPr>
            <p:spPr>
              <a:xfrm>
                <a:off x="6972275" y="1615350"/>
                <a:ext cx="526900" cy="309225"/>
              </a:xfrm>
              <a:custGeom>
                <a:avLst/>
                <a:gdLst/>
                <a:ahLst/>
                <a:cxnLst/>
                <a:rect l="l" t="t" r="r" b="b"/>
                <a:pathLst>
                  <a:path w="21076" h="12369" extrusionOk="0">
                    <a:moveTo>
                      <a:pt x="82" y="0"/>
                    </a:moveTo>
                    <a:cubicBezTo>
                      <a:pt x="1" y="109"/>
                      <a:pt x="1" y="190"/>
                      <a:pt x="1" y="272"/>
                    </a:cubicBezTo>
                    <a:cubicBezTo>
                      <a:pt x="3934" y="841"/>
                      <a:pt x="8653" y="1899"/>
                      <a:pt x="12830" y="4205"/>
                    </a:cubicBezTo>
                    <a:cubicBezTo>
                      <a:pt x="16492" y="6239"/>
                      <a:pt x="19313" y="9114"/>
                      <a:pt x="20859" y="12369"/>
                    </a:cubicBezTo>
                    <a:cubicBezTo>
                      <a:pt x="20940" y="12315"/>
                      <a:pt x="20995" y="12206"/>
                      <a:pt x="21076" y="12125"/>
                    </a:cubicBezTo>
                    <a:cubicBezTo>
                      <a:pt x="19476" y="8870"/>
                      <a:pt x="16655" y="5995"/>
                      <a:pt x="12966" y="3960"/>
                    </a:cubicBezTo>
                    <a:cubicBezTo>
                      <a:pt x="8762" y="1628"/>
                      <a:pt x="4015" y="597"/>
                      <a:pt x="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81" name="Google Shape;856;p32">
                <a:extLst>
                  <a:ext uri="{FF2B5EF4-FFF2-40B4-BE49-F238E27FC236}">
                    <a16:creationId xmlns:a16="http://schemas.microsoft.com/office/drawing/2014/main" id="{2934A914-09D3-8496-EF60-57A85C55E9C3}"/>
                  </a:ext>
                </a:extLst>
              </p:cNvPr>
              <p:cNvSpPr/>
              <p:nvPr/>
            </p:nvSpPr>
            <p:spPr>
              <a:xfrm>
                <a:off x="6995325" y="1687225"/>
                <a:ext cx="478775" cy="258375"/>
              </a:xfrm>
              <a:custGeom>
                <a:avLst/>
                <a:gdLst/>
                <a:ahLst/>
                <a:cxnLst/>
                <a:rect l="l" t="t" r="r" b="b"/>
                <a:pathLst>
                  <a:path w="19151" h="10335" extrusionOk="0">
                    <a:moveTo>
                      <a:pt x="1" y="1"/>
                    </a:moveTo>
                    <a:lnTo>
                      <a:pt x="1" y="272"/>
                    </a:lnTo>
                    <a:cubicBezTo>
                      <a:pt x="4069" y="896"/>
                      <a:pt x="7541" y="1899"/>
                      <a:pt x="10579" y="3418"/>
                    </a:cubicBezTo>
                    <a:cubicBezTo>
                      <a:pt x="14078" y="5154"/>
                      <a:pt x="16872" y="7541"/>
                      <a:pt x="18906" y="10335"/>
                    </a:cubicBezTo>
                    <a:cubicBezTo>
                      <a:pt x="18988" y="10280"/>
                      <a:pt x="19096" y="10226"/>
                      <a:pt x="19150" y="10172"/>
                    </a:cubicBezTo>
                    <a:cubicBezTo>
                      <a:pt x="17116" y="7324"/>
                      <a:pt x="14241" y="4937"/>
                      <a:pt x="10715" y="3201"/>
                    </a:cubicBezTo>
                    <a:cubicBezTo>
                      <a:pt x="7623" y="1655"/>
                      <a:pt x="4097" y="624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82" name="Google Shape;857;p32">
                <a:extLst>
                  <a:ext uri="{FF2B5EF4-FFF2-40B4-BE49-F238E27FC236}">
                    <a16:creationId xmlns:a16="http://schemas.microsoft.com/office/drawing/2014/main" id="{DC2E833B-43E6-7E6D-FA82-9F848DE94195}"/>
                  </a:ext>
                </a:extLst>
              </p:cNvPr>
              <p:cNvSpPr/>
              <p:nvPr/>
            </p:nvSpPr>
            <p:spPr>
              <a:xfrm>
                <a:off x="7001425" y="1827325"/>
                <a:ext cx="554050" cy="444750"/>
              </a:xfrm>
              <a:custGeom>
                <a:avLst/>
                <a:gdLst/>
                <a:ahLst/>
                <a:cxnLst/>
                <a:rect l="l" t="t" r="r" b="b"/>
                <a:pathLst>
                  <a:path w="22162" h="17790" extrusionOk="0">
                    <a:moveTo>
                      <a:pt x="21526" y="1"/>
                    </a:moveTo>
                    <a:cubicBezTo>
                      <a:pt x="21380" y="1"/>
                      <a:pt x="21197" y="113"/>
                      <a:pt x="20968" y="391"/>
                    </a:cubicBezTo>
                    <a:cubicBezTo>
                      <a:pt x="19774" y="1937"/>
                      <a:pt x="18472" y="3103"/>
                      <a:pt x="16574" y="3754"/>
                    </a:cubicBezTo>
                    <a:cubicBezTo>
                      <a:pt x="15234" y="4230"/>
                      <a:pt x="13803" y="4420"/>
                      <a:pt x="12370" y="4420"/>
                    </a:cubicBezTo>
                    <a:cubicBezTo>
                      <a:pt x="11597" y="4420"/>
                      <a:pt x="10824" y="4365"/>
                      <a:pt x="10064" y="4270"/>
                    </a:cubicBezTo>
                    <a:cubicBezTo>
                      <a:pt x="9359" y="4182"/>
                      <a:pt x="8655" y="4058"/>
                      <a:pt x="7950" y="4058"/>
                    </a:cubicBezTo>
                    <a:cubicBezTo>
                      <a:pt x="7787" y="4058"/>
                      <a:pt x="7624" y="4064"/>
                      <a:pt x="7460" y="4080"/>
                    </a:cubicBezTo>
                    <a:cubicBezTo>
                      <a:pt x="6565" y="4188"/>
                      <a:pt x="5697" y="4595"/>
                      <a:pt x="5263" y="5355"/>
                    </a:cubicBezTo>
                    <a:cubicBezTo>
                      <a:pt x="4802" y="6087"/>
                      <a:pt x="5019" y="7253"/>
                      <a:pt x="5833" y="7606"/>
                    </a:cubicBezTo>
                    <a:cubicBezTo>
                      <a:pt x="5046" y="7714"/>
                      <a:pt x="4259" y="7850"/>
                      <a:pt x="3554" y="8148"/>
                    </a:cubicBezTo>
                    <a:cubicBezTo>
                      <a:pt x="2849" y="8474"/>
                      <a:pt x="2171" y="9016"/>
                      <a:pt x="1900" y="9721"/>
                    </a:cubicBezTo>
                    <a:cubicBezTo>
                      <a:pt x="1574" y="10427"/>
                      <a:pt x="1764" y="11376"/>
                      <a:pt x="2361" y="11864"/>
                    </a:cubicBezTo>
                    <a:cubicBezTo>
                      <a:pt x="1276" y="12135"/>
                      <a:pt x="408" y="13085"/>
                      <a:pt x="191" y="14170"/>
                    </a:cubicBezTo>
                    <a:cubicBezTo>
                      <a:pt x="1" y="15255"/>
                      <a:pt x="462" y="16475"/>
                      <a:pt x="1384" y="17099"/>
                    </a:cubicBezTo>
                    <a:cubicBezTo>
                      <a:pt x="2116" y="17622"/>
                      <a:pt x="3041" y="17790"/>
                      <a:pt x="3973" y="17790"/>
                    </a:cubicBezTo>
                    <a:cubicBezTo>
                      <a:pt x="4250" y="17790"/>
                      <a:pt x="4528" y="17775"/>
                      <a:pt x="4802" y="17750"/>
                    </a:cubicBezTo>
                    <a:cubicBezTo>
                      <a:pt x="8599" y="17479"/>
                      <a:pt x="12342" y="16014"/>
                      <a:pt x="15326" y="13654"/>
                    </a:cubicBezTo>
                    <a:cubicBezTo>
                      <a:pt x="18310" y="11268"/>
                      <a:pt x="20561" y="7958"/>
                      <a:pt x="21700" y="4324"/>
                    </a:cubicBezTo>
                    <a:cubicBezTo>
                      <a:pt x="21971" y="3456"/>
                      <a:pt x="22161" y="2452"/>
                      <a:pt x="22107" y="1557"/>
                    </a:cubicBezTo>
                    <a:cubicBezTo>
                      <a:pt x="22067" y="952"/>
                      <a:pt x="21951" y="1"/>
                      <a:pt x="2152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83" name="Google Shape;858;p32">
                <a:extLst>
                  <a:ext uri="{FF2B5EF4-FFF2-40B4-BE49-F238E27FC236}">
                    <a16:creationId xmlns:a16="http://schemas.microsoft.com/office/drawing/2014/main" id="{A43DF9CC-37E6-093C-F89E-2F7B1B3BAC4D}"/>
                  </a:ext>
                </a:extLst>
              </p:cNvPr>
              <p:cNvSpPr/>
              <p:nvPr/>
            </p:nvSpPr>
            <p:spPr>
              <a:xfrm>
                <a:off x="7046200" y="1839800"/>
                <a:ext cx="505875" cy="244750"/>
              </a:xfrm>
              <a:custGeom>
                <a:avLst/>
                <a:gdLst/>
                <a:ahLst/>
                <a:cxnLst/>
                <a:rect l="l" t="t" r="r" b="b"/>
                <a:pathLst>
                  <a:path w="20235" h="9790" extrusionOk="0">
                    <a:moveTo>
                      <a:pt x="20153" y="0"/>
                    </a:moveTo>
                    <a:cubicBezTo>
                      <a:pt x="18472" y="3011"/>
                      <a:pt x="15705" y="5262"/>
                      <a:pt x="12613" y="5968"/>
                    </a:cubicBezTo>
                    <a:cubicBezTo>
                      <a:pt x="11784" y="6149"/>
                      <a:pt x="10947" y="6226"/>
                      <a:pt x="10110" y="6226"/>
                    </a:cubicBezTo>
                    <a:cubicBezTo>
                      <a:pt x="7824" y="6226"/>
                      <a:pt x="5535" y="5656"/>
                      <a:pt x="3391" y="5100"/>
                    </a:cubicBezTo>
                    <a:cubicBezTo>
                      <a:pt x="3364" y="5181"/>
                      <a:pt x="3309" y="5262"/>
                      <a:pt x="3309" y="5371"/>
                    </a:cubicBezTo>
                    <a:cubicBezTo>
                      <a:pt x="5444" y="5958"/>
                      <a:pt x="7734" y="6518"/>
                      <a:pt x="10027" y="6518"/>
                    </a:cubicBezTo>
                    <a:cubicBezTo>
                      <a:pt x="10910" y="6518"/>
                      <a:pt x="11793" y="6435"/>
                      <a:pt x="12667" y="6239"/>
                    </a:cubicBezTo>
                    <a:cubicBezTo>
                      <a:pt x="15569" y="5588"/>
                      <a:pt x="18200" y="3635"/>
                      <a:pt x="19936" y="923"/>
                    </a:cubicBezTo>
                    <a:lnTo>
                      <a:pt x="19936" y="923"/>
                    </a:lnTo>
                    <a:cubicBezTo>
                      <a:pt x="18987" y="3092"/>
                      <a:pt x="17739" y="4856"/>
                      <a:pt x="16274" y="6103"/>
                    </a:cubicBezTo>
                    <a:cubicBezTo>
                      <a:pt x="14213" y="7893"/>
                      <a:pt x="11284" y="9060"/>
                      <a:pt x="7866" y="9385"/>
                    </a:cubicBezTo>
                    <a:cubicBezTo>
                      <a:pt x="6935" y="9483"/>
                      <a:pt x="5992" y="9525"/>
                      <a:pt x="5050" y="9525"/>
                    </a:cubicBezTo>
                    <a:cubicBezTo>
                      <a:pt x="3385" y="9525"/>
                      <a:pt x="1719" y="9396"/>
                      <a:pt x="109" y="9222"/>
                    </a:cubicBezTo>
                    <a:cubicBezTo>
                      <a:pt x="82" y="9331"/>
                      <a:pt x="27" y="9385"/>
                      <a:pt x="0" y="9494"/>
                    </a:cubicBezTo>
                    <a:cubicBezTo>
                      <a:pt x="1700" y="9653"/>
                      <a:pt x="3422" y="9789"/>
                      <a:pt x="5145" y="9789"/>
                    </a:cubicBezTo>
                    <a:cubicBezTo>
                      <a:pt x="6062" y="9789"/>
                      <a:pt x="6979" y="9751"/>
                      <a:pt x="7893" y="9656"/>
                    </a:cubicBezTo>
                    <a:cubicBezTo>
                      <a:pt x="11365" y="9304"/>
                      <a:pt x="14349" y="8137"/>
                      <a:pt x="16437" y="6320"/>
                    </a:cubicBezTo>
                    <a:cubicBezTo>
                      <a:pt x="17197" y="5669"/>
                      <a:pt x="17821" y="4910"/>
                      <a:pt x="18444" y="4069"/>
                    </a:cubicBezTo>
                    <a:cubicBezTo>
                      <a:pt x="19123" y="2984"/>
                      <a:pt x="19746" y="1845"/>
                      <a:pt x="20235" y="651"/>
                    </a:cubicBezTo>
                    <a:cubicBezTo>
                      <a:pt x="20235" y="434"/>
                      <a:pt x="20207" y="217"/>
                      <a:pt x="201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84" name="Google Shape;859;p32">
                <a:extLst>
                  <a:ext uri="{FF2B5EF4-FFF2-40B4-BE49-F238E27FC236}">
                    <a16:creationId xmlns:a16="http://schemas.microsoft.com/office/drawing/2014/main" id="{3314C253-2160-6E5D-8EC3-3A912F192032}"/>
                  </a:ext>
                </a:extLst>
              </p:cNvPr>
              <p:cNvSpPr/>
              <p:nvPr/>
            </p:nvSpPr>
            <p:spPr>
              <a:xfrm>
                <a:off x="7004150" y="1860150"/>
                <a:ext cx="549275" cy="33995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13598" extrusionOk="0">
                    <a:moveTo>
                      <a:pt x="21971" y="0"/>
                    </a:moveTo>
                    <a:cubicBezTo>
                      <a:pt x="21455" y="1221"/>
                      <a:pt x="20832" y="2333"/>
                      <a:pt x="20126" y="3282"/>
                    </a:cubicBezTo>
                    <a:cubicBezTo>
                      <a:pt x="18390" y="6049"/>
                      <a:pt x="16193" y="8381"/>
                      <a:pt x="13644" y="10063"/>
                    </a:cubicBezTo>
                    <a:cubicBezTo>
                      <a:pt x="10490" y="12193"/>
                      <a:pt x="6790" y="13327"/>
                      <a:pt x="3199" y="13327"/>
                    </a:cubicBezTo>
                    <a:cubicBezTo>
                      <a:pt x="2126" y="13327"/>
                      <a:pt x="1063" y="13225"/>
                      <a:pt x="28" y="13019"/>
                    </a:cubicBezTo>
                    <a:cubicBezTo>
                      <a:pt x="28" y="13128"/>
                      <a:pt x="0" y="13236"/>
                      <a:pt x="0" y="13291"/>
                    </a:cubicBezTo>
                    <a:cubicBezTo>
                      <a:pt x="1059" y="13496"/>
                      <a:pt x="2143" y="13597"/>
                      <a:pt x="3233" y="13597"/>
                    </a:cubicBezTo>
                    <a:cubicBezTo>
                      <a:pt x="6892" y="13597"/>
                      <a:pt x="10637" y="12459"/>
                      <a:pt x="13834" y="10307"/>
                    </a:cubicBezTo>
                    <a:cubicBezTo>
                      <a:pt x="17251" y="8002"/>
                      <a:pt x="20099" y="4584"/>
                      <a:pt x="21971" y="488"/>
                    </a:cubicBezTo>
                    <a:lnTo>
                      <a:pt x="21971" y="244"/>
                    </a:lnTo>
                    <a:lnTo>
                      <a:pt x="2197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85" name="Google Shape;860;p32">
                <a:extLst>
                  <a:ext uri="{FF2B5EF4-FFF2-40B4-BE49-F238E27FC236}">
                    <a16:creationId xmlns:a16="http://schemas.microsoft.com/office/drawing/2014/main" id="{99F2E6C0-12EE-698A-9D35-454A783C4C51}"/>
                  </a:ext>
                </a:extLst>
              </p:cNvPr>
              <p:cNvSpPr/>
              <p:nvPr/>
            </p:nvSpPr>
            <p:spPr>
              <a:xfrm>
                <a:off x="7001425" y="1929575"/>
                <a:ext cx="217700" cy="342875"/>
              </a:xfrm>
              <a:custGeom>
                <a:avLst/>
                <a:gdLst/>
                <a:ahLst/>
                <a:cxnLst/>
                <a:rect l="l" t="t" r="r" b="b"/>
                <a:pathLst>
                  <a:path w="8708" h="13715" extrusionOk="0">
                    <a:moveTo>
                      <a:pt x="7960" y="1"/>
                    </a:moveTo>
                    <a:cubicBezTo>
                      <a:pt x="7796" y="1"/>
                      <a:pt x="7630" y="12"/>
                      <a:pt x="7460" y="44"/>
                    </a:cubicBezTo>
                    <a:cubicBezTo>
                      <a:pt x="6565" y="152"/>
                      <a:pt x="5697" y="559"/>
                      <a:pt x="5263" y="1292"/>
                    </a:cubicBezTo>
                    <a:cubicBezTo>
                      <a:pt x="4802" y="2024"/>
                      <a:pt x="5019" y="3190"/>
                      <a:pt x="5833" y="3570"/>
                    </a:cubicBezTo>
                    <a:cubicBezTo>
                      <a:pt x="5046" y="3679"/>
                      <a:pt x="4259" y="3787"/>
                      <a:pt x="3554" y="4113"/>
                    </a:cubicBezTo>
                    <a:cubicBezTo>
                      <a:pt x="2849" y="4411"/>
                      <a:pt x="2171" y="4953"/>
                      <a:pt x="1900" y="5659"/>
                    </a:cubicBezTo>
                    <a:cubicBezTo>
                      <a:pt x="1601" y="6364"/>
                      <a:pt x="1764" y="7313"/>
                      <a:pt x="2361" y="7801"/>
                    </a:cubicBezTo>
                    <a:cubicBezTo>
                      <a:pt x="1276" y="8073"/>
                      <a:pt x="408" y="9022"/>
                      <a:pt x="191" y="10107"/>
                    </a:cubicBezTo>
                    <a:cubicBezTo>
                      <a:pt x="1" y="11192"/>
                      <a:pt x="462" y="12412"/>
                      <a:pt x="1384" y="13063"/>
                    </a:cubicBezTo>
                    <a:cubicBezTo>
                      <a:pt x="1927" y="13443"/>
                      <a:pt x="2551" y="13633"/>
                      <a:pt x="3229" y="13714"/>
                    </a:cubicBezTo>
                    <a:cubicBezTo>
                      <a:pt x="2686" y="12792"/>
                      <a:pt x="2442" y="11680"/>
                      <a:pt x="2632" y="10622"/>
                    </a:cubicBezTo>
                    <a:cubicBezTo>
                      <a:pt x="2876" y="9564"/>
                      <a:pt x="3636" y="8615"/>
                      <a:pt x="4639" y="8290"/>
                    </a:cubicBezTo>
                    <a:cubicBezTo>
                      <a:pt x="3961" y="7639"/>
                      <a:pt x="3798" y="6662"/>
                      <a:pt x="4097" y="5848"/>
                    </a:cubicBezTo>
                    <a:cubicBezTo>
                      <a:pt x="4395" y="5035"/>
                      <a:pt x="5127" y="4411"/>
                      <a:pt x="5941" y="4113"/>
                    </a:cubicBezTo>
                    <a:cubicBezTo>
                      <a:pt x="6438" y="3930"/>
                      <a:pt x="6956" y="3839"/>
                      <a:pt x="7488" y="3839"/>
                    </a:cubicBezTo>
                    <a:cubicBezTo>
                      <a:pt x="7826" y="3839"/>
                      <a:pt x="8170" y="3876"/>
                      <a:pt x="8518" y="3950"/>
                    </a:cubicBezTo>
                    <a:cubicBezTo>
                      <a:pt x="8111" y="3706"/>
                      <a:pt x="7650" y="3462"/>
                      <a:pt x="7324" y="3082"/>
                    </a:cubicBezTo>
                    <a:cubicBezTo>
                      <a:pt x="6972" y="2729"/>
                      <a:pt x="6782" y="2241"/>
                      <a:pt x="6890" y="1780"/>
                    </a:cubicBezTo>
                    <a:cubicBezTo>
                      <a:pt x="6972" y="1265"/>
                      <a:pt x="7433" y="885"/>
                      <a:pt x="7867" y="586"/>
                    </a:cubicBezTo>
                    <a:cubicBezTo>
                      <a:pt x="8138" y="369"/>
                      <a:pt x="8437" y="207"/>
                      <a:pt x="8708" y="44"/>
                    </a:cubicBezTo>
                    <a:cubicBezTo>
                      <a:pt x="8461" y="27"/>
                      <a:pt x="8213" y="1"/>
                      <a:pt x="7960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86" name="Google Shape;861;p32">
                <a:extLst>
                  <a:ext uri="{FF2B5EF4-FFF2-40B4-BE49-F238E27FC236}">
                    <a16:creationId xmlns:a16="http://schemas.microsoft.com/office/drawing/2014/main" id="{2098813E-8FE9-5CD3-6478-9418872BAD16}"/>
                  </a:ext>
                </a:extLst>
              </p:cNvPr>
              <p:cNvSpPr/>
              <p:nvPr/>
            </p:nvSpPr>
            <p:spPr>
              <a:xfrm>
                <a:off x="7083475" y="1672975"/>
                <a:ext cx="54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" extrusionOk="0">
                    <a:moveTo>
                      <a:pt x="1" y="1"/>
                    </a:moveTo>
                    <a:lnTo>
                      <a:pt x="21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87" name="Google Shape;862;p32">
                <a:extLst>
                  <a:ext uri="{FF2B5EF4-FFF2-40B4-BE49-F238E27FC236}">
                    <a16:creationId xmlns:a16="http://schemas.microsoft.com/office/drawing/2014/main" id="{768CE6CA-9A51-DA8A-C4CE-91B6225E35CF}"/>
                  </a:ext>
                </a:extLst>
              </p:cNvPr>
              <p:cNvSpPr/>
              <p:nvPr/>
            </p:nvSpPr>
            <p:spPr>
              <a:xfrm>
                <a:off x="6970250" y="1545500"/>
                <a:ext cx="148525" cy="221775"/>
              </a:xfrm>
              <a:custGeom>
                <a:avLst/>
                <a:gdLst/>
                <a:ahLst/>
                <a:cxnLst/>
                <a:rect l="l" t="t" r="r" b="b"/>
                <a:pathLst>
                  <a:path w="5941" h="8871" extrusionOk="0">
                    <a:moveTo>
                      <a:pt x="4476" y="1"/>
                    </a:moveTo>
                    <a:cubicBezTo>
                      <a:pt x="4232" y="1"/>
                      <a:pt x="3960" y="55"/>
                      <a:pt x="3716" y="55"/>
                    </a:cubicBezTo>
                    <a:cubicBezTo>
                      <a:pt x="3065" y="82"/>
                      <a:pt x="2360" y="109"/>
                      <a:pt x="1872" y="516"/>
                    </a:cubicBezTo>
                    <a:cubicBezTo>
                      <a:pt x="1384" y="923"/>
                      <a:pt x="1275" y="1845"/>
                      <a:pt x="1818" y="2171"/>
                    </a:cubicBezTo>
                    <a:cubicBezTo>
                      <a:pt x="1638" y="2068"/>
                      <a:pt x="1423" y="2014"/>
                      <a:pt x="1205" y="2014"/>
                    </a:cubicBezTo>
                    <a:cubicBezTo>
                      <a:pt x="962" y="2014"/>
                      <a:pt x="716" y="2082"/>
                      <a:pt x="516" y="2225"/>
                    </a:cubicBezTo>
                    <a:cubicBezTo>
                      <a:pt x="163" y="2496"/>
                      <a:pt x="0" y="2984"/>
                      <a:pt x="109" y="3445"/>
                    </a:cubicBezTo>
                    <a:cubicBezTo>
                      <a:pt x="353" y="4205"/>
                      <a:pt x="1302" y="4530"/>
                      <a:pt x="2116" y="4666"/>
                    </a:cubicBezTo>
                    <a:cubicBezTo>
                      <a:pt x="2088" y="4663"/>
                      <a:pt x="2061" y="4662"/>
                      <a:pt x="2033" y="4662"/>
                    </a:cubicBezTo>
                    <a:cubicBezTo>
                      <a:pt x="1525" y="4662"/>
                      <a:pt x="1081" y="5128"/>
                      <a:pt x="1004" y="5642"/>
                    </a:cubicBezTo>
                    <a:cubicBezTo>
                      <a:pt x="923" y="6185"/>
                      <a:pt x="1194" y="6727"/>
                      <a:pt x="1601" y="7107"/>
                    </a:cubicBezTo>
                    <a:cubicBezTo>
                      <a:pt x="2035" y="7460"/>
                      <a:pt x="2523" y="7704"/>
                      <a:pt x="3038" y="7921"/>
                    </a:cubicBezTo>
                    <a:cubicBezTo>
                      <a:pt x="3988" y="8273"/>
                      <a:pt x="4964" y="8599"/>
                      <a:pt x="5940" y="8870"/>
                    </a:cubicBezTo>
                    <a:cubicBezTo>
                      <a:pt x="5425" y="8355"/>
                      <a:pt x="4937" y="7812"/>
                      <a:pt x="4449" y="7243"/>
                    </a:cubicBezTo>
                    <a:cubicBezTo>
                      <a:pt x="4150" y="6863"/>
                      <a:pt x="3879" y="6456"/>
                      <a:pt x="3879" y="5968"/>
                    </a:cubicBezTo>
                    <a:cubicBezTo>
                      <a:pt x="3879" y="5561"/>
                      <a:pt x="4177" y="5154"/>
                      <a:pt x="4557" y="5100"/>
                    </a:cubicBezTo>
                    <a:cubicBezTo>
                      <a:pt x="3988" y="5019"/>
                      <a:pt x="3499" y="4449"/>
                      <a:pt x="3581" y="3906"/>
                    </a:cubicBezTo>
                    <a:cubicBezTo>
                      <a:pt x="3627" y="3345"/>
                      <a:pt x="4200" y="2924"/>
                      <a:pt x="4774" y="2924"/>
                    </a:cubicBezTo>
                    <a:cubicBezTo>
                      <a:pt x="4865" y="2924"/>
                      <a:pt x="4956" y="2935"/>
                      <a:pt x="5045" y="2957"/>
                    </a:cubicBezTo>
                    <a:cubicBezTo>
                      <a:pt x="4530" y="2577"/>
                      <a:pt x="4313" y="1981"/>
                      <a:pt x="4286" y="1357"/>
                    </a:cubicBezTo>
                    <a:cubicBezTo>
                      <a:pt x="4232" y="896"/>
                      <a:pt x="4340" y="407"/>
                      <a:pt x="4476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88" name="Google Shape;863;p32">
                <a:extLst>
                  <a:ext uri="{FF2B5EF4-FFF2-40B4-BE49-F238E27FC236}">
                    <a16:creationId xmlns:a16="http://schemas.microsoft.com/office/drawing/2014/main" id="{B7B5C293-1C04-E43C-EFD9-0D486D3BB713}"/>
                  </a:ext>
                </a:extLst>
              </p:cNvPr>
              <p:cNvSpPr/>
              <p:nvPr/>
            </p:nvSpPr>
            <p:spPr>
              <a:xfrm>
                <a:off x="7144525" y="2123250"/>
                <a:ext cx="172925" cy="101925"/>
              </a:xfrm>
              <a:custGeom>
                <a:avLst/>
                <a:gdLst/>
                <a:ahLst/>
                <a:cxnLst/>
                <a:rect l="l" t="t" r="r" b="b"/>
                <a:pathLst>
                  <a:path w="6917" h="4077" extrusionOk="0">
                    <a:moveTo>
                      <a:pt x="5235" y="0"/>
                    </a:moveTo>
                    <a:cubicBezTo>
                      <a:pt x="3770" y="0"/>
                      <a:pt x="2306" y="380"/>
                      <a:pt x="1112" y="1221"/>
                    </a:cubicBezTo>
                    <a:cubicBezTo>
                      <a:pt x="543" y="1600"/>
                      <a:pt x="0" y="2116"/>
                      <a:pt x="0" y="2875"/>
                    </a:cubicBezTo>
                    <a:cubicBezTo>
                      <a:pt x="0" y="3391"/>
                      <a:pt x="136" y="3716"/>
                      <a:pt x="651" y="3879"/>
                    </a:cubicBezTo>
                    <a:cubicBezTo>
                      <a:pt x="1056" y="4017"/>
                      <a:pt x="1489" y="4077"/>
                      <a:pt x="1928" y="4077"/>
                    </a:cubicBezTo>
                    <a:cubicBezTo>
                      <a:pt x="2785" y="4077"/>
                      <a:pt x="3668" y="3849"/>
                      <a:pt x="4421" y="3526"/>
                    </a:cubicBezTo>
                    <a:cubicBezTo>
                      <a:pt x="5045" y="3255"/>
                      <a:pt x="5669" y="2794"/>
                      <a:pt x="6184" y="2224"/>
                    </a:cubicBezTo>
                    <a:cubicBezTo>
                      <a:pt x="6591" y="1763"/>
                      <a:pt x="6917" y="1058"/>
                      <a:pt x="6618" y="543"/>
                    </a:cubicBezTo>
                    <a:cubicBezTo>
                      <a:pt x="6347" y="81"/>
                      <a:pt x="5778" y="0"/>
                      <a:pt x="5235" y="0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89" name="Google Shape;864;p32">
                <a:extLst>
                  <a:ext uri="{FF2B5EF4-FFF2-40B4-BE49-F238E27FC236}">
                    <a16:creationId xmlns:a16="http://schemas.microsoft.com/office/drawing/2014/main" id="{C1A7C850-BBDF-8FB9-A71E-836151A2D086}"/>
                  </a:ext>
                </a:extLst>
              </p:cNvPr>
              <p:cNvSpPr/>
              <p:nvPr/>
            </p:nvSpPr>
            <p:spPr>
              <a:xfrm>
                <a:off x="7208925" y="1563800"/>
                <a:ext cx="221100" cy="93625"/>
              </a:xfrm>
              <a:custGeom>
                <a:avLst/>
                <a:gdLst/>
                <a:ahLst/>
                <a:cxnLst/>
                <a:rect l="l" t="t" r="r" b="b"/>
                <a:pathLst>
                  <a:path w="8844" h="3745" fill="none" extrusionOk="0">
                    <a:moveTo>
                      <a:pt x="1" y="1"/>
                    </a:moveTo>
                    <a:cubicBezTo>
                      <a:pt x="3283" y="55"/>
                      <a:pt x="6538" y="1439"/>
                      <a:pt x="8843" y="3744"/>
                    </a:cubicBezTo>
                  </a:path>
                </a:pathLst>
              </a:custGeom>
              <a:solidFill>
                <a:schemeClr val="lt1"/>
              </a:solidFill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90" name="Google Shape;865;p32">
                <a:extLst>
                  <a:ext uri="{FF2B5EF4-FFF2-40B4-BE49-F238E27FC236}">
                    <a16:creationId xmlns:a16="http://schemas.microsoft.com/office/drawing/2014/main" id="{FC0D107D-DECA-BA63-0EC1-81AD548A9807}"/>
                  </a:ext>
                </a:extLst>
              </p:cNvPr>
              <p:cNvSpPr/>
              <p:nvPr/>
            </p:nvSpPr>
            <p:spPr>
              <a:xfrm>
                <a:off x="7469325" y="1685875"/>
                <a:ext cx="18325" cy="33925"/>
              </a:xfrm>
              <a:custGeom>
                <a:avLst/>
                <a:gdLst/>
                <a:ahLst/>
                <a:cxnLst/>
                <a:rect l="l" t="t" r="r" b="b"/>
                <a:pathLst>
                  <a:path w="733" h="1357" fill="none" extrusionOk="0">
                    <a:moveTo>
                      <a:pt x="0" y="0"/>
                    </a:moveTo>
                    <a:cubicBezTo>
                      <a:pt x="245" y="434"/>
                      <a:pt x="516" y="895"/>
                      <a:pt x="733" y="1356"/>
                    </a:cubicBezTo>
                  </a:path>
                </a:pathLst>
              </a:custGeom>
              <a:noFill/>
              <a:ln w="8125" cap="rnd" cmpd="sng">
                <a:solidFill>
                  <a:srgbClr val="21300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91" name="Google Shape;866;p32">
                <a:extLst>
                  <a:ext uri="{FF2B5EF4-FFF2-40B4-BE49-F238E27FC236}">
                    <a16:creationId xmlns:a16="http://schemas.microsoft.com/office/drawing/2014/main" id="{4FE77448-AFBD-6D5A-FD3B-B6921153C4C1}"/>
                  </a:ext>
                </a:extLst>
              </p:cNvPr>
              <p:cNvSpPr/>
              <p:nvPr/>
            </p:nvSpPr>
            <p:spPr>
              <a:xfrm>
                <a:off x="7425250" y="2010000"/>
                <a:ext cx="68500" cy="87500"/>
              </a:xfrm>
              <a:custGeom>
                <a:avLst/>
                <a:gdLst/>
                <a:ahLst/>
                <a:cxnLst/>
                <a:rect l="l" t="t" r="r" b="b"/>
                <a:pathLst>
                  <a:path w="2740" h="3500" fill="none" extrusionOk="0">
                    <a:moveTo>
                      <a:pt x="0" y="3499"/>
                    </a:moveTo>
                    <a:cubicBezTo>
                      <a:pt x="1221" y="2659"/>
                      <a:pt x="2197" y="1411"/>
                      <a:pt x="2740" y="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92" name="Google Shape;867;p32">
                <a:extLst>
                  <a:ext uri="{FF2B5EF4-FFF2-40B4-BE49-F238E27FC236}">
                    <a16:creationId xmlns:a16="http://schemas.microsoft.com/office/drawing/2014/main" id="{2B88CF55-292A-0979-9FBD-24AF22E1CB78}"/>
                  </a:ext>
                </a:extLst>
              </p:cNvPr>
              <p:cNvSpPr/>
              <p:nvPr/>
            </p:nvSpPr>
            <p:spPr>
              <a:xfrm>
                <a:off x="7144525" y="676650"/>
                <a:ext cx="929000" cy="889225"/>
              </a:xfrm>
              <a:custGeom>
                <a:avLst/>
                <a:gdLst/>
                <a:ahLst/>
                <a:cxnLst/>
                <a:rect l="l" t="t" r="r" b="b"/>
                <a:pathLst>
                  <a:path w="37160" h="35569" extrusionOk="0">
                    <a:moveTo>
                      <a:pt x="27212" y="0"/>
                    </a:moveTo>
                    <a:cubicBezTo>
                      <a:pt x="26438" y="0"/>
                      <a:pt x="25709" y="469"/>
                      <a:pt x="25307" y="1148"/>
                    </a:cubicBezTo>
                    <a:cubicBezTo>
                      <a:pt x="23734" y="3915"/>
                      <a:pt x="19611" y="10967"/>
                      <a:pt x="16139" y="15334"/>
                    </a:cubicBezTo>
                    <a:cubicBezTo>
                      <a:pt x="10443" y="22549"/>
                      <a:pt x="0" y="33534"/>
                      <a:pt x="0" y="33534"/>
                    </a:cubicBezTo>
                    <a:lnTo>
                      <a:pt x="5235" y="35568"/>
                    </a:lnTo>
                    <a:cubicBezTo>
                      <a:pt x="5235" y="35568"/>
                      <a:pt x="13151" y="32719"/>
                      <a:pt x="13810" y="32719"/>
                    </a:cubicBezTo>
                    <a:cubicBezTo>
                      <a:pt x="13819" y="32719"/>
                      <a:pt x="13827" y="32719"/>
                      <a:pt x="13833" y="32720"/>
                    </a:cubicBezTo>
                    <a:cubicBezTo>
                      <a:pt x="13835" y="32721"/>
                      <a:pt x="13838" y="32721"/>
                      <a:pt x="13840" y="32721"/>
                    </a:cubicBezTo>
                    <a:cubicBezTo>
                      <a:pt x="14461" y="32721"/>
                      <a:pt x="24981" y="22739"/>
                      <a:pt x="24981" y="22739"/>
                    </a:cubicBezTo>
                    <a:lnTo>
                      <a:pt x="37160" y="2640"/>
                    </a:lnTo>
                    <a:cubicBezTo>
                      <a:pt x="32413" y="606"/>
                      <a:pt x="29131" y="118"/>
                      <a:pt x="27395" y="9"/>
                    </a:cubicBezTo>
                    <a:cubicBezTo>
                      <a:pt x="27334" y="3"/>
                      <a:pt x="27273" y="0"/>
                      <a:pt x="272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93" name="Google Shape;868;p32">
                <a:extLst>
                  <a:ext uri="{FF2B5EF4-FFF2-40B4-BE49-F238E27FC236}">
                    <a16:creationId xmlns:a16="http://schemas.microsoft.com/office/drawing/2014/main" id="{70F3DDCC-0983-5618-BA88-64DC9539A658}"/>
                  </a:ext>
                </a:extLst>
              </p:cNvPr>
              <p:cNvSpPr/>
              <p:nvPr/>
            </p:nvSpPr>
            <p:spPr>
              <a:xfrm>
                <a:off x="7275400" y="742650"/>
                <a:ext cx="1410450" cy="1421975"/>
              </a:xfrm>
              <a:custGeom>
                <a:avLst/>
                <a:gdLst/>
                <a:ahLst/>
                <a:cxnLst/>
                <a:rect l="l" t="t" r="r" b="b"/>
                <a:pathLst>
                  <a:path w="56418" h="56879" extrusionOk="0">
                    <a:moveTo>
                      <a:pt x="31952" y="0"/>
                    </a:moveTo>
                    <a:cubicBezTo>
                      <a:pt x="31952" y="0"/>
                      <a:pt x="22052" y="12233"/>
                      <a:pt x="16139" y="18254"/>
                    </a:cubicBezTo>
                    <a:cubicBezTo>
                      <a:pt x="9439" y="25035"/>
                      <a:pt x="3282" y="30324"/>
                      <a:pt x="0" y="32928"/>
                    </a:cubicBezTo>
                    <a:cubicBezTo>
                      <a:pt x="8625" y="40442"/>
                      <a:pt x="17386" y="51644"/>
                      <a:pt x="21455" y="56879"/>
                    </a:cubicBezTo>
                    <a:cubicBezTo>
                      <a:pt x="24764" y="54492"/>
                      <a:pt x="34339" y="47331"/>
                      <a:pt x="40442" y="42178"/>
                    </a:cubicBezTo>
                    <a:cubicBezTo>
                      <a:pt x="47331" y="36346"/>
                      <a:pt x="52512" y="31599"/>
                      <a:pt x="55143" y="29158"/>
                    </a:cubicBezTo>
                    <a:cubicBezTo>
                      <a:pt x="56228" y="28155"/>
                      <a:pt x="56418" y="26446"/>
                      <a:pt x="55523" y="25279"/>
                    </a:cubicBezTo>
                    <a:cubicBezTo>
                      <a:pt x="48715" y="15949"/>
                      <a:pt x="40849" y="7540"/>
                      <a:pt x="319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94" name="Google Shape;869;p32">
                <a:extLst>
                  <a:ext uri="{FF2B5EF4-FFF2-40B4-BE49-F238E27FC236}">
                    <a16:creationId xmlns:a16="http://schemas.microsoft.com/office/drawing/2014/main" id="{5E464387-D1CB-18FF-A91B-1BB542F38715}"/>
                  </a:ext>
                </a:extLst>
              </p:cNvPr>
              <p:cNvSpPr/>
              <p:nvPr/>
            </p:nvSpPr>
            <p:spPr>
              <a:xfrm>
                <a:off x="7731075" y="1284800"/>
                <a:ext cx="459775" cy="433575"/>
              </a:xfrm>
              <a:custGeom>
                <a:avLst/>
                <a:gdLst/>
                <a:ahLst/>
                <a:cxnLst/>
                <a:rect l="l" t="t" r="r" b="b"/>
                <a:pathLst>
                  <a:path w="18391" h="17343" extrusionOk="0">
                    <a:moveTo>
                      <a:pt x="9709" y="1"/>
                    </a:moveTo>
                    <a:cubicBezTo>
                      <a:pt x="9493" y="1"/>
                      <a:pt x="9277" y="14"/>
                      <a:pt x="9060" y="40"/>
                    </a:cubicBezTo>
                    <a:cubicBezTo>
                      <a:pt x="6456" y="339"/>
                      <a:pt x="4150" y="2129"/>
                      <a:pt x="2550" y="4082"/>
                    </a:cubicBezTo>
                    <a:cubicBezTo>
                      <a:pt x="895" y="6116"/>
                      <a:pt x="0" y="8883"/>
                      <a:pt x="814" y="11405"/>
                    </a:cubicBezTo>
                    <a:cubicBezTo>
                      <a:pt x="1709" y="14117"/>
                      <a:pt x="4204" y="16125"/>
                      <a:pt x="6890" y="16938"/>
                    </a:cubicBezTo>
                    <a:cubicBezTo>
                      <a:pt x="7777" y="17200"/>
                      <a:pt x="8709" y="17343"/>
                      <a:pt x="9642" y="17343"/>
                    </a:cubicBezTo>
                    <a:cubicBezTo>
                      <a:pt x="9964" y="17343"/>
                      <a:pt x="10286" y="17326"/>
                      <a:pt x="10606" y="17291"/>
                    </a:cubicBezTo>
                    <a:cubicBezTo>
                      <a:pt x="13399" y="16938"/>
                      <a:pt x="16030" y="15121"/>
                      <a:pt x="17197" y="12544"/>
                    </a:cubicBezTo>
                    <a:cubicBezTo>
                      <a:pt x="18390" y="9859"/>
                      <a:pt x="17712" y="6441"/>
                      <a:pt x="16139" y="4055"/>
                    </a:cubicBezTo>
                    <a:cubicBezTo>
                      <a:pt x="14760" y="1923"/>
                      <a:pt x="12338" y="1"/>
                      <a:pt x="97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95" name="Google Shape;870;p32">
                <a:extLst>
                  <a:ext uri="{FF2B5EF4-FFF2-40B4-BE49-F238E27FC236}">
                    <a16:creationId xmlns:a16="http://schemas.microsoft.com/office/drawing/2014/main" id="{9D89733C-2007-5927-35E0-066255ED0282}"/>
                  </a:ext>
                </a:extLst>
              </p:cNvPr>
              <p:cNvSpPr/>
              <p:nvPr/>
            </p:nvSpPr>
            <p:spPr>
              <a:xfrm>
                <a:off x="7954175" y="1456000"/>
                <a:ext cx="103075" cy="173175"/>
              </a:xfrm>
              <a:custGeom>
                <a:avLst/>
                <a:gdLst/>
                <a:ahLst/>
                <a:cxnLst/>
                <a:rect l="l" t="t" r="r" b="b"/>
                <a:pathLst>
                  <a:path w="4123" h="6927" extrusionOk="0">
                    <a:moveTo>
                      <a:pt x="3716" y="0"/>
                    </a:moveTo>
                    <a:cubicBezTo>
                      <a:pt x="3580" y="0"/>
                      <a:pt x="3445" y="27"/>
                      <a:pt x="3228" y="136"/>
                    </a:cubicBezTo>
                    <a:cubicBezTo>
                      <a:pt x="2089" y="570"/>
                      <a:pt x="1248" y="1546"/>
                      <a:pt x="732" y="2631"/>
                    </a:cubicBezTo>
                    <a:cubicBezTo>
                      <a:pt x="136" y="3960"/>
                      <a:pt x="0" y="5452"/>
                      <a:pt x="54" y="6917"/>
                    </a:cubicBezTo>
                    <a:cubicBezTo>
                      <a:pt x="133" y="6923"/>
                      <a:pt x="211" y="6926"/>
                      <a:pt x="290" y="6926"/>
                    </a:cubicBezTo>
                    <a:cubicBezTo>
                      <a:pt x="1244" y="6926"/>
                      <a:pt x="2194" y="6477"/>
                      <a:pt x="2821" y="5751"/>
                    </a:cubicBezTo>
                    <a:cubicBezTo>
                      <a:pt x="3499" y="4964"/>
                      <a:pt x="3852" y="3987"/>
                      <a:pt x="4041" y="2984"/>
                    </a:cubicBezTo>
                    <a:cubicBezTo>
                      <a:pt x="4123" y="2306"/>
                      <a:pt x="4123" y="1628"/>
                      <a:pt x="4123" y="950"/>
                    </a:cubicBezTo>
                    <a:lnTo>
                      <a:pt x="4123" y="678"/>
                    </a:lnTo>
                    <a:cubicBezTo>
                      <a:pt x="4069" y="733"/>
                      <a:pt x="3987" y="814"/>
                      <a:pt x="3933" y="895"/>
                    </a:cubicBezTo>
                    <a:cubicBezTo>
                      <a:pt x="3689" y="1139"/>
                      <a:pt x="3499" y="1384"/>
                      <a:pt x="3282" y="1655"/>
                    </a:cubicBezTo>
                    <a:cubicBezTo>
                      <a:pt x="2902" y="2224"/>
                      <a:pt x="2712" y="2875"/>
                      <a:pt x="2468" y="3526"/>
                    </a:cubicBezTo>
                    <a:cubicBezTo>
                      <a:pt x="2224" y="4177"/>
                      <a:pt x="1926" y="4801"/>
                      <a:pt x="1410" y="5208"/>
                    </a:cubicBezTo>
                    <a:cubicBezTo>
                      <a:pt x="2034" y="4096"/>
                      <a:pt x="2061" y="2767"/>
                      <a:pt x="2577" y="1628"/>
                    </a:cubicBezTo>
                    <a:cubicBezTo>
                      <a:pt x="2848" y="1004"/>
                      <a:pt x="3255" y="461"/>
                      <a:pt x="37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96" name="Google Shape;871;p32">
                <a:extLst>
                  <a:ext uri="{FF2B5EF4-FFF2-40B4-BE49-F238E27FC236}">
                    <a16:creationId xmlns:a16="http://schemas.microsoft.com/office/drawing/2014/main" id="{2AB66B4D-5308-B3B3-D95F-63E2778B9021}"/>
                  </a:ext>
                </a:extLst>
              </p:cNvPr>
              <p:cNvSpPr/>
              <p:nvPr/>
            </p:nvSpPr>
            <p:spPr>
              <a:xfrm>
                <a:off x="7835500" y="1476150"/>
                <a:ext cx="132250" cy="64675"/>
              </a:xfrm>
              <a:custGeom>
                <a:avLst/>
                <a:gdLst/>
                <a:ahLst/>
                <a:cxnLst/>
                <a:rect l="l" t="t" r="r" b="b"/>
                <a:pathLst>
                  <a:path w="5290" h="2587" extrusionOk="0">
                    <a:moveTo>
                      <a:pt x="3483" y="1"/>
                    </a:moveTo>
                    <a:cubicBezTo>
                      <a:pt x="3188" y="1"/>
                      <a:pt x="2891" y="40"/>
                      <a:pt x="2604" y="117"/>
                    </a:cubicBezTo>
                    <a:cubicBezTo>
                      <a:pt x="1628" y="333"/>
                      <a:pt x="733" y="930"/>
                      <a:pt x="0" y="1608"/>
                    </a:cubicBezTo>
                    <a:cubicBezTo>
                      <a:pt x="380" y="2205"/>
                      <a:pt x="1085" y="2558"/>
                      <a:pt x="1791" y="2585"/>
                    </a:cubicBezTo>
                    <a:cubicBezTo>
                      <a:pt x="1826" y="2586"/>
                      <a:pt x="1862" y="2587"/>
                      <a:pt x="1898" y="2587"/>
                    </a:cubicBezTo>
                    <a:cubicBezTo>
                      <a:pt x="2570" y="2587"/>
                      <a:pt x="3258" y="2351"/>
                      <a:pt x="3825" y="2042"/>
                    </a:cubicBezTo>
                    <a:cubicBezTo>
                      <a:pt x="4232" y="1798"/>
                      <a:pt x="4611" y="1527"/>
                      <a:pt x="4991" y="1229"/>
                    </a:cubicBezTo>
                    <a:cubicBezTo>
                      <a:pt x="5045" y="1201"/>
                      <a:pt x="5073" y="1120"/>
                      <a:pt x="5127" y="1093"/>
                    </a:cubicBezTo>
                    <a:lnTo>
                      <a:pt x="4910" y="1093"/>
                    </a:lnTo>
                    <a:cubicBezTo>
                      <a:pt x="4666" y="1066"/>
                      <a:pt x="4449" y="1066"/>
                      <a:pt x="4232" y="1066"/>
                    </a:cubicBezTo>
                    <a:cubicBezTo>
                      <a:pt x="3771" y="1093"/>
                      <a:pt x="3309" y="1256"/>
                      <a:pt x="2875" y="1418"/>
                    </a:cubicBezTo>
                    <a:cubicBezTo>
                      <a:pt x="2532" y="1526"/>
                      <a:pt x="2155" y="1633"/>
                      <a:pt x="1785" y="1633"/>
                    </a:cubicBezTo>
                    <a:cubicBezTo>
                      <a:pt x="1687" y="1633"/>
                      <a:pt x="1589" y="1625"/>
                      <a:pt x="1492" y="1608"/>
                    </a:cubicBezTo>
                    <a:cubicBezTo>
                      <a:pt x="2333" y="1473"/>
                      <a:pt x="3092" y="876"/>
                      <a:pt x="3933" y="686"/>
                    </a:cubicBezTo>
                    <a:cubicBezTo>
                      <a:pt x="4199" y="603"/>
                      <a:pt x="4485" y="571"/>
                      <a:pt x="4767" y="571"/>
                    </a:cubicBezTo>
                    <a:cubicBezTo>
                      <a:pt x="4945" y="571"/>
                      <a:pt x="5121" y="584"/>
                      <a:pt x="5290" y="605"/>
                    </a:cubicBezTo>
                    <a:cubicBezTo>
                      <a:pt x="5262" y="550"/>
                      <a:pt x="5154" y="469"/>
                      <a:pt x="5018" y="415"/>
                    </a:cubicBezTo>
                    <a:cubicBezTo>
                      <a:pt x="4562" y="134"/>
                      <a:pt x="4025" y="1"/>
                      <a:pt x="34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97" name="Google Shape;872;p32">
                <a:extLst>
                  <a:ext uri="{FF2B5EF4-FFF2-40B4-BE49-F238E27FC236}">
                    <a16:creationId xmlns:a16="http://schemas.microsoft.com/office/drawing/2014/main" id="{90BCA40F-0394-2C93-0D5C-0DE73A7BA95D}"/>
                  </a:ext>
                </a:extLst>
              </p:cNvPr>
              <p:cNvSpPr/>
              <p:nvPr/>
            </p:nvSpPr>
            <p:spPr>
              <a:xfrm>
                <a:off x="7804975" y="706700"/>
                <a:ext cx="238725" cy="124800"/>
              </a:xfrm>
              <a:custGeom>
                <a:avLst/>
                <a:gdLst/>
                <a:ahLst/>
                <a:cxnLst/>
                <a:rect l="l" t="t" r="r" b="b"/>
                <a:pathLst>
                  <a:path w="9549" h="4992" fill="none" extrusionOk="0">
                    <a:moveTo>
                      <a:pt x="9548" y="1981"/>
                    </a:moveTo>
                    <a:cubicBezTo>
                      <a:pt x="7324" y="2984"/>
                      <a:pt x="5127" y="3961"/>
                      <a:pt x="2876" y="4991"/>
                    </a:cubicBezTo>
                    <a:cubicBezTo>
                      <a:pt x="2008" y="3120"/>
                      <a:pt x="869" y="1872"/>
                      <a:pt x="1" y="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98" name="Google Shape;873;p32">
                <a:extLst>
                  <a:ext uri="{FF2B5EF4-FFF2-40B4-BE49-F238E27FC236}">
                    <a16:creationId xmlns:a16="http://schemas.microsoft.com/office/drawing/2014/main" id="{C2A807C2-16AF-3A4E-B71C-3311D67D30A7}"/>
                  </a:ext>
                </a:extLst>
              </p:cNvPr>
              <p:cNvSpPr/>
              <p:nvPr/>
            </p:nvSpPr>
            <p:spPr>
              <a:xfrm>
                <a:off x="7280125" y="830125"/>
                <a:ext cx="596750" cy="634025"/>
              </a:xfrm>
              <a:custGeom>
                <a:avLst/>
                <a:gdLst/>
                <a:ahLst/>
                <a:cxnLst/>
                <a:rect l="l" t="t" r="r" b="b"/>
                <a:pathLst>
                  <a:path w="23870" h="25361" fill="none" extrusionOk="0">
                    <a:moveTo>
                      <a:pt x="23870" y="0"/>
                    </a:moveTo>
                    <a:cubicBezTo>
                      <a:pt x="17089" y="9222"/>
                      <a:pt x="8898" y="18119"/>
                      <a:pt x="1" y="25361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99" name="Google Shape;874;p32">
                <a:extLst>
                  <a:ext uri="{FF2B5EF4-FFF2-40B4-BE49-F238E27FC236}">
                    <a16:creationId xmlns:a16="http://schemas.microsoft.com/office/drawing/2014/main" id="{6AB6E029-017B-2998-C4AC-7C87DF7CE054}"/>
                  </a:ext>
                </a:extLst>
              </p:cNvPr>
              <p:cNvSpPr/>
              <p:nvPr/>
            </p:nvSpPr>
            <p:spPr>
              <a:xfrm>
                <a:off x="7170950" y="1464125"/>
                <a:ext cx="108525" cy="80725"/>
              </a:xfrm>
              <a:custGeom>
                <a:avLst/>
                <a:gdLst/>
                <a:ahLst/>
                <a:cxnLst/>
                <a:rect l="l" t="t" r="r" b="b"/>
                <a:pathLst>
                  <a:path w="4341" h="3229" fill="none" extrusionOk="0">
                    <a:moveTo>
                      <a:pt x="4341" y="3229"/>
                    </a:moveTo>
                    <a:lnTo>
                      <a:pt x="4341" y="1"/>
                    </a:lnTo>
                    <a:cubicBezTo>
                      <a:pt x="2876" y="516"/>
                      <a:pt x="1466" y="1031"/>
                      <a:pt x="1" y="1547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00" name="Google Shape;875;p32">
                <a:extLst>
                  <a:ext uri="{FF2B5EF4-FFF2-40B4-BE49-F238E27FC236}">
                    <a16:creationId xmlns:a16="http://schemas.microsoft.com/office/drawing/2014/main" id="{F8D64D21-64D4-515A-7950-94C650071B88}"/>
                  </a:ext>
                </a:extLst>
              </p:cNvPr>
              <p:cNvSpPr/>
              <p:nvPr/>
            </p:nvSpPr>
            <p:spPr>
              <a:xfrm>
                <a:off x="7554075" y="977950"/>
                <a:ext cx="406225" cy="406875"/>
              </a:xfrm>
              <a:custGeom>
                <a:avLst/>
                <a:gdLst/>
                <a:ahLst/>
                <a:cxnLst/>
                <a:rect l="l" t="t" r="r" b="b"/>
                <a:pathLst>
                  <a:path w="16249" h="16275" fill="none" extrusionOk="0">
                    <a:moveTo>
                      <a:pt x="1" y="16274"/>
                    </a:moveTo>
                    <a:cubicBezTo>
                      <a:pt x="5887" y="11392"/>
                      <a:pt x="11366" y="5940"/>
                      <a:pt x="16248" y="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06" name="Google Shape;876;p32">
                <a:extLst>
                  <a:ext uri="{FF2B5EF4-FFF2-40B4-BE49-F238E27FC236}">
                    <a16:creationId xmlns:a16="http://schemas.microsoft.com/office/drawing/2014/main" id="{DFF505D0-6A9B-F3FB-50F4-7D84D12703A9}"/>
                  </a:ext>
                </a:extLst>
              </p:cNvPr>
              <p:cNvSpPr/>
              <p:nvPr/>
            </p:nvSpPr>
            <p:spPr>
              <a:xfrm>
                <a:off x="7986025" y="916225"/>
                <a:ext cx="30550" cy="33925"/>
              </a:xfrm>
              <a:custGeom>
                <a:avLst/>
                <a:gdLst/>
                <a:ahLst/>
                <a:cxnLst/>
                <a:rect l="l" t="t" r="r" b="b"/>
                <a:pathLst>
                  <a:path w="1222" h="1357" fill="none" extrusionOk="0">
                    <a:moveTo>
                      <a:pt x="1" y="1357"/>
                    </a:moveTo>
                    <a:cubicBezTo>
                      <a:pt x="408" y="896"/>
                      <a:pt x="815" y="435"/>
                      <a:pt x="1221" y="1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07" name="Google Shape;877;p32">
                <a:extLst>
                  <a:ext uri="{FF2B5EF4-FFF2-40B4-BE49-F238E27FC236}">
                    <a16:creationId xmlns:a16="http://schemas.microsoft.com/office/drawing/2014/main" id="{521E6BCF-FF9E-320F-73E2-2C09AC17D239}"/>
                  </a:ext>
                </a:extLst>
              </p:cNvPr>
              <p:cNvSpPr/>
              <p:nvPr/>
            </p:nvSpPr>
            <p:spPr>
              <a:xfrm>
                <a:off x="8277625" y="978625"/>
                <a:ext cx="179700" cy="190550"/>
              </a:xfrm>
              <a:custGeom>
                <a:avLst/>
                <a:gdLst/>
                <a:ahLst/>
                <a:cxnLst/>
                <a:rect l="l" t="t" r="r" b="b"/>
                <a:pathLst>
                  <a:path w="7188" h="7622" fill="none" extrusionOk="0">
                    <a:moveTo>
                      <a:pt x="7188" y="7622"/>
                    </a:moveTo>
                    <a:cubicBezTo>
                      <a:pt x="5235" y="4747"/>
                      <a:pt x="2794" y="2143"/>
                      <a:pt x="0" y="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08" name="Google Shape;878;p32">
                <a:extLst>
                  <a:ext uri="{FF2B5EF4-FFF2-40B4-BE49-F238E27FC236}">
                    <a16:creationId xmlns:a16="http://schemas.microsoft.com/office/drawing/2014/main" id="{C52D2385-2527-AA0E-96E8-B8F4731C36E9}"/>
                  </a:ext>
                </a:extLst>
              </p:cNvPr>
              <p:cNvSpPr/>
              <p:nvPr/>
            </p:nvSpPr>
            <p:spPr>
              <a:xfrm>
                <a:off x="7811775" y="1312250"/>
                <a:ext cx="287525" cy="105800"/>
              </a:xfrm>
              <a:custGeom>
                <a:avLst/>
                <a:gdLst/>
                <a:ahLst/>
                <a:cxnLst/>
                <a:rect l="l" t="t" r="r" b="b"/>
                <a:pathLst>
                  <a:path w="11501" h="4232" fill="none" extrusionOk="0">
                    <a:moveTo>
                      <a:pt x="0" y="4231"/>
                    </a:moveTo>
                    <a:cubicBezTo>
                      <a:pt x="922" y="2034"/>
                      <a:pt x="3092" y="488"/>
                      <a:pt x="5398" y="244"/>
                    </a:cubicBezTo>
                    <a:cubicBezTo>
                      <a:pt x="7730" y="0"/>
                      <a:pt x="10144" y="1139"/>
                      <a:pt x="11501" y="3065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09" name="Google Shape;879;p32">
                <a:extLst>
                  <a:ext uri="{FF2B5EF4-FFF2-40B4-BE49-F238E27FC236}">
                    <a16:creationId xmlns:a16="http://schemas.microsoft.com/office/drawing/2014/main" id="{F3DFDEA5-6A07-93F6-CD56-993D053FB845}"/>
                  </a:ext>
                </a:extLst>
              </p:cNvPr>
              <p:cNvSpPr/>
              <p:nvPr/>
            </p:nvSpPr>
            <p:spPr>
              <a:xfrm>
                <a:off x="7792100" y="1766225"/>
                <a:ext cx="353300" cy="289325"/>
              </a:xfrm>
              <a:custGeom>
                <a:avLst/>
                <a:gdLst/>
                <a:ahLst/>
                <a:cxnLst/>
                <a:rect l="l" t="t" r="r" b="b"/>
                <a:pathLst>
                  <a:path w="14132" h="11573" extrusionOk="0">
                    <a:moveTo>
                      <a:pt x="11532" y="0"/>
                    </a:moveTo>
                    <a:cubicBezTo>
                      <a:pt x="10876" y="0"/>
                      <a:pt x="10210" y="190"/>
                      <a:pt x="9629" y="448"/>
                    </a:cubicBezTo>
                    <a:cubicBezTo>
                      <a:pt x="6781" y="1560"/>
                      <a:pt x="4476" y="3649"/>
                      <a:pt x="2252" y="5737"/>
                    </a:cubicBezTo>
                    <a:cubicBezTo>
                      <a:pt x="1194" y="6686"/>
                      <a:pt x="28" y="7799"/>
                      <a:pt x="0" y="9317"/>
                    </a:cubicBezTo>
                    <a:cubicBezTo>
                      <a:pt x="0" y="10402"/>
                      <a:pt x="624" y="11189"/>
                      <a:pt x="1628" y="11460"/>
                    </a:cubicBezTo>
                    <a:cubicBezTo>
                      <a:pt x="1930" y="11537"/>
                      <a:pt x="2233" y="11573"/>
                      <a:pt x="2537" y="11573"/>
                    </a:cubicBezTo>
                    <a:cubicBezTo>
                      <a:pt x="4909" y="11573"/>
                      <a:pt x="7292" y="9416"/>
                      <a:pt x="8951" y="8070"/>
                    </a:cubicBezTo>
                    <a:cubicBezTo>
                      <a:pt x="10335" y="6958"/>
                      <a:pt x="11664" y="5656"/>
                      <a:pt x="12830" y="4245"/>
                    </a:cubicBezTo>
                    <a:cubicBezTo>
                      <a:pt x="13454" y="3459"/>
                      <a:pt x="14132" y="2482"/>
                      <a:pt x="13861" y="1479"/>
                    </a:cubicBezTo>
                    <a:cubicBezTo>
                      <a:pt x="13671" y="665"/>
                      <a:pt x="12857" y="177"/>
                      <a:pt x="12043" y="41"/>
                    </a:cubicBezTo>
                    <a:cubicBezTo>
                      <a:pt x="11875" y="13"/>
                      <a:pt x="11704" y="0"/>
                      <a:pt x="11532" y="0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5" name="Google Shape;880;p32">
              <a:extLst>
                <a:ext uri="{FF2B5EF4-FFF2-40B4-BE49-F238E27FC236}">
                  <a16:creationId xmlns:a16="http://schemas.microsoft.com/office/drawing/2014/main" id="{1B8D1E89-BD92-A715-B216-6FE5CEF659A7}"/>
                </a:ext>
              </a:extLst>
            </p:cNvPr>
            <p:cNvGrpSpPr/>
            <p:nvPr/>
          </p:nvGrpSpPr>
          <p:grpSpPr>
            <a:xfrm>
              <a:off x="7815850" y="3511050"/>
              <a:ext cx="1085983" cy="1186200"/>
              <a:chOff x="7815850" y="3511050"/>
              <a:chExt cx="1085983" cy="1186200"/>
            </a:xfrm>
          </p:grpSpPr>
          <p:sp>
            <p:nvSpPr>
              <p:cNvPr id="51" name="Google Shape;881;p32">
                <a:extLst>
                  <a:ext uri="{FF2B5EF4-FFF2-40B4-BE49-F238E27FC236}">
                    <a16:creationId xmlns:a16="http://schemas.microsoft.com/office/drawing/2014/main" id="{A3FC1BDE-4546-3CA0-668A-9BAE0F20D55D}"/>
                  </a:ext>
                </a:extLst>
              </p:cNvPr>
              <p:cNvSpPr/>
              <p:nvPr/>
            </p:nvSpPr>
            <p:spPr>
              <a:xfrm>
                <a:off x="7815850" y="3511050"/>
                <a:ext cx="1085983" cy="988546"/>
              </a:xfrm>
              <a:custGeom>
                <a:avLst/>
                <a:gdLst/>
                <a:ahLst/>
                <a:cxnLst/>
                <a:rect l="l" t="t" r="r" b="b"/>
                <a:pathLst>
                  <a:path w="26203" h="23852" extrusionOk="0">
                    <a:moveTo>
                      <a:pt x="13254" y="0"/>
                    </a:moveTo>
                    <a:cubicBezTo>
                      <a:pt x="9423" y="0"/>
                      <a:pt x="5701" y="1562"/>
                      <a:pt x="3391" y="4890"/>
                    </a:cubicBezTo>
                    <a:cubicBezTo>
                      <a:pt x="1" y="9691"/>
                      <a:pt x="869" y="17014"/>
                      <a:pt x="5317" y="20893"/>
                    </a:cubicBezTo>
                    <a:cubicBezTo>
                      <a:pt x="7521" y="22803"/>
                      <a:pt x="10471" y="23852"/>
                      <a:pt x="13403" y="23852"/>
                    </a:cubicBezTo>
                    <a:cubicBezTo>
                      <a:pt x="14260" y="23852"/>
                      <a:pt x="15115" y="23762"/>
                      <a:pt x="15950" y="23578"/>
                    </a:cubicBezTo>
                    <a:cubicBezTo>
                      <a:pt x="20696" y="22493"/>
                      <a:pt x="24602" y="18343"/>
                      <a:pt x="25362" y="13515"/>
                    </a:cubicBezTo>
                    <a:cubicBezTo>
                      <a:pt x="26202" y="8009"/>
                      <a:pt x="23002" y="2313"/>
                      <a:pt x="17658" y="686"/>
                    </a:cubicBezTo>
                    <a:cubicBezTo>
                      <a:pt x="16224" y="233"/>
                      <a:pt x="14731" y="0"/>
                      <a:pt x="1325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2" name="Google Shape;882;p32">
                <a:extLst>
                  <a:ext uri="{FF2B5EF4-FFF2-40B4-BE49-F238E27FC236}">
                    <a16:creationId xmlns:a16="http://schemas.microsoft.com/office/drawing/2014/main" id="{383F0C1A-E8BE-EFA0-E921-429E63435305}"/>
                  </a:ext>
                </a:extLst>
              </p:cNvPr>
              <p:cNvSpPr/>
              <p:nvPr/>
            </p:nvSpPr>
            <p:spPr>
              <a:xfrm>
                <a:off x="8070800" y="4398400"/>
                <a:ext cx="368900" cy="298850"/>
              </a:xfrm>
              <a:custGeom>
                <a:avLst/>
                <a:gdLst/>
                <a:ahLst/>
                <a:cxnLst/>
                <a:rect l="l" t="t" r="r" b="b"/>
                <a:pathLst>
                  <a:path w="14756" h="11954" extrusionOk="0">
                    <a:moveTo>
                      <a:pt x="6109" y="1"/>
                    </a:moveTo>
                    <a:cubicBezTo>
                      <a:pt x="5608" y="1"/>
                      <a:pt x="5106" y="51"/>
                      <a:pt x="4611" y="157"/>
                    </a:cubicBezTo>
                    <a:cubicBezTo>
                      <a:pt x="2658" y="591"/>
                      <a:pt x="895" y="2056"/>
                      <a:pt x="407" y="3982"/>
                    </a:cubicBezTo>
                    <a:cubicBezTo>
                      <a:pt x="0" y="5609"/>
                      <a:pt x="543" y="7372"/>
                      <a:pt x="1546" y="8755"/>
                    </a:cubicBezTo>
                    <a:cubicBezTo>
                      <a:pt x="2976" y="10782"/>
                      <a:pt x="5279" y="11953"/>
                      <a:pt x="7559" y="11953"/>
                    </a:cubicBezTo>
                    <a:cubicBezTo>
                      <a:pt x="9216" y="11953"/>
                      <a:pt x="10862" y="11334"/>
                      <a:pt x="12152" y="9976"/>
                    </a:cubicBezTo>
                    <a:cubicBezTo>
                      <a:pt x="14593" y="7399"/>
                      <a:pt x="14756" y="4280"/>
                      <a:pt x="11799" y="2083"/>
                    </a:cubicBezTo>
                    <a:cubicBezTo>
                      <a:pt x="10208" y="840"/>
                      <a:pt x="8161" y="1"/>
                      <a:pt x="61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3" name="Google Shape;883;p32">
                <a:extLst>
                  <a:ext uri="{FF2B5EF4-FFF2-40B4-BE49-F238E27FC236}">
                    <a16:creationId xmlns:a16="http://schemas.microsoft.com/office/drawing/2014/main" id="{34412C00-3223-796C-64C0-158E995F115C}"/>
                  </a:ext>
                </a:extLst>
              </p:cNvPr>
              <p:cNvSpPr/>
              <p:nvPr/>
            </p:nvSpPr>
            <p:spPr>
              <a:xfrm>
                <a:off x="8267450" y="4382650"/>
                <a:ext cx="127500" cy="129850"/>
              </a:xfrm>
              <a:custGeom>
                <a:avLst/>
                <a:gdLst/>
                <a:ahLst/>
                <a:cxnLst/>
                <a:rect l="l" t="t" r="r" b="b"/>
                <a:pathLst>
                  <a:path w="5100" h="5194" extrusionOk="0">
                    <a:moveTo>
                      <a:pt x="2631" y="1"/>
                    </a:moveTo>
                    <a:cubicBezTo>
                      <a:pt x="2686" y="624"/>
                      <a:pt x="2496" y="1248"/>
                      <a:pt x="2116" y="1709"/>
                    </a:cubicBezTo>
                    <a:cubicBezTo>
                      <a:pt x="1845" y="1058"/>
                      <a:pt x="1411" y="489"/>
                      <a:pt x="814" y="82"/>
                    </a:cubicBezTo>
                    <a:cubicBezTo>
                      <a:pt x="624" y="489"/>
                      <a:pt x="597" y="950"/>
                      <a:pt x="760" y="1357"/>
                    </a:cubicBezTo>
                    <a:cubicBezTo>
                      <a:pt x="895" y="1764"/>
                      <a:pt x="1221" y="2143"/>
                      <a:pt x="1601" y="2333"/>
                    </a:cubicBezTo>
                    <a:cubicBezTo>
                      <a:pt x="950" y="2387"/>
                      <a:pt x="353" y="2740"/>
                      <a:pt x="0" y="3283"/>
                    </a:cubicBezTo>
                    <a:cubicBezTo>
                      <a:pt x="279" y="3577"/>
                      <a:pt x="666" y="3734"/>
                      <a:pt x="1048" y="3734"/>
                    </a:cubicBezTo>
                    <a:cubicBezTo>
                      <a:pt x="1299" y="3734"/>
                      <a:pt x="1548" y="3666"/>
                      <a:pt x="1763" y="3527"/>
                    </a:cubicBezTo>
                    <a:lnTo>
                      <a:pt x="1763" y="3527"/>
                    </a:lnTo>
                    <a:cubicBezTo>
                      <a:pt x="1682" y="4015"/>
                      <a:pt x="1736" y="4557"/>
                      <a:pt x="1980" y="4964"/>
                    </a:cubicBezTo>
                    <a:cubicBezTo>
                      <a:pt x="2026" y="5079"/>
                      <a:pt x="2111" y="5193"/>
                      <a:pt x="2234" y="5193"/>
                    </a:cubicBezTo>
                    <a:cubicBezTo>
                      <a:pt x="2257" y="5193"/>
                      <a:pt x="2281" y="5190"/>
                      <a:pt x="2306" y="5181"/>
                    </a:cubicBezTo>
                    <a:cubicBezTo>
                      <a:pt x="2441" y="5181"/>
                      <a:pt x="2523" y="5046"/>
                      <a:pt x="2577" y="4964"/>
                    </a:cubicBezTo>
                    <a:cubicBezTo>
                      <a:pt x="2794" y="4585"/>
                      <a:pt x="2903" y="4151"/>
                      <a:pt x="2848" y="3689"/>
                    </a:cubicBezTo>
                    <a:lnTo>
                      <a:pt x="2848" y="3689"/>
                    </a:lnTo>
                    <a:cubicBezTo>
                      <a:pt x="3280" y="4027"/>
                      <a:pt x="3816" y="4196"/>
                      <a:pt x="4366" y="4196"/>
                    </a:cubicBezTo>
                    <a:cubicBezTo>
                      <a:pt x="4610" y="4196"/>
                      <a:pt x="4858" y="4163"/>
                      <a:pt x="5100" y="4096"/>
                    </a:cubicBezTo>
                    <a:cubicBezTo>
                      <a:pt x="4530" y="3744"/>
                      <a:pt x="3987" y="3337"/>
                      <a:pt x="3391" y="2957"/>
                    </a:cubicBezTo>
                    <a:cubicBezTo>
                      <a:pt x="4015" y="2577"/>
                      <a:pt x="4421" y="1899"/>
                      <a:pt x="4476" y="1194"/>
                    </a:cubicBezTo>
                    <a:lnTo>
                      <a:pt x="4476" y="1194"/>
                    </a:lnTo>
                    <a:cubicBezTo>
                      <a:pt x="4042" y="1221"/>
                      <a:pt x="3635" y="1330"/>
                      <a:pt x="3255" y="1574"/>
                    </a:cubicBezTo>
                    <a:cubicBezTo>
                      <a:pt x="3364" y="977"/>
                      <a:pt x="3120" y="299"/>
                      <a:pt x="26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" name="Google Shape;884;p32">
                <a:extLst>
                  <a:ext uri="{FF2B5EF4-FFF2-40B4-BE49-F238E27FC236}">
                    <a16:creationId xmlns:a16="http://schemas.microsoft.com/office/drawing/2014/main" id="{C6A6B829-265C-F999-B9F6-8C265C7F3BA0}"/>
                  </a:ext>
                </a:extLst>
              </p:cNvPr>
              <p:cNvSpPr/>
              <p:nvPr/>
            </p:nvSpPr>
            <p:spPr>
              <a:xfrm>
                <a:off x="8120975" y="4416175"/>
                <a:ext cx="142425" cy="128625"/>
              </a:xfrm>
              <a:custGeom>
                <a:avLst/>
                <a:gdLst/>
                <a:ahLst/>
                <a:cxnLst/>
                <a:rect l="l" t="t" r="r" b="b"/>
                <a:pathLst>
                  <a:path w="5697" h="5145" extrusionOk="0">
                    <a:moveTo>
                      <a:pt x="3572" y="1"/>
                    </a:moveTo>
                    <a:cubicBezTo>
                      <a:pt x="2881" y="1"/>
                      <a:pt x="2117" y="353"/>
                      <a:pt x="1601" y="748"/>
                    </a:cubicBezTo>
                    <a:cubicBezTo>
                      <a:pt x="923" y="1318"/>
                      <a:pt x="380" y="2077"/>
                      <a:pt x="163" y="2945"/>
                    </a:cubicBezTo>
                    <a:cubicBezTo>
                      <a:pt x="1" y="3569"/>
                      <a:pt x="28" y="4328"/>
                      <a:pt x="489" y="4762"/>
                    </a:cubicBezTo>
                    <a:cubicBezTo>
                      <a:pt x="760" y="5033"/>
                      <a:pt x="1142" y="5144"/>
                      <a:pt x="1526" y="5144"/>
                    </a:cubicBezTo>
                    <a:cubicBezTo>
                      <a:pt x="1643" y="5144"/>
                      <a:pt x="1759" y="5134"/>
                      <a:pt x="1872" y="5115"/>
                    </a:cubicBezTo>
                    <a:cubicBezTo>
                      <a:pt x="2387" y="5007"/>
                      <a:pt x="2821" y="4735"/>
                      <a:pt x="3228" y="4464"/>
                    </a:cubicBezTo>
                    <a:cubicBezTo>
                      <a:pt x="4340" y="3677"/>
                      <a:pt x="5697" y="2267"/>
                      <a:pt x="4910" y="802"/>
                    </a:cubicBezTo>
                    <a:cubicBezTo>
                      <a:pt x="4612" y="218"/>
                      <a:pt x="4114" y="1"/>
                      <a:pt x="3572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5" name="Google Shape;885;p32">
                <a:extLst>
                  <a:ext uri="{FF2B5EF4-FFF2-40B4-BE49-F238E27FC236}">
                    <a16:creationId xmlns:a16="http://schemas.microsoft.com/office/drawing/2014/main" id="{4ABC550D-9C91-A8EF-F84A-7FE2EDEF94CB}"/>
                  </a:ext>
                </a:extLst>
              </p:cNvPr>
              <p:cNvSpPr/>
              <p:nvPr/>
            </p:nvSpPr>
            <p:spPr>
              <a:xfrm>
                <a:off x="8264050" y="4573200"/>
                <a:ext cx="104450" cy="80725"/>
              </a:xfrm>
              <a:custGeom>
                <a:avLst/>
                <a:gdLst/>
                <a:ahLst/>
                <a:cxnLst/>
                <a:rect l="l" t="t" r="r" b="b"/>
                <a:pathLst>
                  <a:path w="4178" h="3229" fill="none" extrusionOk="0">
                    <a:moveTo>
                      <a:pt x="4178" y="0"/>
                    </a:moveTo>
                    <a:cubicBezTo>
                      <a:pt x="3934" y="923"/>
                      <a:pt x="3364" y="1736"/>
                      <a:pt x="2632" y="2306"/>
                    </a:cubicBezTo>
                    <a:cubicBezTo>
                      <a:pt x="1872" y="2903"/>
                      <a:pt x="950" y="3228"/>
                      <a:pt x="1" y="3228"/>
                    </a:cubicBezTo>
                  </a:path>
                </a:pathLst>
              </a:custGeom>
              <a:noFill/>
              <a:ln w="162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6" name="Google Shape;886;p32">
                <a:extLst>
                  <a:ext uri="{FF2B5EF4-FFF2-40B4-BE49-F238E27FC236}">
                    <a16:creationId xmlns:a16="http://schemas.microsoft.com/office/drawing/2014/main" id="{BBD05473-AEBB-2EA9-F8DA-6943B1BB82B1}"/>
                  </a:ext>
                </a:extLst>
              </p:cNvPr>
              <p:cNvSpPr/>
              <p:nvPr/>
            </p:nvSpPr>
            <p:spPr>
              <a:xfrm>
                <a:off x="8215900" y="4647775"/>
                <a:ext cx="9525" cy="2750"/>
              </a:xfrm>
              <a:custGeom>
                <a:avLst/>
                <a:gdLst/>
                <a:ahLst/>
                <a:cxnLst/>
                <a:rect l="l" t="t" r="r" b="b"/>
                <a:pathLst>
                  <a:path w="381" h="110" fill="none" extrusionOk="0">
                    <a:moveTo>
                      <a:pt x="381" y="109"/>
                    </a:moveTo>
                    <a:cubicBezTo>
                      <a:pt x="245" y="82"/>
                      <a:pt x="136" y="55"/>
                      <a:pt x="1" y="1"/>
                    </a:cubicBezTo>
                  </a:path>
                </a:pathLst>
              </a:custGeom>
              <a:noFill/>
              <a:ln w="162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7" name="Google Shape;887;p32">
                <a:extLst>
                  <a:ext uri="{FF2B5EF4-FFF2-40B4-BE49-F238E27FC236}">
                    <a16:creationId xmlns:a16="http://schemas.microsoft.com/office/drawing/2014/main" id="{21687674-6ABC-56B4-5CC4-D06D01752A2C}"/>
                  </a:ext>
                </a:extLst>
              </p:cNvPr>
              <p:cNvSpPr/>
              <p:nvPr/>
            </p:nvSpPr>
            <p:spPr>
              <a:xfrm>
                <a:off x="7948050" y="3531575"/>
                <a:ext cx="562850" cy="549250"/>
              </a:xfrm>
              <a:custGeom>
                <a:avLst/>
                <a:gdLst/>
                <a:ahLst/>
                <a:cxnLst/>
                <a:rect l="l" t="t" r="r" b="b"/>
                <a:pathLst>
                  <a:path w="22514" h="21970" extrusionOk="0">
                    <a:moveTo>
                      <a:pt x="17591" y="1"/>
                    </a:moveTo>
                    <a:cubicBezTo>
                      <a:pt x="17459" y="1"/>
                      <a:pt x="17327" y="10"/>
                      <a:pt x="17197" y="30"/>
                    </a:cubicBezTo>
                    <a:cubicBezTo>
                      <a:pt x="16546" y="139"/>
                      <a:pt x="15950" y="437"/>
                      <a:pt x="15434" y="844"/>
                    </a:cubicBezTo>
                    <a:cubicBezTo>
                      <a:pt x="14679" y="677"/>
                      <a:pt x="13865" y="611"/>
                      <a:pt x="13069" y="611"/>
                    </a:cubicBezTo>
                    <a:cubicBezTo>
                      <a:pt x="11922" y="611"/>
                      <a:pt x="10815" y="749"/>
                      <a:pt x="9983" y="925"/>
                    </a:cubicBezTo>
                    <a:cubicBezTo>
                      <a:pt x="8382" y="1251"/>
                      <a:pt x="6863" y="1902"/>
                      <a:pt x="5534" y="2851"/>
                    </a:cubicBezTo>
                    <a:cubicBezTo>
                      <a:pt x="1981" y="5401"/>
                      <a:pt x="1" y="10039"/>
                      <a:pt x="679" y="14379"/>
                    </a:cubicBezTo>
                    <a:cubicBezTo>
                      <a:pt x="950" y="16196"/>
                      <a:pt x="1737" y="18013"/>
                      <a:pt x="2930" y="19370"/>
                    </a:cubicBezTo>
                    <a:cubicBezTo>
                      <a:pt x="2795" y="19804"/>
                      <a:pt x="2713" y="20265"/>
                      <a:pt x="2930" y="20726"/>
                    </a:cubicBezTo>
                    <a:cubicBezTo>
                      <a:pt x="3147" y="21295"/>
                      <a:pt x="3744" y="21621"/>
                      <a:pt x="4341" y="21702"/>
                    </a:cubicBezTo>
                    <a:cubicBezTo>
                      <a:pt x="4391" y="21705"/>
                      <a:pt x="4440" y="21706"/>
                      <a:pt x="4490" y="21706"/>
                    </a:cubicBezTo>
                    <a:cubicBezTo>
                      <a:pt x="4928" y="21706"/>
                      <a:pt x="5364" y="21602"/>
                      <a:pt x="5778" y="21431"/>
                    </a:cubicBezTo>
                    <a:cubicBezTo>
                      <a:pt x="6724" y="21802"/>
                      <a:pt x="7732" y="21970"/>
                      <a:pt x="8752" y="21970"/>
                    </a:cubicBezTo>
                    <a:cubicBezTo>
                      <a:pt x="9225" y="21970"/>
                      <a:pt x="9700" y="21934"/>
                      <a:pt x="10172" y="21865"/>
                    </a:cubicBezTo>
                    <a:cubicBezTo>
                      <a:pt x="11827" y="21621"/>
                      <a:pt x="13400" y="21051"/>
                      <a:pt x="14892" y="20319"/>
                    </a:cubicBezTo>
                    <a:cubicBezTo>
                      <a:pt x="16926" y="19342"/>
                      <a:pt x="18825" y="18068"/>
                      <a:pt x="20208" y="16359"/>
                    </a:cubicBezTo>
                    <a:cubicBezTo>
                      <a:pt x="21646" y="14650"/>
                      <a:pt x="22514" y="12453"/>
                      <a:pt x="22378" y="10202"/>
                    </a:cubicBezTo>
                    <a:cubicBezTo>
                      <a:pt x="22242" y="7842"/>
                      <a:pt x="20968" y="5808"/>
                      <a:pt x="19476" y="3963"/>
                    </a:cubicBezTo>
                    <a:cubicBezTo>
                      <a:pt x="19611" y="3773"/>
                      <a:pt x="19693" y="3529"/>
                      <a:pt x="19801" y="3285"/>
                    </a:cubicBezTo>
                    <a:cubicBezTo>
                      <a:pt x="20045" y="2688"/>
                      <a:pt x="20154" y="1983"/>
                      <a:pt x="19883" y="1359"/>
                    </a:cubicBezTo>
                    <a:cubicBezTo>
                      <a:pt x="19526" y="502"/>
                      <a:pt x="18542" y="1"/>
                      <a:pt x="175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8" name="Google Shape;888;p32">
                <a:extLst>
                  <a:ext uri="{FF2B5EF4-FFF2-40B4-BE49-F238E27FC236}">
                    <a16:creationId xmlns:a16="http://schemas.microsoft.com/office/drawing/2014/main" id="{3B609235-55FD-4AEB-7FAB-8508A9281BAD}"/>
                  </a:ext>
                </a:extLst>
              </p:cNvPr>
              <p:cNvSpPr/>
              <p:nvPr/>
            </p:nvSpPr>
            <p:spPr>
              <a:xfrm>
                <a:off x="8345425" y="3710650"/>
                <a:ext cx="132250" cy="265850"/>
              </a:xfrm>
              <a:custGeom>
                <a:avLst/>
                <a:gdLst/>
                <a:ahLst/>
                <a:cxnLst/>
                <a:rect l="l" t="t" r="r" b="b"/>
                <a:pathLst>
                  <a:path w="5290" h="10634" fill="none" extrusionOk="0">
                    <a:moveTo>
                      <a:pt x="4205" y="1"/>
                    </a:moveTo>
                    <a:cubicBezTo>
                      <a:pt x="5018" y="1140"/>
                      <a:pt x="5290" y="2686"/>
                      <a:pt x="5073" y="4069"/>
                    </a:cubicBezTo>
                    <a:cubicBezTo>
                      <a:pt x="4829" y="5453"/>
                      <a:pt x="4150" y="6782"/>
                      <a:pt x="3228" y="7867"/>
                    </a:cubicBezTo>
                    <a:cubicBezTo>
                      <a:pt x="2306" y="8952"/>
                      <a:pt x="1194" y="9874"/>
                      <a:pt x="1" y="10633"/>
                    </a:cubicBezTo>
                  </a:path>
                </a:pathLst>
              </a:custGeom>
              <a:noFill/>
              <a:ln w="162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9" name="Google Shape;889;p32">
                <a:extLst>
                  <a:ext uri="{FF2B5EF4-FFF2-40B4-BE49-F238E27FC236}">
                    <a16:creationId xmlns:a16="http://schemas.microsoft.com/office/drawing/2014/main" id="{2ECA9116-7132-B02C-82F4-F3CE8AA1E240}"/>
                  </a:ext>
                </a:extLst>
              </p:cNvPr>
              <p:cNvSpPr/>
              <p:nvPr/>
            </p:nvSpPr>
            <p:spPr>
              <a:xfrm>
                <a:off x="8249125" y="3994775"/>
                <a:ext cx="51575" cy="16975"/>
              </a:xfrm>
              <a:custGeom>
                <a:avLst/>
                <a:gdLst/>
                <a:ahLst/>
                <a:cxnLst/>
                <a:rect l="l" t="t" r="r" b="b"/>
                <a:pathLst>
                  <a:path w="2063" h="679" fill="none" extrusionOk="0">
                    <a:moveTo>
                      <a:pt x="2062" y="1"/>
                    </a:moveTo>
                    <a:cubicBezTo>
                      <a:pt x="1411" y="326"/>
                      <a:pt x="706" y="570"/>
                      <a:pt x="1" y="679"/>
                    </a:cubicBezTo>
                  </a:path>
                </a:pathLst>
              </a:custGeom>
              <a:noFill/>
              <a:ln w="162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" name="Google Shape;890;p32">
                <a:extLst>
                  <a:ext uri="{FF2B5EF4-FFF2-40B4-BE49-F238E27FC236}">
                    <a16:creationId xmlns:a16="http://schemas.microsoft.com/office/drawing/2014/main" id="{475CBC8C-61BE-BBD1-0B6E-B49B31CB3E4B}"/>
                  </a:ext>
                </a:extLst>
              </p:cNvPr>
              <p:cNvSpPr/>
              <p:nvPr/>
            </p:nvSpPr>
            <p:spPr>
              <a:xfrm>
                <a:off x="7994175" y="3825250"/>
                <a:ext cx="42750" cy="119375"/>
              </a:xfrm>
              <a:custGeom>
                <a:avLst/>
                <a:gdLst/>
                <a:ahLst/>
                <a:cxnLst/>
                <a:rect l="l" t="t" r="r" b="b"/>
                <a:pathLst>
                  <a:path w="1710" h="4775" fill="none" extrusionOk="0">
                    <a:moveTo>
                      <a:pt x="272" y="1"/>
                    </a:moveTo>
                    <a:cubicBezTo>
                      <a:pt x="0" y="1683"/>
                      <a:pt x="543" y="3527"/>
                      <a:pt x="1709" y="4775"/>
                    </a:cubicBezTo>
                  </a:path>
                </a:pathLst>
              </a:custGeom>
              <a:noFill/>
              <a:ln w="162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1" name="Google Shape;891;p32">
                <a:extLst>
                  <a:ext uri="{FF2B5EF4-FFF2-40B4-BE49-F238E27FC236}">
                    <a16:creationId xmlns:a16="http://schemas.microsoft.com/office/drawing/2014/main" id="{00E9F47E-C18D-7AB8-808D-94F026CD583C}"/>
                  </a:ext>
                </a:extLst>
              </p:cNvPr>
              <p:cNvSpPr/>
              <p:nvPr/>
            </p:nvSpPr>
            <p:spPr>
              <a:xfrm>
                <a:off x="8062650" y="3585700"/>
                <a:ext cx="259075" cy="193600"/>
              </a:xfrm>
              <a:custGeom>
                <a:avLst/>
                <a:gdLst/>
                <a:ahLst/>
                <a:cxnLst/>
                <a:rect l="l" t="t" r="r" b="b"/>
                <a:pathLst>
                  <a:path w="10363" h="7744" extrusionOk="0">
                    <a:moveTo>
                      <a:pt x="7235" y="0"/>
                    </a:moveTo>
                    <a:cubicBezTo>
                      <a:pt x="6045" y="0"/>
                      <a:pt x="4902" y="232"/>
                      <a:pt x="3825" y="795"/>
                    </a:cubicBezTo>
                    <a:cubicBezTo>
                      <a:pt x="2361" y="1500"/>
                      <a:pt x="1194" y="2721"/>
                      <a:pt x="462" y="4185"/>
                    </a:cubicBezTo>
                    <a:cubicBezTo>
                      <a:pt x="218" y="4619"/>
                      <a:pt x="55" y="5107"/>
                      <a:pt x="28" y="5596"/>
                    </a:cubicBezTo>
                    <a:cubicBezTo>
                      <a:pt x="1" y="6111"/>
                      <a:pt x="109" y="6626"/>
                      <a:pt x="408" y="7006"/>
                    </a:cubicBezTo>
                    <a:cubicBezTo>
                      <a:pt x="733" y="7440"/>
                      <a:pt x="1303" y="7684"/>
                      <a:pt x="1900" y="7738"/>
                    </a:cubicBezTo>
                    <a:cubicBezTo>
                      <a:pt x="1971" y="7742"/>
                      <a:pt x="2042" y="7744"/>
                      <a:pt x="2113" y="7744"/>
                    </a:cubicBezTo>
                    <a:cubicBezTo>
                      <a:pt x="2611" y="7744"/>
                      <a:pt x="3107" y="7660"/>
                      <a:pt x="3581" y="7494"/>
                    </a:cubicBezTo>
                    <a:cubicBezTo>
                      <a:pt x="5344" y="7006"/>
                      <a:pt x="6999" y="6138"/>
                      <a:pt x="8464" y="4999"/>
                    </a:cubicBezTo>
                    <a:cubicBezTo>
                      <a:pt x="9006" y="4592"/>
                      <a:pt x="9521" y="4104"/>
                      <a:pt x="9874" y="3507"/>
                    </a:cubicBezTo>
                    <a:cubicBezTo>
                      <a:pt x="10199" y="2938"/>
                      <a:pt x="10362" y="2178"/>
                      <a:pt x="10172" y="1527"/>
                    </a:cubicBezTo>
                    <a:cubicBezTo>
                      <a:pt x="9820" y="442"/>
                      <a:pt x="8653" y="35"/>
                      <a:pt x="7623" y="8"/>
                    </a:cubicBezTo>
                    <a:cubicBezTo>
                      <a:pt x="7493" y="3"/>
                      <a:pt x="7364" y="0"/>
                      <a:pt x="7235" y="0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6" name="Google Shape;892;p32">
              <a:extLst>
                <a:ext uri="{FF2B5EF4-FFF2-40B4-BE49-F238E27FC236}">
                  <a16:creationId xmlns:a16="http://schemas.microsoft.com/office/drawing/2014/main" id="{CB596736-B0B3-99B0-7738-AC689E0C39F4}"/>
                </a:ext>
              </a:extLst>
            </p:cNvPr>
            <p:cNvGrpSpPr/>
            <p:nvPr/>
          </p:nvGrpSpPr>
          <p:grpSpPr>
            <a:xfrm>
              <a:off x="5645250" y="2555175"/>
              <a:ext cx="766275" cy="460750"/>
              <a:chOff x="5645250" y="2555175"/>
              <a:chExt cx="766275" cy="460750"/>
            </a:xfrm>
          </p:grpSpPr>
          <p:sp>
            <p:nvSpPr>
              <p:cNvPr id="26" name="Google Shape;893;p32">
                <a:extLst>
                  <a:ext uri="{FF2B5EF4-FFF2-40B4-BE49-F238E27FC236}">
                    <a16:creationId xmlns:a16="http://schemas.microsoft.com/office/drawing/2014/main" id="{A5D9555B-030B-ED4C-FBF9-14A4A2276638}"/>
                  </a:ext>
                </a:extLst>
              </p:cNvPr>
              <p:cNvSpPr/>
              <p:nvPr/>
            </p:nvSpPr>
            <p:spPr>
              <a:xfrm>
                <a:off x="5645250" y="2555175"/>
                <a:ext cx="766275" cy="460750"/>
              </a:xfrm>
              <a:custGeom>
                <a:avLst/>
                <a:gdLst/>
                <a:ahLst/>
                <a:cxnLst/>
                <a:rect l="l" t="t" r="r" b="b"/>
                <a:pathLst>
                  <a:path w="30651" h="18430" extrusionOk="0">
                    <a:moveTo>
                      <a:pt x="30650" y="1"/>
                    </a:moveTo>
                    <a:lnTo>
                      <a:pt x="30650" y="1"/>
                    </a:lnTo>
                    <a:cubicBezTo>
                      <a:pt x="20669" y="2849"/>
                      <a:pt x="10199" y="5182"/>
                      <a:pt x="0" y="6863"/>
                    </a:cubicBezTo>
                    <a:cubicBezTo>
                      <a:pt x="1709" y="10823"/>
                      <a:pt x="3689" y="13644"/>
                      <a:pt x="6374" y="15733"/>
                    </a:cubicBezTo>
                    <a:cubicBezTo>
                      <a:pt x="8694" y="17593"/>
                      <a:pt x="11567" y="18429"/>
                      <a:pt x="14497" y="18429"/>
                    </a:cubicBezTo>
                    <a:cubicBezTo>
                      <a:pt x="19857" y="18429"/>
                      <a:pt x="25410" y="15630"/>
                      <a:pt x="28128" y="11176"/>
                    </a:cubicBezTo>
                    <a:cubicBezTo>
                      <a:pt x="30162" y="7867"/>
                      <a:pt x="30379" y="3798"/>
                      <a:pt x="306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" name="Google Shape;894;p32">
                <a:extLst>
                  <a:ext uri="{FF2B5EF4-FFF2-40B4-BE49-F238E27FC236}">
                    <a16:creationId xmlns:a16="http://schemas.microsoft.com/office/drawing/2014/main" id="{B8412AB6-6743-38FD-4B8E-4F1BF4B03691}"/>
                  </a:ext>
                </a:extLst>
              </p:cNvPr>
              <p:cNvSpPr/>
              <p:nvPr/>
            </p:nvSpPr>
            <p:spPr>
              <a:xfrm>
                <a:off x="6003150" y="2833725"/>
                <a:ext cx="76775" cy="181925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7277" extrusionOk="0">
                    <a:moveTo>
                      <a:pt x="1267" y="0"/>
                    </a:moveTo>
                    <a:cubicBezTo>
                      <a:pt x="673" y="0"/>
                      <a:pt x="1" y="514"/>
                      <a:pt x="114" y="1309"/>
                    </a:cubicBezTo>
                    <a:cubicBezTo>
                      <a:pt x="440" y="3316"/>
                      <a:pt x="738" y="5269"/>
                      <a:pt x="1036" y="7276"/>
                    </a:cubicBezTo>
                    <a:cubicBezTo>
                      <a:pt x="1714" y="7249"/>
                      <a:pt x="2393" y="7168"/>
                      <a:pt x="3071" y="7032"/>
                    </a:cubicBezTo>
                    <a:cubicBezTo>
                      <a:pt x="2745" y="4943"/>
                      <a:pt x="2420" y="2855"/>
                      <a:pt x="2094" y="766"/>
                    </a:cubicBezTo>
                    <a:cubicBezTo>
                      <a:pt x="2029" y="232"/>
                      <a:pt x="1665" y="0"/>
                      <a:pt x="12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" name="Google Shape;895;p32">
                <a:extLst>
                  <a:ext uri="{FF2B5EF4-FFF2-40B4-BE49-F238E27FC236}">
                    <a16:creationId xmlns:a16="http://schemas.microsoft.com/office/drawing/2014/main" id="{FB234840-C60D-C546-FDC6-051095C164FC}"/>
                  </a:ext>
                </a:extLst>
              </p:cNvPr>
              <p:cNvSpPr/>
              <p:nvPr/>
            </p:nvSpPr>
            <p:spPr>
              <a:xfrm>
                <a:off x="5746950" y="2777325"/>
                <a:ext cx="139300" cy="154225"/>
              </a:xfrm>
              <a:custGeom>
                <a:avLst/>
                <a:gdLst/>
                <a:ahLst/>
                <a:cxnLst/>
                <a:rect l="l" t="t" r="r" b="b"/>
                <a:pathLst>
                  <a:path w="5572" h="6169" extrusionOk="0">
                    <a:moveTo>
                      <a:pt x="4115" y="1"/>
                    </a:moveTo>
                    <a:cubicBezTo>
                      <a:pt x="3797" y="1"/>
                      <a:pt x="3471" y="131"/>
                      <a:pt x="3229" y="446"/>
                    </a:cubicBezTo>
                    <a:cubicBezTo>
                      <a:pt x="2144" y="1856"/>
                      <a:pt x="1086" y="3294"/>
                      <a:pt x="1" y="4704"/>
                    </a:cubicBezTo>
                    <a:cubicBezTo>
                      <a:pt x="462" y="5219"/>
                      <a:pt x="950" y="5735"/>
                      <a:pt x="1466" y="6169"/>
                    </a:cubicBezTo>
                    <a:cubicBezTo>
                      <a:pt x="2686" y="4623"/>
                      <a:pt x="3852" y="3022"/>
                      <a:pt x="5019" y="1449"/>
                    </a:cubicBezTo>
                    <a:cubicBezTo>
                      <a:pt x="5571" y="725"/>
                      <a:pt x="4866" y="1"/>
                      <a:pt x="411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" name="Google Shape;896;p32">
                <a:extLst>
                  <a:ext uri="{FF2B5EF4-FFF2-40B4-BE49-F238E27FC236}">
                    <a16:creationId xmlns:a16="http://schemas.microsoft.com/office/drawing/2014/main" id="{106E80BB-55A8-9CAA-98D7-9B45E903E7F8}"/>
                  </a:ext>
                </a:extLst>
              </p:cNvPr>
              <p:cNvSpPr/>
              <p:nvPr/>
            </p:nvSpPr>
            <p:spPr>
              <a:xfrm>
                <a:off x="6079450" y="2807975"/>
                <a:ext cx="118475" cy="181900"/>
              </a:xfrm>
              <a:custGeom>
                <a:avLst/>
                <a:gdLst/>
                <a:ahLst/>
                <a:cxnLst/>
                <a:rect l="l" t="t" r="r" b="b"/>
                <a:pathLst>
                  <a:path w="4739" h="7276" extrusionOk="0">
                    <a:moveTo>
                      <a:pt x="1362" y="1"/>
                    </a:moveTo>
                    <a:cubicBezTo>
                      <a:pt x="705" y="1"/>
                      <a:pt x="1" y="746"/>
                      <a:pt x="371" y="1579"/>
                    </a:cubicBezTo>
                    <a:cubicBezTo>
                      <a:pt x="1212" y="3478"/>
                      <a:pt x="2026" y="5377"/>
                      <a:pt x="2867" y="7275"/>
                    </a:cubicBezTo>
                    <a:cubicBezTo>
                      <a:pt x="3518" y="7058"/>
                      <a:pt x="4114" y="6787"/>
                      <a:pt x="4738" y="6462"/>
                    </a:cubicBezTo>
                    <a:cubicBezTo>
                      <a:pt x="3843" y="4509"/>
                      <a:pt x="2975" y="2529"/>
                      <a:pt x="2134" y="549"/>
                    </a:cubicBezTo>
                    <a:cubicBezTo>
                      <a:pt x="1962" y="162"/>
                      <a:pt x="1667" y="1"/>
                      <a:pt x="13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" name="Google Shape;897;p32">
                <a:extLst>
                  <a:ext uri="{FF2B5EF4-FFF2-40B4-BE49-F238E27FC236}">
                    <a16:creationId xmlns:a16="http://schemas.microsoft.com/office/drawing/2014/main" id="{E974C555-48C7-6E4D-C30C-048613A631D0}"/>
                  </a:ext>
                </a:extLst>
              </p:cNvPr>
              <p:cNvSpPr/>
              <p:nvPr/>
            </p:nvSpPr>
            <p:spPr>
              <a:xfrm>
                <a:off x="5683900" y="2751150"/>
                <a:ext cx="116100" cy="96325"/>
              </a:xfrm>
              <a:custGeom>
                <a:avLst/>
                <a:gdLst/>
                <a:ahLst/>
                <a:cxnLst/>
                <a:rect l="l" t="t" r="r" b="b"/>
                <a:pathLst>
                  <a:path w="4644" h="3853" extrusionOk="0">
                    <a:moveTo>
                      <a:pt x="3057" y="0"/>
                    </a:moveTo>
                    <a:cubicBezTo>
                      <a:pt x="2832" y="0"/>
                      <a:pt x="2599" y="73"/>
                      <a:pt x="2387" y="245"/>
                    </a:cubicBezTo>
                    <a:cubicBezTo>
                      <a:pt x="1601" y="869"/>
                      <a:pt x="787" y="1493"/>
                      <a:pt x="0" y="2144"/>
                    </a:cubicBezTo>
                    <a:cubicBezTo>
                      <a:pt x="353" y="2740"/>
                      <a:pt x="733" y="3310"/>
                      <a:pt x="1085" y="3852"/>
                    </a:cubicBezTo>
                    <a:cubicBezTo>
                      <a:pt x="2007" y="3120"/>
                      <a:pt x="2930" y="2415"/>
                      <a:pt x="3852" y="1655"/>
                    </a:cubicBezTo>
                    <a:cubicBezTo>
                      <a:pt x="4643" y="1013"/>
                      <a:pt x="3899" y="0"/>
                      <a:pt x="305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" name="Google Shape;898;p32">
                <a:extLst>
                  <a:ext uri="{FF2B5EF4-FFF2-40B4-BE49-F238E27FC236}">
                    <a16:creationId xmlns:a16="http://schemas.microsoft.com/office/drawing/2014/main" id="{361415F9-ECFB-60F3-4589-866991D1FD11}"/>
                  </a:ext>
                </a:extLst>
              </p:cNvPr>
              <p:cNvSpPr/>
              <p:nvPr/>
            </p:nvSpPr>
            <p:spPr>
              <a:xfrm>
                <a:off x="5864275" y="2829075"/>
                <a:ext cx="105575" cy="174350"/>
              </a:xfrm>
              <a:custGeom>
                <a:avLst/>
                <a:gdLst/>
                <a:ahLst/>
                <a:cxnLst/>
                <a:rect l="l" t="t" r="r" b="b"/>
                <a:pathLst>
                  <a:path w="4223" h="6974" extrusionOk="0">
                    <a:moveTo>
                      <a:pt x="2960" y="1"/>
                    </a:moveTo>
                    <a:cubicBezTo>
                      <a:pt x="2544" y="1"/>
                      <a:pt x="2125" y="214"/>
                      <a:pt x="1953" y="708"/>
                    </a:cubicBezTo>
                    <a:cubicBezTo>
                      <a:pt x="1302" y="2580"/>
                      <a:pt x="651" y="4397"/>
                      <a:pt x="0" y="6269"/>
                    </a:cubicBezTo>
                    <a:cubicBezTo>
                      <a:pt x="624" y="6540"/>
                      <a:pt x="1275" y="6784"/>
                      <a:pt x="1953" y="6974"/>
                    </a:cubicBezTo>
                    <a:cubicBezTo>
                      <a:pt x="2631" y="5048"/>
                      <a:pt x="3282" y="3149"/>
                      <a:pt x="3960" y="1251"/>
                    </a:cubicBezTo>
                    <a:cubicBezTo>
                      <a:pt x="4222" y="497"/>
                      <a:pt x="3594" y="1"/>
                      <a:pt x="296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" name="Google Shape;899;p32">
                <a:extLst>
                  <a:ext uri="{FF2B5EF4-FFF2-40B4-BE49-F238E27FC236}">
                    <a16:creationId xmlns:a16="http://schemas.microsoft.com/office/drawing/2014/main" id="{663F8BC8-8ED8-3C66-DD3B-B6FEC2D3EA2B}"/>
                  </a:ext>
                </a:extLst>
              </p:cNvPr>
              <p:cNvSpPr/>
              <p:nvPr/>
            </p:nvSpPr>
            <p:spPr>
              <a:xfrm>
                <a:off x="6250100" y="2625025"/>
                <a:ext cx="156000" cy="52250"/>
              </a:xfrm>
              <a:custGeom>
                <a:avLst/>
                <a:gdLst/>
                <a:ahLst/>
                <a:cxnLst/>
                <a:rect l="l" t="t" r="r" b="b"/>
                <a:pathLst>
                  <a:path w="6240" h="2090" extrusionOk="0">
                    <a:moveTo>
                      <a:pt x="1330" y="1"/>
                    </a:moveTo>
                    <a:cubicBezTo>
                      <a:pt x="1" y="1"/>
                      <a:pt x="1" y="2035"/>
                      <a:pt x="1330" y="2062"/>
                    </a:cubicBezTo>
                    <a:cubicBezTo>
                      <a:pt x="2903" y="2062"/>
                      <a:pt x="4449" y="2089"/>
                      <a:pt x="6022" y="2089"/>
                    </a:cubicBezTo>
                    <a:cubicBezTo>
                      <a:pt x="6104" y="1411"/>
                      <a:pt x="6185" y="733"/>
                      <a:pt x="6239" y="28"/>
                    </a:cubicBezTo>
                    <a:cubicBezTo>
                      <a:pt x="4585" y="28"/>
                      <a:pt x="2957" y="1"/>
                      <a:pt x="133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" name="Google Shape;900;p32">
                <a:extLst>
                  <a:ext uri="{FF2B5EF4-FFF2-40B4-BE49-F238E27FC236}">
                    <a16:creationId xmlns:a16="http://schemas.microsoft.com/office/drawing/2014/main" id="{52300F63-E2AA-DE41-3D6B-A3E66F932C4A}"/>
                  </a:ext>
                </a:extLst>
              </p:cNvPr>
              <p:cNvSpPr/>
              <p:nvPr/>
            </p:nvSpPr>
            <p:spPr>
              <a:xfrm>
                <a:off x="6217275" y="2710225"/>
                <a:ext cx="158300" cy="113500"/>
              </a:xfrm>
              <a:custGeom>
                <a:avLst/>
                <a:gdLst/>
                <a:ahLst/>
                <a:cxnLst/>
                <a:rect l="l" t="t" r="r" b="b"/>
                <a:pathLst>
                  <a:path w="6332" h="4540" extrusionOk="0">
                    <a:moveTo>
                      <a:pt x="1416" y="0"/>
                    </a:moveTo>
                    <a:cubicBezTo>
                      <a:pt x="571" y="0"/>
                      <a:pt x="0" y="1351"/>
                      <a:pt x="907" y="1963"/>
                    </a:cubicBezTo>
                    <a:cubicBezTo>
                      <a:pt x="2372" y="2967"/>
                      <a:pt x="3890" y="3835"/>
                      <a:pt x="5518" y="4540"/>
                    </a:cubicBezTo>
                    <a:cubicBezTo>
                      <a:pt x="5843" y="3943"/>
                      <a:pt x="6115" y="3319"/>
                      <a:pt x="6332" y="2696"/>
                    </a:cubicBezTo>
                    <a:cubicBezTo>
                      <a:pt x="4813" y="1963"/>
                      <a:pt x="3321" y="1122"/>
                      <a:pt x="1938" y="173"/>
                    </a:cubicBezTo>
                    <a:cubicBezTo>
                      <a:pt x="1759" y="53"/>
                      <a:pt x="1582" y="0"/>
                      <a:pt x="141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" name="Google Shape;901;p32">
                <a:extLst>
                  <a:ext uri="{FF2B5EF4-FFF2-40B4-BE49-F238E27FC236}">
                    <a16:creationId xmlns:a16="http://schemas.microsoft.com/office/drawing/2014/main" id="{96E5872E-1CBB-A362-C1A7-6C6901AB62D1}"/>
                  </a:ext>
                </a:extLst>
              </p:cNvPr>
              <p:cNvSpPr/>
              <p:nvPr/>
            </p:nvSpPr>
            <p:spPr>
              <a:xfrm>
                <a:off x="6155375" y="2767575"/>
                <a:ext cx="141550" cy="164650"/>
              </a:xfrm>
              <a:custGeom>
                <a:avLst/>
                <a:gdLst/>
                <a:ahLst/>
                <a:cxnLst/>
                <a:rect l="l" t="t" r="r" b="b"/>
                <a:pathLst>
                  <a:path w="5662" h="6586" extrusionOk="0">
                    <a:moveTo>
                      <a:pt x="1461" y="1"/>
                    </a:moveTo>
                    <a:cubicBezTo>
                      <a:pt x="728" y="1"/>
                      <a:pt x="1" y="750"/>
                      <a:pt x="535" y="1514"/>
                    </a:cubicBezTo>
                    <a:lnTo>
                      <a:pt x="4115" y="6586"/>
                    </a:lnTo>
                    <a:cubicBezTo>
                      <a:pt x="4631" y="6179"/>
                      <a:pt x="5200" y="5745"/>
                      <a:pt x="5661" y="5230"/>
                    </a:cubicBezTo>
                    <a:cubicBezTo>
                      <a:pt x="4549" y="3684"/>
                      <a:pt x="3437" y="2056"/>
                      <a:pt x="2298" y="456"/>
                    </a:cubicBezTo>
                    <a:cubicBezTo>
                      <a:pt x="2081" y="134"/>
                      <a:pt x="1770" y="1"/>
                      <a:pt x="146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5" name="Google Shape;902;p32">
                <a:extLst>
                  <a:ext uri="{FF2B5EF4-FFF2-40B4-BE49-F238E27FC236}">
                    <a16:creationId xmlns:a16="http://schemas.microsoft.com/office/drawing/2014/main" id="{DA46344F-ED10-C516-9633-B4CF74555AC7}"/>
                  </a:ext>
                </a:extLst>
              </p:cNvPr>
              <p:cNvSpPr/>
              <p:nvPr/>
            </p:nvSpPr>
            <p:spPr>
              <a:xfrm>
                <a:off x="5685250" y="2568075"/>
                <a:ext cx="680150" cy="374675"/>
              </a:xfrm>
              <a:custGeom>
                <a:avLst/>
                <a:gdLst/>
                <a:ahLst/>
                <a:cxnLst/>
                <a:rect l="l" t="t" r="r" b="b"/>
                <a:pathLst>
                  <a:path w="27206" h="14987" extrusionOk="0">
                    <a:moveTo>
                      <a:pt x="27206" y="0"/>
                    </a:moveTo>
                    <a:cubicBezTo>
                      <a:pt x="18336" y="2469"/>
                      <a:pt x="9087" y="4530"/>
                      <a:pt x="1" y="6076"/>
                    </a:cubicBezTo>
                    <a:cubicBezTo>
                      <a:pt x="1764" y="9901"/>
                      <a:pt x="5046" y="13047"/>
                      <a:pt x="9087" y="14349"/>
                    </a:cubicBezTo>
                    <a:cubicBezTo>
                      <a:pt x="10432" y="14778"/>
                      <a:pt x="11846" y="14987"/>
                      <a:pt x="13262" y="14987"/>
                    </a:cubicBezTo>
                    <a:cubicBezTo>
                      <a:pt x="17040" y="14987"/>
                      <a:pt x="20829" y="13496"/>
                      <a:pt x="23354" y="10714"/>
                    </a:cubicBezTo>
                    <a:cubicBezTo>
                      <a:pt x="25361" y="8517"/>
                      <a:pt x="26501" y="5696"/>
                      <a:pt x="26989" y="2740"/>
                    </a:cubicBezTo>
                    <a:cubicBezTo>
                      <a:pt x="27152" y="1872"/>
                      <a:pt x="27206" y="923"/>
                      <a:pt x="272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" name="Google Shape;903;p32">
                <a:extLst>
                  <a:ext uri="{FF2B5EF4-FFF2-40B4-BE49-F238E27FC236}">
                    <a16:creationId xmlns:a16="http://schemas.microsoft.com/office/drawing/2014/main" id="{C8D67B06-7EDE-EA1A-C489-114E057BC37C}"/>
                  </a:ext>
                </a:extLst>
              </p:cNvPr>
              <p:cNvSpPr/>
              <p:nvPr/>
            </p:nvSpPr>
            <p:spPr>
              <a:xfrm>
                <a:off x="5695425" y="2572825"/>
                <a:ext cx="659800" cy="356225"/>
              </a:xfrm>
              <a:custGeom>
                <a:avLst/>
                <a:gdLst/>
                <a:ahLst/>
                <a:cxnLst/>
                <a:rect l="l" t="t" r="r" b="b"/>
                <a:pathLst>
                  <a:path w="26392" h="14249" extrusionOk="0">
                    <a:moveTo>
                      <a:pt x="26202" y="0"/>
                    </a:moveTo>
                    <a:lnTo>
                      <a:pt x="26202" y="0"/>
                    </a:lnTo>
                    <a:cubicBezTo>
                      <a:pt x="17631" y="2360"/>
                      <a:pt x="8707" y="4313"/>
                      <a:pt x="0" y="5805"/>
                    </a:cubicBezTo>
                    <a:cubicBezTo>
                      <a:pt x="1221" y="8354"/>
                      <a:pt x="3147" y="10524"/>
                      <a:pt x="5507" y="12043"/>
                    </a:cubicBezTo>
                    <a:cubicBezTo>
                      <a:pt x="7771" y="13467"/>
                      <a:pt x="10416" y="14248"/>
                      <a:pt x="13046" y="14248"/>
                    </a:cubicBezTo>
                    <a:cubicBezTo>
                      <a:pt x="13472" y="14248"/>
                      <a:pt x="13898" y="14228"/>
                      <a:pt x="14322" y="14186"/>
                    </a:cubicBezTo>
                    <a:cubicBezTo>
                      <a:pt x="18173" y="13806"/>
                      <a:pt x="21754" y="11636"/>
                      <a:pt x="23924" y="8463"/>
                    </a:cubicBezTo>
                    <a:cubicBezTo>
                      <a:pt x="25578" y="6022"/>
                      <a:pt x="26392" y="2957"/>
                      <a:pt x="2620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" name="Google Shape;904;p32">
                <a:extLst>
                  <a:ext uri="{FF2B5EF4-FFF2-40B4-BE49-F238E27FC236}">
                    <a16:creationId xmlns:a16="http://schemas.microsoft.com/office/drawing/2014/main" id="{B8BDB1D1-7770-ADB0-E164-02D6E445CC12}"/>
                  </a:ext>
                </a:extLst>
              </p:cNvPr>
              <p:cNvSpPr/>
              <p:nvPr/>
            </p:nvSpPr>
            <p:spPr>
              <a:xfrm>
                <a:off x="5978200" y="2689450"/>
                <a:ext cx="14250" cy="27825"/>
              </a:xfrm>
              <a:custGeom>
                <a:avLst/>
                <a:gdLst/>
                <a:ahLst/>
                <a:cxnLst/>
                <a:rect l="l" t="t" r="r" b="b"/>
                <a:pathLst>
                  <a:path w="570" h="1113" extrusionOk="0">
                    <a:moveTo>
                      <a:pt x="298" y="0"/>
                    </a:moveTo>
                    <a:cubicBezTo>
                      <a:pt x="0" y="0"/>
                      <a:pt x="81" y="733"/>
                      <a:pt x="81" y="868"/>
                    </a:cubicBezTo>
                    <a:cubicBezTo>
                      <a:pt x="81" y="977"/>
                      <a:pt x="109" y="1085"/>
                      <a:pt x="217" y="1113"/>
                    </a:cubicBezTo>
                    <a:cubicBezTo>
                      <a:pt x="271" y="1113"/>
                      <a:pt x="298" y="1085"/>
                      <a:pt x="380" y="1031"/>
                    </a:cubicBezTo>
                    <a:cubicBezTo>
                      <a:pt x="407" y="1004"/>
                      <a:pt x="434" y="950"/>
                      <a:pt x="434" y="868"/>
                    </a:cubicBezTo>
                    <a:cubicBezTo>
                      <a:pt x="488" y="706"/>
                      <a:pt x="570" y="28"/>
                      <a:pt x="2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" name="Google Shape;905;p32">
                <a:extLst>
                  <a:ext uri="{FF2B5EF4-FFF2-40B4-BE49-F238E27FC236}">
                    <a16:creationId xmlns:a16="http://schemas.microsoft.com/office/drawing/2014/main" id="{A7DD2AEB-EE75-21FB-EA62-21B367345038}"/>
                  </a:ext>
                </a:extLst>
              </p:cNvPr>
              <p:cNvSpPr/>
              <p:nvPr/>
            </p:nvSpPr>
            <p:spPr>
              <a:xfrm>
                <a:off x="5854775" y="2724350"/>
                <a:ext cx="189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759" h="1062" extrusionOk="0">
                    <a:moveTo>
                      <a:pt x="610" y="0"/>
                    </a:moveTo>
                    <a:cubicBezTo>
                      <a:pt x="577" y="0"/>
                      <a:pt x="537" y="13"/>
                      <a:pt x="489" y="42"/>
                    </a:cubicBezTo>
                    <a:cubicBezTo>
                      <a:pt x="326" y="259"/>
                      <a:pt x="163" y="503"/>
                      <a:pt x="55" y="693"/>
                    </a:cubicBezTo>
                    <a:cubicBezTo>
                      <a:pt x="28" y="802"/>
                      <a:pt x="1" y="937"/>
                      <a:pt x="55" y="991"/>
                    </a:cubicBezTo>
                    <a:cubicBezTo>
                      <a:pt x="72" y="1043"/>
                      <a:pt x="122" y="1062"/>
                      <a:pt x="177" y="1062"/>
                    </a:cubicBezTo>
                    <a:cubicBezTo>
                      <a:pt x="209" y="1062"/>
                      <a:pt x="242" y="1056"/>
                      <a:pt x="272" y="1046"/>
                    </a:cubicBezTo>
                    <a:cubicBezTo>
                      <a:pt x="326" y="991"/>
                      <a:pt x="407" y="964"/>
                      <a:pt x="434" y="910"/>
                    </a:cubicBezTo>
                    <a:cubicBezTo>
                      <a:pt x="570" y="774"/>
                      <a:pt x="679" y="585"/>
                      <a:pt x="706" y="422"/>
                    </a:cubicBezTo>
                    <a:cubicBezTo>
                      <a:pt x="750" y="266"/>
                      <a:pt x="758" y="0"/>
                      <a:pt x="6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" name="Google Shape;906;p32">
                <a:extLst>
                  <a:ext uri="{FF2B5EF4-FFF2-40B4-BE49-F238E27FC236}">
                    <a16:creationId xmlns:a16="http://schemas.microsoft.com/office/drawing/2014/main" id="{54812870-7C50-5543-6515-197BC50F4DD8}"/>
                  </a:ext>
                </a:extLst>
              </p:cNvPr>
              <p:cNvSpPr/>
              <p:nvPr/>
            </p:nvSpPr>
            <p:spPr>
              <a:xfrm>
                <a:off x="5913775" y="2775825"/>
                <a:ext cx="21050" cy="34350"/>
              </a:xfrm>
              <a:custGeom>
                <a:avLst/>
                <a:gdLst/>
                <a:ahLst/>
                <a:cxnLst/>
                <a:rect l="l" t="t" r="r" b="b"/>
                <a:pathLst>
                  <a:path w="842" h="1374" extrusionOk="0">
                    <a:moveTo>
                      <a:pt x="497" y="1"/>
                    </a:moveTo>
                    <a:cubicBezTo>
                      <a:pt x="241" y="1"/>
                      <a:pt x="77" y="628"/>
                      <a:pt x="27" y="777"/>
                    </a:cubicBezTo>
                    <a:cubicBezTo>
                      <a:pt x="0" y="912"/>
                      <a:pt x="0" y="1021"/>
                      <a:pt x="27" y="1157"/>
                    </a:cubicBezTo>
                    <a:cubicBezTo>
                      <a:pt x="82" y="1238"/>
                      <a:pt x="163" y="1346"/>
                      <a:pt x="299" y="1374"/>
                    </a:cubicBezTo>
                    <a:cubicBezTo>
                      <a:pt x="407" y="1374"/>
                      <a:pt x="489" y="1346"/>
                      <a:pt x="543" y="1292"/>
                    </a:cubicBezTo>
                    <a:cubicBezTo>
                      <a:pt x="624" y="1211"/>
                      <a:pt x="651" y="1129"/>
                      <a:pt x="678" y="1048"/>
                    </a:cubicBezTo>
                    <a:cubicBezTo>
                      <a:pt x="760" y="831"/>
                      <a:pt x="841" y="153"/>
                      <a:pt x="570" y="17"/>
                    </a:cubicBezTo>
                    <a:cubicBezTo>
                      <a:pt x="545" y="6"/>
                      <a:pt x="521" y="1"/>
                      <a:pt x="4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" name="Google Shape;907;p32">
                <a:extLst>
                  <a:ext uri="{FF2B5EF4-FFF2-40B4-BE49-F238E27FC236}">
                    <a16:creationId xmlns:a16="http://schemas.microsoft.com/office/drawing/2014/main" id="{C167C3FD-F8A2-5788-D3D2-1B89B51EC8C5}"/>
                  </a:ext>
                </a:extLst>
              </p:cNvPr>
              <p:cNvSpPr/>
              <p:nvPr/>
            </p:nvSpPr>
            <p:spPr>
              <a:xfrm>
                <a:off x="6049400" y="2755525"/>
                <a:ext cx="22400" cy="32950"/>
              </a:xfrm>
              <a:custGeom>
                <a:avLst/>
                <a:gdLst/>
                <a:ahLst/>
                <a:cxnLst/>
                <a:rect l="l" t="t" r="r" b="b"/>
                <a:pathLst>
                  <a:path w="896" h="1318" extrusionOk="0">
                    <a:moveTo>
                      <a:pt x="522" y="0"/>
                    </a:moveTo>
                    <a:cubicBezTo>
                      <a:pt x="495" y="0"/>
                      <a:pt x="466" y="5"/>
                      <a:pt x="434" y="16"/>
                    </a:cubicBezTo>
                    <a:cubicBezTo>
                      <a:pt x="0" y="124"/>
                      <a:pt x="271" y="775"/>
                      <a:pt x="380" y="1046"/>
                    </a:cubicBezTo>
                    <a:cubicBezTo>
                      <a:pt x="407" y="1101"/>
                      <a:pt x="434" y="1182"/>
                      <a:pt x="515" y="1236"/>
                    </a:cubicBezTo>
                    <a:cubicBezTo>
                      <a:pt x="570" y="1318"/>
                      <a:pt x="651" y="1318"/>
                      <a:pt x="760" y="1318"/>
                    </a:cubicBezTo>
                    <a:cubicBezTo>
                      <a:pt x="814" y="1263"/>
                      <a:pt x="841" y="1209"/>
                      <a:pt x="895" y="1128"/>
                    </a:cubicBezTo>
                    <a:lnTo>
                      <a:pt x="895" y="911"/>
                    </a:lnTo>
                    <a:cubicBezTo>
                      <a:pt x="845" y="686"/>
                      <a:pt x="841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" name="Google Shape;908;p32">
                <a:extLst>
                  <a:ext uri="{FF2B5EF4-FFF2-40B4-BE49-F238E27FC236}">
                    <a16:creationId xmlns:a16="http://schemas.microsoft.com/office/drawing/2014/main" id="{148F2DF1-0131-537A-760F-A3AEF8F9F747}"/>
                  </a:ext>
                </a:extLst>
              </p:cNvPr>
              <p:cNvSpPr/>
              <p:nvPr/>
            </p:nvSpPr>
            <p:spPr>
              <a:xfrm>
                <a:off x="6141600" y="2661525"/>
                <a:ext cx="29200" cy="25525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1021" extrusionOk="0">
                    <a:moveTo>
                      <a:pt x="589" y="0"/>
                    </a:moveTo>
                    <a:cubicBezTo>
                      <a:pt x="526" y="0"/>
                      <a:pt x="457" y="26"/>
                      <a:pt x="381" y="87"/>
                    </a:cubicBezTo>
                    <a:cubicBezTo>
                      <a:pt x="1" y="385"/>
                      <a:pt x="543" y="846"/>
                      <a:pt x="815" y="982"/>
                    </a:cubicBezTo>
                    <a:cubicBezTo>
                      <a:pt x="872" y="1001"/>
                      <a:pt x="943" y="1020"/>
                      <a:pt x="999" y="1020"/>
                    </a:cubicBezTo>
                    <a:cubicBezTo>
                      <a:pt x="1022" y="1020"/>
                      <a:pt x="1043" y="1017"/>
                      <a:pt x="1059" y="1009"/>
                    </a:cubicBezTo>
                    <a:cubicBezTo>
                      <a:pt x="1167" y="928"/>
                      <a:pt x="1140" y="792"/>
                      <a:pt x="1086" y="711"/>
                    </a:cubicBezTo>
                    <a:cubicBezTo>
                      <a:pt x="1020" y="490"/>
                      <a:pt x="86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" name="Google Shape;909;p32">
                <a:extLst>
                  <a:ext uri="{FF2B5EF4-FFF2-40B4-BE49-F238E27FC236}">
                    <a16:creationId xmlns:a16="http://schemas.microsoft.com/office/drawing/2014/main" id="{2B7C5FA5-16C6-478C-8A8B-0825A957A27C}"/>
                  </a:ext>
                </a:extLst>
              </p:cNvPr>
              <p:cNvSpPr/>
              <p:nvPr/>
            </p:nvSpPr>
            <p:spPr>
              <a:xfrm>
                <a:off x="6144725" y="2711600"/>
                <a:ext cx="18600" cy="36025"/>
              </a:xfrm>
              <a:custGeom>
                <a:avLst/>
                <a:gdLst/>
                <a:ahLst/>
                <a:cxnLst/>
                <a:rect l="l" t="t" r="r" b="b"/>
                <a:pathLst>
                  <a:path w="744" h="1441" extrusionOk="0">
                    <a:moveTo>
                      <a:pt x="146" y="0"/>
                    </a:moveTo>
                    <a:cubicBezTo>
                      <a:pt x="0" y="0"/>
                      <a:pt x="31" y="272"/>
                      <a:pt x="93" y="416"/>
                    </a:cubicBezTo>
                    <a:cubicBezTo>
                      <a:pt x="120" y="742"/>
                      <a:pt x="256" y="1040"/>
                      <a:pt x="418" y="1312"/>
                    </a:cubicBezTo>
                    <a:cubicBezTo>
                      <a:pt x="473" y="1339"/>
                      <a:pt x="473" y="1366"/>
                      <a:pt x="500" y="1420"/>
                    </a:cubicBezTo>
                    <a:cubicBezTo>
                      <a:pt x="513" y="1434"/>
                      <a:pt x="527" y="1440"/>
                      <a:pt x="547" y="1440"/>
                    </a:cubicBezTo>
                    <a:cubicBezTo>
                      <a:pt x="568" y="1440"/>
                      <a:pt x="595" y="1434"/>
                      <a:pt x="635" y="1420"/>
                    </a:cubicBezTo>
                    <a:cubicBezTo>
                      <a:pt x="663" y="1366"/>
                      <a:pt x="690" y="1339"/>
                      <a:pt x="690" y="1284"/>
                    </a:cubicBezTo>
                    <a:cubicBezTo>
                      <a:pt x="744" y="959"/>
                      <a:pt x="663" y="661"/>
                      <a:pt x="527" y="389"/>
                    </a:cubicBezTo>
                    <a:cubicBezTo>
                      <a:pt x="500" y="281"/>
                      <a:pt x="418" y="199"/>
                      <a:pt x="337" y="91"/>
                    </a:cubicBezTo>
                    <a:cubicBezTo>
                      <a:pt x="253" y="27"/>
                      <a:pt x="191" y="0"/>
                      <a:pt x="1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" name="Google Shape;910;p32">
                <a:extLst>
                  <a:ext uri="{FF2B5EF4-FFF2-40B4-BE49-F238E27FC236}">
                    <a16:creationId xmlns:a16="http://schemas.microsoft.com/office/drawing/2014/main" id="{E4CB7368-1AFC-76A5-C8DA-A02E406358C9}"/>
                  </a:ext>
                </a:extLst>
              </p:cNvPr>
              <p:cNvSpPr/>
              <p:nvPr/>
            </p:nvSpPr>
            <p:spPr>
              <a:xfrm>
                <a:off x="6231125" y="2648325"/>
                <a:ext cx="29175" cy="20000"/>
              </a:xfrm>
              <a:custGeom>
                <a:avLst/>
                <a:gdLst/>
                <a:ahLst/>
                <a:cxnLst/>
                <a:rect l="l" t="t" r="r" b="b"/>
                <a:pathLst>
                  <a:path w="1167" h="800" extrusionOk="0">
                    <a:moveTo>
                      <a:pt x="370" y="1"/>
                    </a:moveTo>
                    <a:cubicBezTo>
                      <a:pt x="206" y="1"/>
                      <a:pt x="55" y="47"/>
                      <a:pt x="55" y="208"/>
                    </a:cubicBezTo>
                    <a:cubicBezTo>
                      <a:pt x="0" y="479"/>
                      <a:pt x="434" y="642"/>
                      <a:pt x="597" y="723"/>
                    </a:cubicBezTo>
                    <a:cubicBezTo>
                      <a:pt x="693" y="762"/>
                      <a:pt x="789" y="800"/>
                      <a:pt x="885" y="800"/>
                    </a:cubicBezTo>
                    <a:cubicBezTo>
                      <a:pt x="924" y="800"/>
                      <a:pt x="964" y="793"/>
                      <a:pt x="1004" y="778"/>
                    </a:cubicBezTo>
                    <a:cubicBezTo>
                      <a:pt x="1112" y="750"/>
                      <a:pt x="1167" y="615"/>
                      <a:pt x="1167" y="479"/>
                    </a:cubicBezTo>
                    <a:cubicBezTo>
                      <a:pt x="1167" y="344"/>
                      <a:pt x="1085" y="235"/>
                      <a:pt x="1004" y="181"/>
                    </a:cubicBezTo>
                    <a:cubicBezTo>
                      <a:pt x="895" y="99"/>
                      <a:pt x="814" y="72"/>
                      <a:pt x="678" y="45"/>
                    </a:cubicBezTo>
                    <a:cubicBezTo>
                      <a:pt x="601" y="23"/>
                      <a:pt x="483" y="1"/>
                      <a:pt x="3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4" name="Google Shape;911;p32">
                <a:extLst>
                  <a:ext uri="{FF2B5EF4-FFF2-40B4-BE49-F238E27FC236}">
                    <a16:creationId xmlns:a16="http://schemas.microsoft.com/office/drawing/2014/main" id="{16E1D01F-E3AE-58A6-38DB-1EB9182A7F75}"/>
                  </a:ext>
                </a:extLst>
              </p:cNvPr>
              <p:cNvSpPr/>
              <p:nvPr/>
            </p:nvSpPr>
            <p:spPr>
              <a:xfrm>
                <a:off x="6241975" y="2717625"/>
                <a:ext cx="33250" cy="20600"/>
              </a:xfrm>
              <a:custGeom>
                <a:avLst/>
                <a:gdLst/>
                <a:ahLst/>
                <a:cxnLst/>
                <a:rect l="l" t="t" r="r" b="b"/>
                <a:pathLst>
                  <a:path w="1330" h="824" extrusionOk="0">
                    <a:moveTo>
                      <a:pt x="651" y="1"/>
                    </a:moveTo>
                    <a:cubicBezTo>
                      <a:pt x="624" y="1"/>
                      <a:pt x="597" y="4"/>
                      <a:pt x="570" y="13"/>
                    </a:cubicBezTo>
                    <a:cubicBezTo>
                      <a:pt x="0" y="94"/>
                      <a:pt x="705" y="664"/>
                      <a:pt x="922" y="772"/>
                    </a:cubicBezTo>
                    <a:cubicBezTo>
                      <a:pt x="967" y="802"/>
                      <a:pt x="1028" y="823"/>
                      <a:pt x="1092" y="823"/>
                    </a:cubicBezTo>
                    <a:cubicBezTo>
                      <a:pt x="1144" y="823"/>
                      <a:pt x="1199" y="809"/>
                      <a:pt x="1248" y="772"/>
                    </a:cubicBezTo>
                    <a:cubicBezTo>
                      <a:pt x="1329" y="691"/>
                      <a:pt x="1329" y="582"/>
                      <a:pt x="1329" y="501"/>
                    </a:cubicBezTo>
                    <a:cubicBezTo>
                      <a:pt x="1329" y="392"/>
                      <a:pt x="1329" y="284"/>
                      <a:pt x="1248" y="230"/>
                    </a:cubicBezTo>
                    <a:cubicBezTo>
                      <a:pt x="1139" y="67"/>
                      <a:pt x="977" y="40"/>
                      <a:pt x="814" y="13"/>
                    </a:cubicBezTo>
                    <a:cubicBezTo>
                      <a:pt x="760" y="13"/>
                      <a:pt x="705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5" name="Google Shape;912;p32">
                <a:extLst>
                  <a:ext uri="{FF2B5EF4-FFF2-40B4-BE49-F238E27FC236}">
                    <a16:creationId xmlns:a16="http://schemas.microsoft.com/office/drawing/2014/main" id="{EE367CBA-55B8-B770-8958-D3CAEB17EA11}"/>
                  </a:ext>
                </a:extLst>
              </p:cNvPr>
              <p:cNvSpPr/>
              <p:nvPr/>
            </p:nvSpPr>
            <p:spPr>
              <a:xfrm>
                <a:off x="6125100" y="2814350"/>
                <a:ext cx="21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1427" extrusionOk="0">
                    <a:moveTo>
                      <a:pt x="291" y="0"/>
                    </a:moveTo>
                    <a:cubicBezTo>
                      <a:pt x="1" y="0"/>
                      <a:pt x="270" y="1027"/>
                      <a:pt x="363" y="1189"/>
                    </a:cubicBezTo>
                    <a:cubicBezTo>
                      <a:pt x="390" y="1270"/>
                      <a:pt x="471" y="1379"/>
                      <a:pt x="525" y="1406"/>
                    </a:cubicBezTo>
                    <a:cubicBezTo>
                      <a:pt x="566" y="1419"/>
                      <a:pt x="620" y="1426"/>
                      <a:pt x="668" y="1426"/>
                    </a:cubicBezTo>
                    <a:cubicBezTo>
                      <a:pt x="715" y="1426"/>
                      <a:pt x="756" y="1419"/>
                      <a:pt x="769" y="1406"/>
                    </a:cubicBezTo>
                    <a:cubicBezTo>
                      <a:pt x="851" y="1324"/>
                      <a:pt x="851" y="1270"/>
                      <a:pt x="851" y="1162"/>
                    </a:cubicBezTo>
                    <a:cubicBezTo>
                      <a:pt x="851" y="917"/>
                      <a:pt x="797" y="700"/>
                      <a:pt x="742" y="483"/>
                    </a:cubicBezTo>
                    <a:cubicBezTo>
                      <a:pt x="715" y="348"/>
                      <a:pt x="634" y="185"/>
                      <a:pt x="498" y="104"/>
                    </a:cubicBezTo>
                    <a:cubicBezTo>
                      <a:pt x="410" y="31"/>
                      <a:pt x="342" y="0"/>
                      <a:pt x="2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6" name="Google Shape;913;p32">
                <a:extLst>
                  <a:ext uri="{FF2B5EF4-FFF2-40B4-BE49-F238E27FC236}">
                    <a16:creationId xmlns:a16="http://schemas.microsoft.com/office/drawing/2014/main" id="{7F4C583C-1A6E-24A5-AB02-7AC497D58266}"/>
                  </a:ext>
                </a:extLst>
              </p:cNvPr>
              <p:cNvSpPr/>
              <p:nvPr/>
            </p:nvSpPr>
            <p:spPr>
              <a:xfrm>
                <a:off x="5991075" y="2838800"/>
                <a:ext cx="20375" cy="35800"/>
              </a:xfrm>
              <a:custGeom>
                <a:avLst/>
                <a:gdLst/>
                <a:ahLst/>
                <a:cxnLst/>
                <a:rect l="l" t="t" r="r" b="b"/>
                <a:pathLst>
                  <a:path w="815" h="1432" extrusionOk="0">
                    <a:moveTo>
                      <a:pt x="467" y="1"/>
                    </a:moveTo>
                    <a:cubicBezTo>
                      <a:pt x="353" y="1"/>
                      <a:pt x="290" y="143"/>
                      <a:pt x="245" y="211"/>
                    </a:cubicBezTo>
                    <a:cubicBezTo>
                      <a:pt x="55" y="482"/>
                      <a:pt x="0" y="807"/>
                      <a:pt x="55" y="1133"/>
                    </a:cubicBezTo>
                    <a:cubicBezTo>
                      <a:pt x="82" y="1269"/>
                      <a:pt x="163" y="1404"/>
                      <a:pt x="299" y="1431"/>
                    </a:cubicBezTo>
                    <a:cubicBezTo>
                      <a:pt x="380" y="1431"/>
                      <a:pt x="462" y="1404"/>
                      <a:pt x="543" y="1350"/>
                    </a:cubicBezTo>
                    <a:cubicBezTo>
                      <a:pt x="597" y="1269"/>
                      <a:pt x="597" y="1214"/>
                      <a:pt x="651" y="1106"/>
                    </a:cubicBezTo>
                    <a:cubicBezTo>
                      <a:pt x="706" y="862"/>
                      <a:pt x="814" y="672"/>
                      <a:pt x="787" y="428"/>
                    </a:cubicBezTo>
                    <a:cubicBezTo>
                      <a:pt x="787" y="292"/>
                      <a:pt x="679" y="48"/>
                      <a:pt x="543" y="21"/>
                    </a:cubicBezTo>
                    <a:cubicBezTo>
                      <a:pt x="515" y="7"/>
                      <a:pt x="490" y="1"/>
                      <a:pt x="4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7" name="Google Shape;914;p32">
                <a:extLst>
                  <a:ext uri="{FF2B5EF4-FFF2-40B4-BE49-F238E27FC236}">
                    <a16:creationId xmlns:a16="http://schemas.microsoft.com/office/drawing/2014/main" id="{0C86F790-FDCC-32B8-EA25-445D732D3828}"/>
                  </a:ext>
                </a:extLst>
              </p:cNvPr>
              <p:cNvSpPr/>
              <p:nvPr/>
            </p:nvSpPr>
            <p:spPr>
              <a:xfrm>
                <a:off x="5763225" y="2740775"/>
                <a:ext cx="34400" cy="26825"/>
              </a:xfrm>
              <a:custGeom>
                <a:avLst/>
                <a:gdLst/>
                <a:ahLst/>
                <a:cxnLst/>
                <a:rect l="l" t="t" r="r" b="b"/>
                <a:pathLst>
                  <a:path w="1376" h="1073" extrusionOk="0">
                    <a:moveTo>
                      <a:pt x="1122" y="1"/>
                    </a:moveTo>
                    <a:cubicBezTo>
                      <a:pt x="870" y="1"/>
                      <a:pt x="460" y="197"/>
                      <a:pt x="326" y="280"/>
                    </a:cubicBezTo>
                    <a:cubicBezTo>
                      <a:pt x="218" y="334"/>
                      <a:pt x="164" y="416"/>
                      <a:pt x="82" y="470"/>
                    </a:cubicBezTo>
                    <a:cubicBezTo>
                      <a:pt x="28" y="578"/>
                      <a:pt x="1" y="687"/>
                      <a:pt x="28" y="795"/>
                    </a:cubicBezTo>
                    <a:cubicBezTo>
                      <a:pt x="55" y="931"/>
                      <a:pt x="191" y="1012"/>
                      <a:pt x="326" y="1067"/>
                    </a:cubicBezTo>
                    <a:cubicBezTo>
                      <a:pt x="345" y="1070"/>
                      <a:pt x="364" y="1072"/>
                      <a:pt x="383" y="1072"/>
                    </a:cubicBezTo>
                    <a:cubicBezTo>
                      <a:pt x="505" y="1072"/>
                      <a:pt x="639" y="1005"/>
                      <a:pt x="733" y="958"/>
                    </a:cubicBezTo>
                    <a:cubicBezTo>
                      <a:pt x="869" y="877"/>
                      <a:pt x="977" y="795"/>
                      <a:pt x="1086" y="660"/>
                    </a:cubicBezTo>
                    <a:cubicBezTo>
                      <a:pt x="1167" y="551"/>
                      <a:pt x="1276" y="443"/>
                      <a:pt x="1303" y="307"/>
                    </a:cubicBezTo>
                    <a:cubicBezTo>
                      <a:pt x="1376" y="77"/>
                      <a:pt x="1280" y="1"/>
                      <a:pt x="11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" name="Google Shape;915;p32">
                <a:extLst>
                  <a:ext uri="{FF2B5EF4-FFF2-40B4-BE49-F238E27FC236}">
                    <a16:creationId xmlns:a16="http://schemas.microsoft.com/office/drawing/2014/main" id="{7F48C078-9CA8-5140-0C03-BBD4F75F5367}"/>
                  </a:ext>
                </a:extLst>
              </p:cNvPr>
              <p:cNvSpPr/>
              <p:nvPr/>
            </p:nvSpPr>
            <p:spPr>
              <a:xfrm>
                <a:off x="5850025" y="2814350"/>
                <a:ext cx="18325" cy="20500"/>
              </a:xfrm>
              <a:custGeom>
                <a:avLst/>
                <a:gdLst/>
                <a:ahLst/>
                <a:cxnLst/>
                <a:rect l="l" t="t" r="r" b="b"/>
                <a:pathLst>
                  <a:path w="733" h="820" extrusionOk="0">
                    <a:moveTo>
                      <a:pt x="402" y="1"/>
                    </a:moveTo>
                    <a:cubicBezTo>
                      <a:pt x="173" y="1"/>
                      <a:pt x="1" y="450"/>
                      <a:pt x="1" y="619"/>
                    </a:cubicBezTo>
                    <a:cubicBezTo>
                      <a:pt x="1" y="700"/>
                      <a:pt x="55" y="755"/>
                      <a:pt x="109" y="782"/>
                    </a:cubicBezTo>
                    <a:cubicBezTo>
                      <a:pt x="146" y="806"/>
                      <a:pt x="177" y="820"/>
                      <a:pt x="205" y="820"/>
                    </a:cubicBezTo>
                    <a:cubicBezTo>
                      <a:pt x="239" y="820"/>
                      <a:pt x="269" y="800"/>
                      <a:pt x="299" y="755"/>
                    </a:cubicBezTo>
                    <a:cubicBezTo>
                      <a:pt x="489" y="646"/>
                      <a:pt x="733" y="158"/>
                      <a:pt x="489" y="22"/>
                    </a:cubicBezTo>
                    <a:cubicBezTo>
                      <a:pt x="459" y="8"/>
                      <a:pt x="430" y="1"/>
                      <a:pt x="4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9" name="Google Shape;916;p32">
                <a:extLst>
                  <a:ext uri="{FF2B5EF4-FFF2-40B4-BE49-F238E27FC236}">
                    <a16:creationId xmlns:a16="http://schemas.microsoft.com/office/drawing/2014/main" id="{439C7CE5-17B0-3E43-8857-15430BE795D8}"/>
                  </a:ext>
                </a:extLst>
              </p:cNvPr>
              <p:cNvSpPr/>
              <p:nvPr/>
            </p:nvSpPr>
            <p:spPr>
              <a:xfrm>
                <a:off x="5797625" y="2709238"/>
                <a:ext cx="192600" cy="152625"/>
              </a:xfrm>
              <a:custGeom>
                <a:avLst/>
                <a:gdLst/>
                <a:ahLst/>
                <a:cxnLst/>
                <a:rect l="l" t="t" r="r" b="b"/>
                <a:pathLst>
                  <a:path w="7704" h="6105" extrusionOk="0">
                    <a:moveTo>
                      <a:pt x="1503" y="1"/>
                    </a:moveTo>
                    <a:cubicBezTo>
                      <a:pt x="889" y="1"/>
                      <a:pt x="343" y="179"/>
                      <a:pt x="109" y="705"/>
                    </a:cubicBezTo>
                    <a:cubicBezTo>
                      <a:pt x="0" y="950"/>
                      <a:pt x="54" y="1221"/>
                      <a:pt x="163" y="1411"/>
                    </a:cubicBezTo>
                    <a:cubicBezTo>
                      <a:pt x="543" y="2360"/>
                      <a:pt x="1383" y="3174"/>
                      <a:pt x="2089" y="3852"/>
                    </a:cubicBezTo>
                    <a:cubicBezTo>
                      <a:pt x="2577" y="4340"/>
                      <a:pt x="3119" y="4774"/>
                      <a:pt x="3689" y="5154"/>
                    </a:cubicBezTo>
                    <a:cubicBezTo>
                      <a:pt x="4479" y="5680"/>
                      <a:pt x="5370" y="6104"/>
                      <a:pt x="6290" y="6104"/>
                    </a:cubicBezTo>
                    <a:cubicBezTo>
                      <a:pt x="6318" y="6104"/>
                      <a:pt x="6346" y="6104"/>
                      <a:pt x="6374" y="6103"/>
                    </a:cubicBezTo>
                    <a:cubicBezTo>
                      <a:pt x="6781" y="6103"/>
                      <a:pt x="7242" y="5995"/>
                      <a:pt x="7486" y="5615"/>
                    </a:cubicBezTo>
                    <a:cubicBezTo>
                      <a:pt x="7703" y="5344"/>
                      <a:pt x="7703" y="4991"/>
                      <a:pt x="7622" y="4638"/>
                    </a:cubicBezTo>
                    <a:cubicBezTo>
                      <a:pt x="7486" y="4014"/>
                      <a:pt x="7079" y="3526"/>
                      <a:pt x="6673" y="3038"/>
                    </a:cubicBezTo>
                    <a:cubicBezTo>
                      <a:pt x="5832" y="2062"/>
                      <a:pt x="4910" y="1112"/>
                      <a:pt x="3716" y="543"/>
                    </a:cubicBezTo>
                    <a:cubicBezTo>
                      <a:pt x="3238" y="311"/>
                      <a:pt x="2312" y="1"/>
                      <a:pt x="1503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0" name="Google Shape;917;p32">
                <a:extLst>
                  <a:ext uri="{FF2B5EF4-FFF2-40B4-BE49-F238E27FC236}">
                    <a16:creationId xmlns:a16="http://schemas.microsoft.com/office/drawing/2014/main" id="{A5EB1057-4D54-8E2C-F0C7-9DB4B9E57972}"/>
                  </a:ext>
                </a:extLst>
              </p:cNvPr>
              <p:cNvSpPr/>
              <p:nvPr/>
            </p:nvSpPr>
            <p:spPr>
              <a:xfrm>
                <a:off x="6314525" y="2680575"/>
                <a:ext cx="72575" cy="144775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5791" extrusionOk="0">
                    <a:moveTo>
                      <a:pt x="2434" y="1"/>
                    </a:moveTo>
                    <a:cubicBezTo>
                      <a:pt x="2255" y="1"/>
                      <a:pt x="2277" y="204"/>
                      <a:pt x="2252" y="383"/>
                    </a:cubicBezTo>
                    <a:cubicBezTo>
                      <a:pt x="2062" y="1386"/>
                      <a:pt x="1764" y="2363"/>
                      <a:pt x="1302" y="3285"/>
                    </a:cubicBezTo>
                    <a:cubicBezTo>
                      <a:pt x="1031" y="3773"/>
                      <a:pt x="733" y="4288"/>
                      <a:pt x="353" y="4722"/>
                    </a:cubicBezTo>
                    <a:cubicBezTo>
                      <a:pt x="217" y="4885"/>
                      <a:pt x="82" y="5048"/>
                      <a:pt x="28" y="5265"/>
                    </a:cubicBezTo>
                    <a:cubicBezTo>
                      <a:pt x="0" y="5455"/>
                      <a:pt x="82" y="5699"/>
                      <a:pt x="272" y="5780"/>
                    </a:cubicBezTo>
                    <a:cubicBezTo>
                      <a:pt x="304" y="5787"/>
                      <a:pt x="339" y="5790"/>
                      <a:pt x="375" y="5790"/>
                    </a:cubicBezTo>
                    <a:cubicBezTo>
                      <a:pt x="491" y="5790"/>
                      <a:pt x="616" y="5755"/>
                      <a:pt x="679" y="5672"/>
                    </a:cubicBezTo>
                    <a:cubicBezTo>
                      <a:pt x="787" y="5563"/>
                      <a:pt x="868" y="5428"/>
                      <a:pt x="950" y="5319"/>
                    </a:cubicBezTo>
                    <a:cubicBezTo>
                      <a:pt x="1085" y="5048"/>
                      <a:pt x="1275" y="4804"/>
                      <a:pt x="1384" y="4533"/>
                    </a:cubicBezTo>
                    <a:cubicBezTo>
                      <a:pt x="1845" y="3773"/>
                      <a:pt x="2306" y="2959"/>
                      <a:pt x="2577" y="2064"/>
                    </a:cubicBezTo>
                    <a:cubicBezTo>
                      <a:pt x="2713" y="1549"/>
                      <a:pt x="2903" y="925"/>
                      <a:pt x="2794" y="383"/>
                    </a:cubicBezTo>
                    <a:cubicBezTo>
                      <a:pt x="2740" y="193"/>
                      <a:pt x="2659" y="30"/>
                      <a:pt x="2469" y="3"/>
                    </a:cubicBezTo>
                    <a:cubicBezTo>
                      <a:pt x="2456" y="1"/>
                      <a:pt x="2445" y="1"/>
                      <a:pt x="2434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7" name="Google Shape;918;p32">
              <a:extLst>
                <a:ext uri="{FF2B5EF4-FFF2-40B4-BE49-F238E27FC236}">
                  <a16:creationId xmlns:a16="http://schemas.microsoft.com/office/drawing/2014/main" id="{06A96D03-B3A7-F6DD-B2F2-05D1290F9BDC}"/>
                </a:ext>
              </a:extLst>
            </p:cNvPr>
            <p:cNvGrpSpPr/>
            <p:nvPr/>
          </p:nvGrpSpPr>
          <p:grpSpPr>
            <a:xfrm rot="-7071549">
              <a:off x="6177325" y="1322948"/>
              <a:ext cx="290857" cy="238766"/>
              <a:chOff x="8209488" y="3016721"/>
              <a:chExt cx="290857" cy="238766"/>
            </a:xfrm>
          </p:grpSpPr>
          <p:sp>
            <p:nvSpPr>
              <p:cNvPr id="24" name="Google Shape;919;p32">
                <a:extLst>
                  <a:ext uri="{FF2B5EF4-FFF2-40B4-BE49-F238E27FC236}">
                    <a16:creationId xmlns:a16="http://schemas.microsoft.com/office/drawing/2014/main" id="{F2DA6FAF-D9ED-8C4C-DC08-3317EFB496AD}"/>
                  </a:ext>
                </a:extLst>
              </p:cNvPr>
              <p:cNvSpPr/>
              <p:nvPr/>
            </p:nvSpPr>
            <p:spPr>
              <a:xfrm>
                <a:off x="8209488" y="3017443"/>
                <a:ext cx="290857" cy="238044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9560" extrusionOk="0">
                    <a:moveTo>
                      <a:pt x="7250" y="0"/>
                    </a:moveTo>
                    <a:cubicBezTo>
                      <a:pt x="6732" y="0"/>
                      <a:pt x="6214" y="163"/>
                      <a:pt x="5883" y="557"/>
                    </a:cubicBezTo>
                    <a:cubicBezTo>
                      <a:pt x="5269" y="1282"/>
                      <a:pt x="5492" y="2648"/>
                      <a:pt x="4656" y="3149"/>
                    </a:cubicBezTo>
                    <a:cubicBezTo>
                      <a:pt x="4455" y="3270"/>
                      <a:pt x="4241" y="3313"/>
                      <a:pt x="4019" y="3313"/>
                    </a:cubicBezTo>
                    <a:cubicBezTo>
                      <a:pt x="3455" y="3313"/>
                      <a:pt x="2838" y="3035"/>
                      <a:pt x="2245" y="3035"/>
                    </a:cubicBezTo>
                    <a:cubicBezTo>
                      <a:pt x="2099" y="3035"/>
                      <a:pt x="1955" y="3052"/>
                      <a:pt x="1813" y="3094"/>
                    </a:cubicBezTo>
                    <a:cubicBezTo>
                      <a:pt x="1367" y="3233"/>
                      <a:pt x="1032" y="3623"/>
                      <a:pt x="837" y="4041"/>
                    </a:cubicBezTo>
                    <a:cubicBezTo>
                      <a:pt x="614" y="4460"/>
                      <a:pt x="558" y="4906"/>
                      <a:pt x="475" y="5352"/>
                    </a:cubicBezTo>
                    <a:cubicBezTo>
                      <a:pt x="335" y="6160"/>
                      <a:pt x="252" y="6913"/>
                      <a:pt x="112" y="7749"/>
                    </a:cubicBezTo>
                    <a:cubicBezTo>
                      <a:pt x="29" y="8278"/>
                      <a:pt x="1" y="8724"/>
                      <a:pt x="475" y="9031"/>
                    </a:cubicBezTo>
                    <a:cubicBezTo>
                      <a:pt x="1151" y="9433"/>
                      <a:pt x="2068" y="9560"/>
                      <a:pt x="2933" y="9560"/>
                    </a:cubicBezTo>
                    <a:cubicBezTo>
                      <a:pt x="3387" y="9560"/>
                      <a:pt x="3827" y="9525"/>
                      <a:pt x="4210" y="9477"/>
                    </a:cubicBezTo>
                    <a:cubicBezTo>
                      <a:pt x="5743" y="9254"/>
                      <a:pt x="7221" y="8557"/>
                      <a:pt x="8336" y="7526"/>
                    </a:cubicBezTo>
                    <a:cubicBezTo>
                      <a:pt x="10203" y="5742"/>
                      <a:pt x="11040" y="3149"/>
                      <a:pt x="11681" y="641"/>
                    </a:cubicBezTo>
                    <a:lnTo>
                      <a:pt x="11681" y="641"/>
                    </a:lnTo>
                    <a:cubicBezTo>
                      <a:pt x="11374" y="822"/>
                      <a:pt x="11040" y="892"/>
                      <a:pt x="10698" y="892"/>
                    </a:cubicBezTo>
                    <a:cubicBezTo>
                      <a:pt x="10357" y="892"/>
                      <a:pt x="10008" y="822"/>
                      <a:pt x="9674" y="724"/>
                    </a:cubicBezTo>
                    <a:cubicBezTo>
                      <a:pt x="9060" y="501"/>
                      <a:pt x="8419" y="195"/>
                      <a:pt x="7778" y="55"/>
                    </a:cubicBezTo>
                    <a:cubicBezTo>
                      <a:pt x="7607" y="20"/>
                      <a:pt x="7428" y="0"/>
                      <a:pt x="72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" name="Google Shape;920;p32">
                <a:extLst>
                  <a:ext uri="{FF2B5EF4-FFF2-40B4-BE49-F238E27FC236}">
                    <a16:creationId xmlns:a16="http://schemas.microsoft.com/office/drawing/2014/main" id="{7667FDF4-A3C3-9156-7DDB-EB88AE80F2C5}"/>
                  </a:ext>
                </a:extLst>
              </p:cNvPr>
              <p:cNvSpPr/>
              <p:nvPr/>
            </p:nvSpPr>
            <p:spPr>
              <a:xfrm>
                <a:off x="8216435" y="3016721"/>
                <a:ext cx="283213" cy="230474"/>
              </a:xfrm>
              <a:custGeom>
                <a:avLst/>
                <a:gdLst/>
                <a:ahLst/>
                <a:cxnLst/>
                <a:rect l="l" t="t" r="r" b="b"/>
                <a:pathLst>
                  <a:path w="11374" h="9256" extrusionOk="0">
                    <a:moveTo>
                      <a:pt x="6997" y="1"/>
                    </a:moveTo>
                    <a:cubicBezTo>
                      <a:pt x="5994" y="1199"/>
                      <a:pt x="5492" y="2844"/>
                      <a:pt x="5743" y="4377"/>
                    </a:cubicBezTo>
                    <a:cubicBezTo>
                      <a:pt x="5604" y="4433"/>
                      <a:pt x="5436" y="4516"/>
                      <a:pt x="5297" y="4572"/>
                    </a:cubicBezTo>
                    <a:cubicBezTo>
                      <a:pt x="4600" y="4935"/>
                      <a:pt x="3931" y="5297"/>
                      <a:pt x="3318" y="5771"/>
                    </a:cubicBezTo>
                    <a:cubicBezTo>
                      <a:pt x="3234" y="4935"/>
                      <a:pt x="3262" y="4098"/>
                      <a:pt x="3401" y="3290"/>
                    </a:cubicBezTo>
                    <a:cubicBezTo>
                      <a:pt x="3346" y="3290"/>
                      <a:pt x="3262" y="3262"/>
                      <a:pt x="3206" y="3262"/>
                    </a:cubicBezTo>
                    <a:cubicBezTo>
                      <a:pt x="3011" y="4126"/>
                      <a:pt x="2983" y="5046"/>
                      <a:pt x="3095" y="5910"/>
                    </a:cubicBezTo>
                    <a:cubicBezTo>
                      <a:pt x="2537" y="6273"/>
                      <a:pt x="2008" y="6746"/>
                      <a:pt x="1506" y="7192"/>
                    </a:cubicBezTo>
                    <a:cubicBezTo>
                      <a:pt x="1004" y="6022"/>
                      <a:pt x="837" y="4684"/>
                      <a:pt x="1032" y="3401"/>
                    </a:cubicBezTo>
                    <a:lnTo>
                      <a:pt x="1032" y="3401"/>
                    </a:lnTo>
                    <a:cubicBezTo>
                      <a:pt x="948" y="3485"/>
                      <a:pt x="865" y="3569"/>
                      <a:pt x="809" y="3708"/>
                    </a:cubicBezTo>
                    <a:cubicBezTo>
                      <a:pt x="670" y="4935"/>
                      <a:pt x="837" y="6217"/>
                      <a:pt x="1311" y="7360"/>
                    </a:cubicBezTo>
                    <a:cubicBezTo>
                      <a:pt x="865" y="7778"/>
                      <a:pt x="419" y="8280"/>
                      <a:pt x="1" y="8726"/>
                    </a:cubicBezTo>
                    <a:cubicBezTo>
                      <a:pt x="29" y="8809"/>
                      <a:pt x="56" y="8837"/>
                      <a:pt x="140" y="8893"/>
                    </a:cubicBezTo>
                    <a:cubicBezTo>
                      <a:pt x="530" y="8475"/>
                      <a:pt x="893" y="8057"/>
                      <a:pt x="1311" y="7638"/>
                    </a:cubicBezTo>
                    <a:lnTo>
                      <a:pt x="1506" y="7834"/>
                    </a:lnTo>
                    <a:cubicBezTo>
                      <a:pt x="2259" y="8558"/>
                      <a:pt x="3346" y="9088"/>
                      <a:pt x="4628" y="9255"/>
                    </a:cubicBezTo>
                    <a:lnTo>
                      <a:pt x="4767" y="9255"/>
                    </a:lnTo>
                    <a:cubicBezTo>
                      <a:pt x="4935" y="9227"/>
                      <a:pt x="5158" y="9144"/>
                      <a:pt x="5325" y="9088"/>
                    </a:cubicBezTo>
                    <a:lnTo>
                      <a:pt x="5325" y="9088"/>
                    </a:lnTo>
                    <a:cubicBezTo>
                      <a:pt x="5172" y="9102"/>
                      <a:pt x="5039" y="9109"/>
                      <a:pt x="4921" y="9109"/>
                    </a:cubicBezTo>
                    <a:cubicBezTo>
                      <a:pt x="4802" y="9109"/>
                      <a:pt x="4698" y="9102"/>
                      <a:pt x="4600" y="9088"/>
                    </a:cubicBezTo>
                    <a:cubicBezTo>
                      <a:pt x="3262" y="8893"/>
                      <a:pt x="2147" y="8335"/>
                      <a:pt x="1422" y="7555"/>
                    </a:cubicBezTo>
                    <a:cubicBezTo>
                      <a:pt x="1952" y="7053"/>
                      <a:pt x="2509" y="6607"/>
                      <a:pt x="3095" y="6189"/>
                    </a:cubicBezTo>
                    <a:cubicBezTo>
                      <a:pt x="4349" y="7165"/>
                      <a:pt x="5855" y="7778"/>
                      <a:pt x="7416" y="8029"/>
                    </a:cubicBezTo>
                    <a:cubicBezTo>
                      <a:pt x="7499" y="7945"/>
                      <a:pt x="7583" y="7917"/>
                      <a:pt x="7666" y="7861"/>
                    </a:cubicBezTo>
                    <a:cubicBezTo>
                      <a:pt x="6105" y="7638"/>
                      <a:pt x="4572" y="7025"/>
                      <a:pt x="3318" y="6077"/>
                    </a:cubicBezTo>
                    <a:cubicBezTo>
                      <a:pt x="3959" y="5631"/>
                      <a:pt x="4628" y="5213"/>
                      <a:pt x="5325" y="4851"/>
                    </a:cubicBezTo>
                    <a:cubicBezTo>
                      <a:pt x="6440" y="5659"/>
                      <a:pt x="7806" y="6161"/>
                      <a:pt x="9172" y="6245"/>
                    </a:cubicBezTo>
                    <a:cubicBezTo>
                      <a:pt x="9200" y="6189"/>
                      <a:pt x="9255" y="6105"/>
                      <a:pt x="9283" y="6050"/>
                    </a:cubicBezTo>
                    <a:cubicBezTo>
                      <a:pt x="7973" y="5966"/>
                      <a:pt x="6635" y="5520"/>
                      <a:pt x="5548" y="4767"/>
                    </a:cubicBezTo>
                    <a:cubicBezTo>
                      <a:pt x="5966" y="4544"/>
                      <a:pt x="6384" y="4377"/>
                      <a:pt x="6802" y="4154"/>
                    </a:cubicBezTo>
                    <a:cubicBezTo>
                      <a:pt x="6997" y="4070"/>
                      <a:pt x="7248" y="3959"/>
                      <a:pt x="7443" y="3847"/>
                    </a:cubicBezTo>
                    <a:cubicBezTo>
                      <a:pt x="8335" y="4182"/>
                      <a:pt x="9227" y="4377"/>
                      <a:pt x="10147" y="4433"/>
                    </a:cubicBezTo>
                    <a:lnTo>
                      <a:pt x="10231" y="4238"/>
                    </a:lnTo>
                    <a:cubicBezTo>
                      <a:pt x="9395" y="4210"/>
                      <a:pt x="8531" y="4015"/>
                      <a:pt x="7722" y="3708"/>
                    </a:cubicBezTo>
                    <a:cubicBezTo>
                      <a:pt x="8140" y="3513"/>
                      <a:pt x="8586" y="3290"/>
                      <a:pt x="9032" y="3039"/>
                    </a:cubicBezTo>
                    <a:cubicBezTo>
                      <a:pt x="9980" y="2482"/>
                      <a:pt x="10761" y="1840"/>
                      <a:pt x="11290" y="1088"/>
                    </a:cubicBezTo>
                    <a:cubicBezTo>
                      <a:pt x="11318" y="948"/>
                      <a:pt x="11346" y="781"/>
                      <a:pt x="11374" y="642"/>
                    </a:cubicBezTo>
                    <a:lnTo>
                      <a:pt x="11374" y="642"/>
                    </a:lnTo>
                    <a:cubicBezTo>
                      <a:pt x="11346" y="670"/>
                      <a:pt x="11318" y="670"/>
                      <a:pt x="11290" y="670"/>
                    </a:cubicBezTo>
                    <a:cubicBezTo>
                      <a:pt x="10761" y="1478"/>
                      <a:pt x="9980" y="2203"/>
                      <a:pt x="8921" y="2844"/>
                    </a:cubicBezTo>
                    <a:cubicBezTo>
                      <a:pt x="8531" y="3039"/>
                      <a:pt x="8140" y="3262"/>
                      <a:pt x="7778" y="3429"/>
                    </a:cubicBezTo>
                    <a:cubicBezTo>
                      <a:pt x="8112" y="2426"/>
                      <a:pt x="8642" y="1478"/>
                      <a:pt x="9311" y="642"/>
                    </a:cubicBezTo>
                    <a:cubicBezTo>
                      <a:pt x="9227" y="614"/>
                      <a:pt x="9172" y="614"/>
                      <a:pt x="9088" y="586"/>
                    </a:cubicBezTo>
                    <a:cubicBezTo>
                      <a:pt x="8391" y="1450"/>
                      <a:pt x="7862" y="2454"/>
                      <a:pt x="7527" y="3541"/>
                    </a:cubicBezTo>
                    <a:cubicBezTo>
                      <a:pt x="7276" y="3652"/>
                      <a:pt x="6997" y="3792"/>
                      <a:pt x="6747" y="3875"/>
                    </a:cubicBezTo>
                    <a:cubicBezTo>
                      <a:pt x="6468" y="3987"/>
                      <a:pt x="6189" y="4126"/>
                      <a:pt x="5966" y="4266"/>
                    </a:cubicBezTo>
                    <a:cubicBezTo>
                      <a:pt x="5715" y="2732"/>
                      <a:pt x="6245" y="1171"/>
                      <a:pt x="727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8" name="Google Shape;921;p32">
              <a:extLst>
                <a:ext uri="{FF2B5EF4-FFF2-40B4-BE49-F238E27FC236}">
                  <a16:creationId xmlns:a16="http://schemas.microsoft.com/office/drawing/2014/main" id="{17110D4D-2AEA-97C5-568C-A876BB8E41ED}"/>
                </a:ext>
              </a:extLst>
            </p:cNvPr>
            <p:cNvGrpSpPr/>
            <p:nvPr/>
          </p:nvGrpSpPr>
          <p:grpSpPr>
            <a:xfrm rot="7188488">
              <a:off x="6536968" y="3196829"/>
              <a:ext cx="290859" cy="238767"/>
              <a:chOff x="8209488" y="3016721"/>
              <a:chExt cx="290857" cy="238766"/>
            </a:xfrm>
          </p:grpSpPr>
          <p:sp>
            <p:nvSpPr>
              <p:cNvPr id="22" name="Google Shape;922;p32">
                <a:extLst>
                  <a:ext uri="{FF2B5EF4-FFF2-40B4-BE49-F238E27FC236}">
                    <a16:creationId xmlns:a16="http://schemas.microsoft.com/office/drawing/2014/main" id="{3CB42ACE-4CC9-A35B-5FB4-13319DAD4AF0}"/>
                  </a:ext>
                </a:extLst>
              </p:cNvPr>
              <p:cNvSpPr/>
              <p:nvPr/>
            </p:nvSpPr>
            <p:spPr>
              <a:xfrm>
                <a:off x="8209488" y="3017443"/>
                <a:ext cx="290857" cy="238044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9560" extrusionOk="0">
                    <a:moveTo>
                      <a:pt x="7250" y="0"/>
                    </a:moveTo>
                    <a:cubicBezTo>
                      <a:pt x="6732" y="0"/>
                      <a:pt x="6214" y="163"/>
                      <a:pt x="5883" y="557"/>
                    </a:cubicBezTo>
                    <a:cubicBezTo>
                      <a:pt x="5269" y="1282"/>
                      <a:pt x="5492" y="2648"/>
                      <a:pt x="4656" y="3149"/>
                    </a:cubicBezTo>
                    <a:cubicBezTo>
                      <a:pt x="4455" y="3270"/>
                      <a:pt x="4241" y="3313"/>
                      <a:pt x="4019" y="3313"/>
                    </a:cubicBezTo>
                    <a:cubicBezTo>
                      <a:pt x="3455" y="3313"/>
                      <a:pt x="2838" y="3035"/>
                      <a:pt x="2245" y="3035"/>
                    </a:cubicBezTo>
                    <a:cubicBezTo>
                      <a:pt x="2099" y="3035"/>
                      <a:pt x="1955" y="3052"/>
                      <a:pt x="1813" y="3094"/>
                    </a:cubicBezTo>
                    <a:cubicBezTo>
                      <a:pt x="1367" y="3233"/>
                      <a:pt x="1032" y="3623"/>
                      <a:pt x="837" y="4041"/>
                    </a:cubicBezTo>
                    <a:cubicBezTo>
                      <a:pt x="614" y="4460"/>
                      <a:pt x="558" y="4906"/>
                      <a:pt x="475" y="5352"/>
                    </a:cubicBezTo>
                    <a:cubicBezTo>
                      <a:pt x="335" y="6160"/>
                      <a:pt x="252" y="6913"/>
                      <a:pt x="112" y="7749"/>
                    </a:cubicBezTo>
                    <a:cubicBezTo>
                      <a:pt x="29" y="8278"/>
                      <a:pt x="1" y="8724"/>
                      <a:pt x="475" y="9031"/>
                    </a:cubicBezTo>
                    <a:cubicBezTo>
                      <a:pt x="1151" y="9433"/>
                      <a:pt x="2068" y="9560"/>
                      <a:pt x="2933" y="9560"/>
                    </a:cubicBezTo>
                    <a:cubicBezTo>
                      <a:pt x="3387" y="9560"/>
                      <a:pt x="3827" y="9525"/>
                      <a:pt x="4210" y="9477"/>
                    </a:cubicBezTo>
                    <a:cubicBezTo>
                      <a:pt x="5743" y="9254"/>
                      <a:pt x="7221" y="8557"/>
                      <a:pt x="8336" y="7526"/>
                    </a:cubicBezTo>
                    <a:cubicBezTo>
                      <a:pt x="10203" y="5742"/>
                      <a:pt x="11040" y="3149"/>
                      <a:pt x="11681" y="641"/>
                    </a:cubicBezTo>
                    <a:lnTo>
                      <a:pt x="11681" y="641"/>
                    </a:lnTo>
                    <a:cubicBezTo>
                      <a:pt x="11374" y="822"/>
                      <a:pt x="11040" y="892"/>
                      <a:pt x="10698" y="892"/>
                    </a:cubicBezTo>
                    <a:cubicBezTo>
                      <a:pt x="10357" y="892"/>
                      <a:pt x="10008" y="822"/>
                      <a:pt x="9674" y="724"/>
                    </a:cubicBezTo>
                    <a:cubicBezTo>
                      <a:pt x="9060" y="501"/>
                      <a:pt x="8419" y="195"/>
                      <a:pt x="7778" y="55"/>
                    </a:cubicBezTo>
                    <a:cubicBezTo>
                      <a:pt x="7607" y="20"/>
                      <a:pt x="7428" y="0"/>
                      <a:pt x="72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" name="Google Shape;923;p32">
                <a:extLst>
                  <a:ext uri="{FF2B5EF4-FFF2-40B4-BE49-F238E27FC236}">
                    <a16:creationId xmlns:a16="http://schemas.microsoft.com/office/drawing/2014/main" id="{33AC0131-0BE9-21B1-9725-1A249D6584CD}"/>
                  </a:ext>
                </a:extLst>
              </p:cNvPr>
              <p:cNvSpPr/>
              <p:nvPr/>
            </p:nvSpPr>
            <p:spPr>
              <a:xfrm>
                <a:off x="8216435" y="3016721"/>
                <a:ext cx="283213" cy="230474"/>
              </a:xfrm>
              <a:custGeom>
                <a:avLst/>
                <a:gdLst/>
                <a:ahLst/>
                <a:cxnLst/>
                <a:rect l="l" t="t" r="r" b="b"/>
                <a:pathLst>
                  <a:path w="11374" h="9256" extrusionOk="0">
                    <a:moveTo>
                      <a:pt x="6997" y="1"/>
                    </a:moveTo>
                    <a:cubicBezTo>
                      <a:pt x="5994" y="1199"/>
                      <a:pt x="5492" y="2844"/>
                      <a:pt x="5743" y="4377"/>
                    </a:cubicBezTo>
                    <a:cubicBezTo>
                      <a:pt x="5604" y="4433"/>
                      <a:pt x="5436" y="4516"/>
                      <a:pt x="5297" y="4572"/>
                    </a:cubicBezTo>
                    <a:cubicBezTo>
                      <a:pt x="4600" y="4935"/>
                      <a:pt x="3931" y="5297"/>
                      <a:pt x="3318" y="5771"/>
                    </a:cubicBezTo>
                    <a:cubicBezTo>
                      <a:pt x="3234" y="4935"/>
                      <a:pt x="3262" y="4098"/>
                      <a:pt x="3401" y="3290"/>
                    </a:cubicBezTo>
                    <a:cubicBezTo>
                      <a:pt x="3346" y="3290"/>
                      <a:pt x="3262" y="3262"/>
                      <a:pt x="3206" y="3262"/>
                    </a:cubicBezTo>
                    <a:cubicBezTo>
                      <a:pt x="3011" y="4126"/>
                      <a:pt x="2983" y="5046"/>
                      <a:pt x="3095" y="5910"/>
                    </a:cubicBezTo>
                    <a:cubicBezTo>
                      <a:pt x="2537" y="6273"/>
                      <a:pt x="2008" y="6746"/>
                      <a:pt x="1506" y="7192"/>
                    </a:cubicBezTo>
                    <a:cubicBezTo>
                      <a:pt x="1004" y="6022"/>
                      <a:pt x="837" y="4684"/>
                      <a:pt x="1032" y="3401"/>
                    </a:cubicBezTo>
                    <a:lnTo>
                      <a:pt x="1032" y="3401"/>
                    </a:lnTo>
                    <a:cubicBezTo>
                      <a:pt x="948" y="3485"/>
                      <a:pt x="865" y="3569"/>
                      <a:pt x="809" y="3708"/>
                    </a:cubicBezTo>
                    <a:cubicBezTo>
                      <a:pt x="670" y="4935"/>
                      <a:pt x="837" y="6217"/>
                      <a:pt x="1311" y="7360"/>
                    </a:cubicBezTo>
                    <a:cubicBezTo>
                      <a:pt x="865" y="7778"/>
                      <a:pt x="419" y="8280"/>
                      <a:pt x="1" y="8726"/>
                    </a:cubicBezTo>
                    <a:cubicBezTo>
                      <a:pt x="29" y="8809"/>
                      <a:pt x="56" y="8837"/>
                      <a:pt x="140" y="8893"/>
                    </a:cubicBezTo>
                    <a:cubicBezTo>
                      <a:pt x="530" y="8475"/>
                      <a:pt x="893" y="8057"/>
                      <a:pt x="1311" y="7638"/>
                    </a:cubicBezTo>
                    <a:lnTo>
                      <a:pt x="1506" y="7834"/>
                    </a:lnTo>
                    <a:cubicBezTo>
                      <a:pt x="2259" y="8558"/>
                      <a:pt x="3346" y="9088"/>
                      <a:pt x="4628" y="9255"/>
                    </a:cubicBezTo>
                    <a:lnTo>
                      <a:pt x="4767" y="9255"/>
                    </a:lnTo>
                    <a:cubicBezTo>
                      <a:pt x="4935" y="9227"/>
                      <a:pt x="5158" y="9144"/>
                      <a:pt x="5325" y="9088"/>
                    </a:cubicBezTo>
                    <a:lnTo>
                      <a:pt x="5325" y="9088"/>
                    </a:lnTo>
                    <a:cubicBezTo>
                      <a:pt x="5172" y="9102"/>
                      <a:pt x="5039" y="9109"/>
                      <a:pt x="4921" y="9109"/>
                    </a:cubicBezTo>
                    <a:cubicBezTo>
                      <a:pt x="4802" y="9109"/>
                      <a:pt x="4698" y="9102"/>
                      <a:pt x="4600" y="9088"/>
                    </a:cubicBezTo>
                    <a:cubicBezTo>
                      <a:pt x="3262" y="8893"/>
                      <a:pt x="2147" y="8335"/>
                      <a:pt x="1422" y="7555"/>
                    </a:cubicBezTo>
                    <a:cubicBezTo>
                      <a:pt x="1952" y="7053"/>
                      <a:pt x="2509" y="6607"/>
                      <a:pt x="3095" y="6189"/>
                    </a:cubicBezTo>
                    <a:cubicBezTo>
                      <a:pt x="4349" y="7165"/>
                      <a:pt x="5855" y="7778"/>
                      <a:pt x="7416" y="8029"/>
                    </a:cubicBezTo>
                    <a:cubicBezTo>
                      <a:pt x="7499" y="7945"/>
                      <a:pt x="7583" y="7917"/>
                      <a:pt x="7666" y="7861"/>
                    </a:cubicBezTo>
                    <a:cubicBezTo>
                      <a:pt x="6105" y="7638"/>
                      <a:pt x="4572" y="7025"/>
                      <a:pt x="3318" y="6077"/>
                    </a:cubicBezTo>
                    <a:cubicBezTo>
                      <a:pt x="3959" y="5631"/>
                      <a:pt x="4628" y="5213"/>
                      <a:pt x="5325" y="4851"/>
                    </a:cubicBezTo>
                    <a:cubicBezTo>
                      <a:pt x="6440" y="5659"/>
                      <a:pt x="7806" y="6161"/>
                      <a:pt x="9172" y="6245"/>
                    </a:cubicBezTo>
                    <a:cubicBezTo>
                      <a:pt x="9200" y="6189"/>
                      <a:pt x="9255" y="6105"/>
                      <a:pt x="9283" y="6050"/>
                    </a:cubicBezTo>
                    <a:cubicBezTo>
                      <a:pt x="7973" y="5966"/>
                      <a:pt x="6635" y="5520"/>
                      <a:pt x="5548" y="4767"/>
                    </a:cubicBezTo>
                    <a:cubicBezTo>
                      <a:pt x="5966" y="4544"/>
                      <a:pt x="6384" y="4377"/>
                      <a:pt x="6802" y="4154"/>
                    </a:cubicBezTo>
                    <a:cubicBezTo>
                      <a:pt x="6997" y="4070"/>
                      <a:pt x="7248" y="3959"/>
                      <a:pt x="7443" y="3847"/>
                    </a:cubicBezTo>
                    <a:cubicBezTo>
                      <a:pt x="8335" y="4182"/>
                      <a:pt x="9227" y="4377"/>
                      <a:pt x="10147" y="4433"/>
                    </a:cubicBezTo>
                    <a:lnTo>
                      <a:pt x="10231" y="4238"/>
                    </a:lnTo>
                    <a:cubicBezTo>
                      <a:pt x="9395" y="4210"/>
                      <a:pt x="8531" y="4015"/>
                      <a:pt x="7722" y="3708"/>
                    </a:cubicBezTo>
                    <a:cubicBezTo>
                      <a:pt x="8140" y="3513"/>
                      <a:pt x="8586" y="3290"/>
                      <a:pt x="9032" y="3039"/>
                    </a:cubicBezTo>
                    <a:cubicBezTo>
                      <a:pt x="9980" y="2482"/>
                      <a:pt x="10761" y="1840"/>
                      <a:pt x="11290" y="1088"/>
                    </a:cubicBezTo>
                    <a:cubicBezTo>
                      <a:pt x="11318" y="948"/>
                      <a:pt x="11346" y="781"/>
                      <a:pt x="11374" y="642"/>
                    </a:cubicBezTo>
                    <a:lnTo>
                      <a:pt x="11374" y="642"/>
                    </a:lnTo>
                    <a:cubicBezTo>
                      <a:pt x="11346" y="670"/>
                      <a:pt x="11318" y="670"/>
                      <a:pt x="11290" y="670"/>
                    </a:cubicBezTo>
                    <a:cubicBezTo>
                      <a:pt x="10761" y="1478"/>
                      <a:pt x="9980" y="2203"/>
                      <a:pt x="8921" y="2844"/>
                    </a:cubicBezTo>
                    <a:cubicBezTo>
                      <a:pt x="8531" y="3039"/>
                      <a:pt x="8140" y="3262"/>
                      <a:pt x="7778" y="3429"/>
                    </a:cubicBezTo>
                    <a:cubicBezTo>
                      <a:pt x="8112" y="2426"/>
                      <a:pt x="8642" y="1478"/>
                      <a:pt x="9311" y="642"/>
                    </a:cubicBezTo>
                    <a:cubicBezTo>
                      <a:pt x="9227" y="614"/>
                      <a:pt x="9172" y="614"/>
                      <a:pt x="9088" y="586"/>
                    </a:cubicBezTo>
                    <a:cubicBezTo>
                      <a:pt x="8391" y="1450"/>
                      <a:pt x="7862" y="2454"/>
                      <a:pt x="7527" y="3541"/>
                    </a:cubicBezTo>
                    <a:cubicBezTo>
                      <a:pt x="7276" y="3652"/>
                      <a:pt x="6997" y="3792"/>
                      <a:pt x="6747" y="3875"/>
                    </a:cubicBezTo>
                    <a:cubicBezTo>
                      <a:pt x="6468" y="3987"/>
                      <a:pt x="6189" y="4126"/>
                      <a:pt x="5966" y="4266"/>
                    </a:cubicBezTo>
                    <a:cubicBezTo>
                      <a:pt x="5715" y="2732"/>
                      <a:pt x="6245" y="1171"/>
                      <a:pt x="727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9" name="Google Shape;924;p32">
              <a:extLst>
                <a:ext uri="{FF2B5EF4-FFF2-40B4-BE49-F238E27FC236}">
                  <a16:creationId xmlns:a16="http://schemas.microsoft.com/office/drawing/2014/main" id="{80EE98BE-C9F5-B731-752A-FA5844CD99D2}"/>
                </a:ext>
              </a:extLst>
            </p:cNvPr>
            <p:cNvGrpSpPr/>
            <p:nvPr/>
          </p:nvGrpSpPr>
          <p:grpSpPr>
            <a:xfrm rot="7002821">
              <a:off x="7534386" y="3575243"/>
              <a:ext cx="290836" cy="238749"/>
              <a:chOff x="8209488" y="3016721"/>
              <a:chExt cx="290857" cy="238766"/>
            </a:xfrm>
          </p:grpSpPr>
          <p:sp>
            <p:nvSpPr>
              <p:cNvPr id="20" name="Google Shape;925;p32">
                <a:extLst>
                  <a:ext uri="{FF2B5EF4-FFF2-40B4-BE49-F238E27FC236}">
                    <a16:creationId xmlns:a16="http://schemas.microsoft.com/office/drawing/2014/main" id="{DE9C58DE-FB91-2416-BAA2-99BE41D3213D}"/>
                  </a:ext>
                </a:extLst>
              </p:cNvPr>
              <p:cNvSpPr/>
              <p:nvPr/>
            </p:nvSpPr>
            <p:spPr>
              <a:xfrm>
                <a:off x="8209488" y="3017443"/>
                <a:ext cx="290857" cy="238044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9560" extrusionOk="0">
                    <a:moveTo>
                      <a:pt x="7250" y="0"/>
                    </a:moveTo>
                    <a:cubicBezTo>
                      <a:pt x="6732" y="0"/>
                      <a:pt x="6214" y="163"/>
                      <a:pt x="5883" y="557"/>
                    </a:cubicBezTo>
                    <a:cubicBezTo>
                      <a:pt x="5269" y="1282"/>
                      <a:pt x="5492" y="2648"/>
                      <a:pt x="4656" y="3149"/>
                    </a:cubicBezTo>
                    <a:cubicBezTo>
                      <a:pt x="4455" y="3270"/>
                      <a:pt x="4241" y="3313"/>
                      <a:pt x="4019" y="3313"/>
                    </a:cubicBezTo>
                    <a:cubicBezTo>
                      <a:pt x="3455" y="3313"/>
                      <a:pt x="2838" y="3035"/>
                      <a:pt x="2245" y="3035"/>
                    </a:cubicBezTo>
                    <a:cubicBezTo>
                      <a:pt x="2099" y="3035"/>
                      <a:pt x="1955" y="3052"/>
                      <a:pt x="1813" y="3094"/>
                    </a:cubicBezTo>
                    <a:cubicBezTo>
                      <a:pt x="1367" y="3233"/>
                      <a:pt x="1032" y="3623"/>
                      <a:pt x="837" y="4041"/>
                    </a:cubicBezTo>
                    <a:cubicBezTo>
                      <a:pt x="614" y="4460"/>
                      <a:pt x="558" y="4906"/>
                      <a:pt x="475" y="5352"/>
                    </a:cubicBezTo>
                    <a:cubicBezTo>
                      <a:pt x="335" y="6160"/>
                      <a:pt x="252" y="6913"/>
                      <a:pt x="112" y="7749"/>
                    </a:cubicBezTo>
                    <a:cubicBezTo>
                      <a:pt x="29" y="8278"/>
                      <a:pt x="1" y="8724"/>
                      <a:pt x="475" y="9031"/>
                    </a:cubicBezTo>
                    <a:cubicBezTo>
                      <a:pt x="1151" y="9433"/>
                      <a:pt x="2068" y="9560"/>
                      <a:pt x="2933" y="9560"/>
                    </a:cubicBezTo>
                    <a:cubicBezTo>
                      <a:pt x="3387" y="9560"/>
                      <a:pt x="3827" y="9525"/>
                      <a:pt x="4210" y="9477"/>
                    </a:cubicBezTo>
                    <a:cubicBezTo>
                      <a:pt x="5743" y="9254"/>
                      <a:pt x="7221" y="8557"/>
                      <a:pt x="8336" y="7526"/>
                    </a:cubicBezTo>
                    <a:cubicBezTo>
                      <a:pt x="10203" y="5742"/>
                      <a:pt x="11040" y="3149"/>
                      <a:pt x="11681" y="641"/>
                    </a:cubicBezTo>
                    <a:lnTo>
                      <a:pt x="11681" y="641"/>
                    </a:lnTo>
                    <a:cubicBezTo>
                      <a:pt x="11374" y="822"/>
                      <a:pt x="11040" y="892"/>
                      <a:pt x="10698" y="892"/>
                    </a:cubicBezTo>
                    <a:cubicBezTo>
                      <a:pt x="10357" y="892"/>
                      <a:pt x="10008" y="822"/>
                      <a:pt x="9674" y="724"/>
                    </a:cubicBezTo>
                    <a:cubicBezTo>
                      <a:pt x="9060" y="501"/>
                      <a:pt x="8419" y="195"/>
                      <a:pt x="7778" y="55"/>
                    </a:cubicBezTo>
                    <a:cubicBezTo>
                      <a:pt x="7607" y="20"/>
                      <a:pt x="7428" y="0"/>
                      <a:pt x="72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" name="Google Shape;926;p32">
                <a:extLst>
                  <a:ext uri="{FF2B5EF4-FFF2-40B4-BE49-F238E27FC236}">
                    <a16:creationId xmlns:a16="http://schemas.microsoft.com/office/drawing/2014/main" id="{042BC910-0861-F995-AF29-4652CEB3A440}"/>
                  </a:ext>
                </a:extLst>
              </p:cNvPr>
              <p:cNvSpPr/>
              <p:nvPr/>
            </p:nvSpPr>
            <p:spPr>
              <a:xfrm>
                <a:off x="8216435" y="3016721"/>
                <a:ext cx="283213" cy="230474"/>
              </a:xfrm>
              <a:custGeom>
                <a:avLst/>
                <a:gdLst/>
                <a:ahLst/>
                <a:cxnLst/>
                <a:rect l="l" t="t" r="r" b="b"/>
                <a:pathLst>
                  <a:path w="11374" h="9256" extrusionOk="0">
                    <a:moveTo>
                      <a:pt x="6997" y="1"/>
                    </a:moveTo>
                    <a:cubicBezTo>
                      <a:pt x="5994" y="1199"/>
                      <a:pt x="5492" y="2844"/>
                      <a:pt x="5743" y="4377"/>
                    </a:cubicBezTo>
                    <a:cubicBezTo>
                      <a:pt x="5604" y="4433"/>
                      <a:pt x="5436" y="4516"/>
                      <a:pt x="5297" y="4572"/>
                    </a:cubicBezTo>
                    <a:cubicBezTo>
                      <a:pt x="4600" y="4935"/>
                      <a:pt x="3931" y="5297"/>
                      <a:pt x="3318" y="5771"/>
                    </a:cubicBezTo>
                    <a:cubicBezTo>
                      <a:pt x="3234" y="4935"/>
                      <a:pt x="3262" y="4098"/>
                      <a:pt x="3401" y="3290"/>
                    </a:cubicBezTo>
                    <a:cubicBezTo>
                      <a:pt x="3346" y="3290"/>
                      <a:pt x="3262" y="3262"/>
                      <a:pt x="3206" y="3262"/>
                    </a:cubicBezTo>
                    <a:cubicBezTo>
                      <a:pt x="3011" y="4126"/>
                      <a:pt x="2983" y="5046"/>
                      <a:pt x="3095" y="5910"/>
                    </a:cubicBezTo>
                    <a:cubicBezTo>
                      <a:pt x="2537" y="6273"/>
                      <a:pt x="2008" y="6746"/>
                      <a:pt x="1506" y="7192"/>
                    </a:cubicBezTo>
                    <a:cubicBezTo>
                      <a:pt x="1004" y="6022"/>
                      <a:pt x="837" y="4684"/>
                      <a:pt x="1032" y="3401"/>
                    </a:cubicBezTo>
                    <a:lnTo>
                      <a:pt x="1032" y="3401"/>
                    </a:lnTo>
                    <a:cubicBezTo>
                      <a:pt x="948" y="3485"/>
                      <a:pt x="865" y="3569"/>
                      <a:pt x="809" y="3708"/>
                    </a:cubicBezTo>
                    <a:cubicBezTo>
                      <a:pt x="670" y="4935"/>
                      <a:pt x="837" y="6217"/>
                      <a:pt x="1311" y="7360"/>
                    </a:cubicBezTo>
                    <a:cubicBezTo>
                      <a:pt x="865" y="7778"/>
                      <a:pt x="419" y="8280"/>
                      <a:pt x="1" y="8726"/>
                    </a:cubicBezTo>
                    <a:cubicBezTo>
                      <a:pt x="29" y="8809"/>
                      <a:pt x="56" y="8837"/>
                      <a:pt x="140" y="8893"/>
                    </a:cubicBezTo>
                    <a:cubicBezTo>
                      <a:pt x="530" y="8475"/>
                      <a:pt x="893" y="8057"/>
                      <a:pt x="1311" y="7638"/>
                    </a:cubicBezTo>
                    <a:lnTo>
                      <a:pt x="1506" y="7834"/>
                    </a:lnTo>
                    <a:cubicBezTo>
                      <a:pt x="2259" y="8558"/>
                      <a:pt x="3346" y="9088"/>
                      <a:pt x="4628" y="9255"/>
                    </a:cubicBezTo>
                    <a:lnTo>
                      <a:pt x="4767" y="9255"/>
                    </a:lnTo>
                    <a:cubicBezTo>
                      <a:pt x="4935" y="9227"/>
                      <a:pt x="5158" y="9144"/>
                      <a:pt x="5325" y="9088"/>
                    </a:cubicBezTo>
                    <a:lnTo>
                      <a:pt x="5325" y="9088"/>
                    </a:lnTo>
                    <a:cubicBezTo>
                      <a:pt x="5172" y="9102"/>
                      <a:pt x="5039" y="9109"/>
                      <a:pt x="4921" y="9109"/>
                    </a:cubicBezTo>
                    <a:cubicBezTo>
                      <a:pt x="4802" y="9109"/>
                      <a:pt x="4698" y="9102"/>
                      <a:pt x="4600" y="9088"/>
                    </a:cubicBezTo>
                    <a:cubicBezTo>
                      <a:pt x="3262" y="8893"/>
                      <a:pt x="2147" y="8335"/>
                      <a:pt x="1422" y="7555"/>
                    </a:cubicBezTo>
                    <a:cubicBezTo>
                      <a:pt x="1952" y="7053"/>
                      <a:pt x="2509" y="6607"/>
                      <a:pt x="3095" y="6189"/>
                    </a:cubicBezTo>
                    <a:cubicBezTo>
                      <a:pt x="4349" y="7165"/>
                      <a:pt x="5855" y="7778"/>
                      <a:pt x="7416" y="8029"/>
                    </a:cubicBezTo>
                    <a:cubicBezTo>
                      <a:pt x="7499" y="7945"/>
                      <a:pt x="7583" y="7917"/>
                      <a:pt x="7666" y="7861"/>
                    </a:cubicBezTo>
                    <a:cubicBezTo>
                      <a:pt x="6105" y="7638"/>
                      <a:pt x="4572" y="7025"/>
                      <a:pt x="3318" y="6077"/>
                    </a:cubicBezTo>
                    <a:cubicBezTo>
                      <a:pt x="3959" y="5631"/>
                      <a:pt x="4628" y="5213"/>
                      <a:pt x="5325" y="4851"/>
                    </a:cubicBezTo>
                    <a:cubicBezTo>
                      <a:pt x="6440" y="5659"/>
                      <a:pt x="7806" y="6161"/>
                      <a:pt x="9172" y="6245"/>
                    </a:cubicBezTo>
                    <a:cubicBezTo>
                      <a:pt x="9200" y="6189"/>
                      <a:pt x="9255" y="6105"/>
                      <a:pt x="9283" y="6050"/>
                    </a:cubicBezTo>
                    <a:cubicBezTo>
                      <a:pt x="7973" y="5966"/>
                      <a:pt x="6635" y="5520"/>
                      <a:pt x="5548" y="4767"/>
                    </a:cubicBezTo>
                    <a:cubicBezTo>
                      <a:pt x="5966" y="4544"/>
                      <a:pt x="6384" y="4377"/>
                      <a:pt x="6802" y="4154"/>
                    </a:cubicBezTo>
                    <a:cubicBezTo>
                      <a:pt x="6997" y="4070"/>
                      <a:pt x="7248" y="3959"/>
                      <a:pt x="7443" y="3847"/>
                    </a:cubicBezTo>
                    <a:cubicBezTo>
                      <a:pt x="8335" y="4182"/>
                      <a:pt x="9227" y="4377"/>
                      <a:pt x="10147" y="4433"/>
                    </a:cubicBezTo>
                    <a:lnTo>
                      <a:pt x="10231" y="4238"/>
                    </a:lnTo>
                    <a:cubicBezTo>
                      <a:pt x="9395" y="4210"/>
                      <a:pt x="8531" y="4015"/>
                      <a:pt x="7722" y="3708"/>
                    </a:cubicBezTo>
                    <a:cubicBezTo>
                      <a:pt x="8140" y="3513"/>
                      <a:pt x="8586" y="3290"/>
                      <a:pt x="9032" y="3039"/>
                    </a:cubicBezTo>
                    <a:cubicBezTo>
                      <a:pt x="9980" y="2482"/>
                      <a:pt x="10761" y="1840"/>
                      <a:pt x="11290" y="1088"/>
                    </a:cubicBezTo>
                    <a:cubicBezTo>
                      <a:pt x="11318" y="948"/>
                      <a:pt x="11346" y="781"/>
                      <a:pt x="11374" y="642"/>
                    </a:cubicBezTo>
                    <a:lnTo>
                      <a:pt x="11374" y="642"/>
                    </a:lnTo>
                    <a:cubicBezTo>
                      <a:pt x="11346" y="670"/>
                      <a:pt x="11318" y="670"/>
                      <a:pt x="11290" y="670"/>
                    </a:cubicBezTo>
                    <a:cubicBezTo>
                      <a:pt x="10761" y="1478"/>
                      <a:pt x="9980" y="2203"/>
                      <a:pt x="8921" y="2844"/>
                    </a:cubicBezTo>
                    <a:cubicBezTo>
                      <a:pt x="8531" y="3039"/>
                      <a:pt x="8140" y="3262"/>
                      <a:pt x="7778" y="3429"/>
                    </a:cubicBezTo>
                    <a:cubicBezTo>
                      <a:pt x="8112" y="2426"/>
                      <a:pt x="8642" y="1478"/>
                      <a:pt x="9311" y="642"/>
                    </a:cubicBezTo>
                    <a:cubicBezTo>
                      <a:pt x="9227" y="614"/>
                      <a:pt x="9172" y="614"/>
                      <a:pt x="9088" y="586"/>
                    </a:cubicBezTo>
                    <a:cubicBezTo>
                      <a:pt x="8391" y="1450"/>
                      <a:pt x="7862" y="2454"/>
                      <a:pt x="7527" y="3541"/>
                    </a:cubicBezTo>
                    <a:cubicBezTo>
                      <a:pt x="7276" y="3652"/>
                      <a:pt x="6997" y="3792"/>
                      <a:pt x="6747" y="3875"/>
                    </a:cubicBezTo>
                    <a:cubicBezTo>
                      <a:pt x="6468" y="3987"/>
                      <a:pt x="6189" y="4126"/>
                      <a:pt x="5966" y="4266"/>
                    </a:cubicBezTo>
                    <a:cubicBezTo>
                      <a:pt x="5715" y="2732"/>
                      <a:pt x="6245" y="1171"/>
                      <a:pt x="727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0"/>
          <p:cNvSpPr txBox="1">
            <a:spLocks noGrp="1"/>
          </p:cNvSpPr>
          <p:nvPr>
            <p:ph type="ctrTitle"/>
          </p:nvPr>
        </p:nvSpPr>
        <p:spPr>
          <a:xfrm>
            <a:off x="966450" y="901900"/>
            <a:ext cx="6616800" cy="150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/>
              <a:t> Food Ingredient </a:t>
            </a:r>
            <a:r>
              <a:rPr lang="en-IN" sz="4400" dirty="0"/>
              <a:t>Health Analyzer</a:t>
            </a:r>
            <a:endParaRPr lang="en-IN" sz="5500" dirty="0"/>
          </a:p>
        </p:txBody>
      </p:sp>
      <p:sp>
        <p:nvSpPr>
          <p:cNvPr id="468" name="Google Shape;468;p30"/>
          <p:cNvSpPr txBox="1">
            <a:spLocks noGrp="1"/>
          </p:cNvSpPr>
          <p:nvPr>
            <p:ph type="subTitle" idx="1"/>
          </p:nvPr>
        </p:nvSpPr>
        <p:spPr>
          <a:xfrm>
            <a:off x="966450" y="2695975"/>
            <a:ext cx="2512730" cy="61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Using Machine-learning &amp; NLP</a:t>
            </a:r>
            <a:endParaRPr sz="1600" dirty="0"/>
          </a:p>
        </p:txBody>
      </p:sp>
      <p:cxnSp>
        <p:nvCxnSpPr>
          <p:cNvPr id="469" name="Google Shape;469;p30"/>
          <p:cNvCxnSpPr/>
          <p:nvPr/>
        </p:nvCxnSpPr>
        <p:spPr>
          <a:xfrm>
            <a:off x="963488" y="2519463"/>
            <a:ext cx="1974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0" name="Google Shape;470;p30"/>
          <p:cNvGrpSpPr/>
          <p:nvPr/>
        </p:nvGrpSpPr>
        <p:grpSpPr>
          <a:xfrm rot="-2859763">
            <a:off x="3170454" y="3921314"/>
            <a:ext cx="335282" cy="209311"/>
            <a:chOff x="5041635" y="3575776"/>
            <a:chExt cx="335278" cy="209309"/>
          </a:xfrm>
        </p:grpSpPr>
        <p:sp>
          <p:nvSpPr>
            <p:cNvPr id="471" name="Google Shape;471;p30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2" name="Google Shape;472;p30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73" name="Google Shape;473;p30"/>
          <p:cNvGrpSpPr/>
          <p:nvPr/>
        </p:nvGrpSpPr>
        <p:grpSpPr>
          <a:xfrm rot="9764795">
            <a:off x="3321485" y="4367614"/>
            <a:ext cx="523946" cy="327118"/>
            <a:chOff x="5041635" y="3575776"/>
            <a:chExt cx="335278" cy="209309"/>
          </a:xfrm>
        </p:grpSpPr>
        <p:sp>
          <p:nvSpPr>
            <p:cNvPr id="474" name="Google Shape;474;p30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5" name="Google Shape;475;p30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76" name="Google Shape;476;p30"/>
          <p:cNvGrpSpPr/>
          <p:nvPr/>
        </p:nvGrpSpPr>
        <p:grpSpPr>
          <a:xfrm>
            <a:off x="4420961" y="1900281"/>
            <a:ext cx="4510360" cy="2914094"/>
            <a:chOff x="4420961" y="1900281"/>
            <a:chExt cx="4510360" cy="2914094"/>
          </a:xfrm>
        </p:grpSpPr>
        <p:sp>
          <p:nvSpPr>
            <p:cNvPr id="477" name="Google Shape;477;p30"/>
            <p:cNvSpPr/>
            <p:nvPr/>
          </p:nvSpPr>
          <p:spPr>
            <a:xfrm>
              <a:off x="5735052" y="1900281"/>
              <a:ext cx="3196268" cy="2787993"/>
            </a:xfrm>
            <a:custGeom>
              <a:avLst/>
              <a:gdLst/>
              <a:ahLst/>
              <a:cxnLst/>
              <a:rect l="l" t="t" r="r" b="b"/>
              <a:pathLst>
                <a:path w="102470" h="89381" extrusionOk="0">
                  <a:moveTo>
                    <a:pt x="56831" y="0"/>
                  </a:moveTo>
                  <a:cubicBezTo>
                    <a:pt x="53643" y="0"/>
                    <a:pt x="50453" y="484"/>
                    <a:pt x="47667" y="1960"/>
                  </a:cubicBezTo>
                  <a:cubicBezTo>
                    <a:pt x="42008" y="5027"/>
                    <a:pt x="39276" y="11466"/>
                    <a:pt x="36823" y="17431"/>
                  </a:cubicBezTo>
                  <a:cubicBezTo>
                    <a:pt x="34398" y="23397"/>
                    <a:pt x="31360" y="29808"/>
                    <a:pt x="25478" y="32400"/>
                  </a:cubicBezTo>
                  <a:cubicBezTo>
                    <a:pt x="20070" y="34825"/>
                    <a:pt x="13492" y="33348"/>
                    <a:pt x="8195" y="35996"/>
                  </a:cubicBezTo>
                  <a:cubicBezTo>
                    <a:pt x="2648" y="38756"/>
                    <a:pt x="0" y="45613"/>
                    <a:pt x="725" y="51746"/>
                  </a:cubicBezTo>
                  <a:cubicBezTo>
                    <a:pt x="1450" y="57906"/>
                    <a:pt x="4934" y="63398"/>
                    <a:pt x="9032" y="68053"/>
                  </a:cubicBezTo>
                  <a:cubicBezTo>
                    <a:pt x="20907" y="81555"/>
                    <a:pt x="38847" y="89381"/>
                    <a:pt x="56778" y="89381"/>
                  </a:cubicBezTo>
                  <a:cubicBezTo>
                    <a:pt x="60355" y="89381"/>
                    <a:pt x="63931" y="89069"/>
                    <a:pt x="67458" y="88430"/>
                  </a:cubicBezTo>
                  <a:cubicBezTo>
                    <a:pt x="72810" y="87454"/>
                    <a:pt x="78162" y="85753"/>
                    <a:pt x="82706" y="82771"/>
                  </a:cubicBezTo>
                  <a:cubicBezTo>
                    <a:pt x="90149" y="77893"/>
                    <a:pt x="95055" y="69837"/>
                    <a:pt x="97619" y="61335"/>
                  </a:cubicBezTo>
                  <a:cubicBezTo>
                    <a:pt x="100825" y="50742"/>
                    <a:pt x="102470" y="39090"/>
                    <a:pt x="99571" y="28135"/>
                  </a:cubicBezTo>
                  <a:cubicBezTo>
                    <a:pt x="97146" y="18853"/>
                    <a:pt x="90288" y="11215"/>
                    <a:pt x="81926" y="6755"/>
                  </a:cubicBezTo>
                  <a:cubicBezTo>
                    <a:pt x="79222" y="5333"/>
                    <a:pt x="76434" y="4163"/>
                    <a:pt x="73591" y="3131"/>
                  </a:cubicBezTo>
                  <a:cubicBezTo>
                    <a:pt x="69242" y="1542"/>
                    <a:pt x="64671" y="567"/>
                    <a:pt x="60071" y="149"/>
                  </a:cubicBezTo>
                  <a:cubicBezTo>
                    <a:pt x="59002" y="57"/>
                    <a:pt x="57917" y="0"/>
                    <a:pt x="568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8" name="Google Shape;478;p30"/>
            <p:cNvSpPr/>
            <p:nvPr/>
          </p:nvSpPr>
          <p:spPr>
            <a:xfrm>
              <a:off x="4520460" y="2736894"/>
              <a:ext cx="1327120" cy="1332374"/>
            </a:xfrm>
            <a:custGeom>
              <a:avLst/>
              <a:gdLst/>
              <a:ahLst/>
              <a:cxnLst/>
              <a:rect l="l" t="t" r="r" b="b"/>
              <a:pathLst>
                <a:path w="53298" h="53509" extrusionOk="0">
                  <a:moveTo>
                    <a:pt x="26115" y="1"/>
                  </a:moveTo>
                  <a:cubicBezTo>
                    <a:pt x="24636" y="1"/>
                    <a:pt x="23162" y="136"/>
                    <a:pt x="21715" y="417"/>
                  </a:cubicBezTo>
                  <a:cubicBezTo>
                    <a:pt x="17840" y="1169"/>
                    <a:pt x="14133" y="2814"/>
                    <a:pt x="11011" y="5295"/>
                  </a:cubicBezTo>
                  <a:cubicBezTo>
                    <a:pt x="3568" y="11260"/>
                    <a:pt x="0" y="21602"/>
                    <a:pt x="1896" y="30968"/>
                  </a:cubicBezTo>
                  <a:cubicBezTo>
                    <a:pt x="3763" y="40334"/>
                    <a:pt x="10844" y="48390"/>
                    <a:pt x="19764" y="51791"/>
                  </a:cubicBezTo>
                  <a:cubicBezTo>
                    <a:pt x="22579" y="52876"/>
                    <a:pt x="25624" y="53509"/>
                    <a:pt x="28640" y="53509"/>
                  </a:cubicBezTo>
                  <a:cubicBezTo>
                    <a:pt x="30970" y="53509"/>
                    <a:pt x="33283" y="53131"/>
                    <a:pt x="35458" y="52293"/>
                  </a:cubicBezTo>
                  <a:cubicBezTo>
                    <a:pt x="40141" y="50481"/>
                    <a:pt x="43848" y="46662"/>
                    <a:pt x="46636" y="42397"/>
                  </a:cubicBezTo>
                  <a:cubicBezTo>
                    <a:pt x="50873" y="35902"/>
                    <a:pt x="53298" y="28013"/>
                    <a:pt x="51960" y="20375"/>
                  </a:cubicBezTo>
                  <a:cubicBezTo>
                    <a:pt x="49955" y="8517"/>
                    <a:pt x="37858" y="1"/>
                    <a:pt x="261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9" name="Google Shape;479;p30"/>
            <p:cNvSpPr/>
            <p:nvPr/>
          </p:nvSpPr>
          <p:spPr>
            <a:xfrm>
              <a:off x="4420961" y="4100122"/>
              <a:ext cx="1519577" cy="714254"/>
            </a:xfrm>
            <a:custGeom>
              <a:avLst/>
              <a:gdLst/>
              <a:ahLst/>
              <a:cxnLst/>
              <a:rect l="l" t="t" r="r" b="b"/>
              <a:pathLst>
                <a:path w="46944" h="22067" extrusionOk="0">
                  <a:moveTo>
                    <a:pt x="22719" y="0"/>
                  </a:moveTo>
                  <a:cubicBezTo>
                    <a:pt x="20147" y="0"/>
                    <a:pt x="17573" y="188"/>
                    <a:pt x="15026" y="566"/>
                  </a:cubicBezTo>
                  <a:cubicBezTo>
                    <a:pt x="11123" y="1151"/>
                    <a:pt x="7109" y="2266"/>
                    <a:pt x="4238" y="4942"/>
                  </a:cubicBezTo>
                  <a:cubicBezTo>
                    <a:pt x="1367" y="7674"/>
                    <a:pt x="1" y="12301"/>
                    <a:pt x="2064" y="15674"/>
                  </a:cubicBezTo>
                  <a:cubicBezTo>
                    <a:pt x="3708" y="18378"/>
                    <a:pt x="6942" y="19549"/>
                    <a:pt x="10008" y="20329"/>
                  </a:cubicBezTo>
                  <a:cubicBezTo>
                    <a:pt x="14675" y="21484"/>
                    <a:pt x="19499" y="22067"/>
                    <a:pt x="24325" y="22067"/>
                  </a:cubicBezTo>
                  <a:cubicBezTo>
                    <a:pt x="27888" y="22067"/>
                    <a:pt x="31452" y="21749"/>
                    <a:pt x="34957" y="21110"/>
                  </a:cubicBezTo>
                  <a:cubicBezTo>
                    <a:pt x="38134" y="20525"/>
                    <a:pt x="41452" y="19633"/>
                    <a:pt x="43737" y="17291"/>
                  </a:cubicBezTo>
                  <a:cubicBezTo>
                    <a:pt x="46079" y="14950"/>
                    <a:pt x="46943" y="11298"/>
                    <a:pt x="45995" y="8120"/>
                  </a:cubicBezTo>
                  <a:cubicBezTo>
                    <a:pt x="44239" y="2266"/>
                    <a:pt x="39138" y="2378"/>
                    <a:pt x="34232" y="1263"/>
                  </a:cubicBezTo>
                  <a:cubicBezTo>
                    <a:pt x="30463" y="425"/>
                    <a:pt x="26593" y="0"/>
                    <a:pt x="227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480" name="Google Shape;480;p30"/>
            <p:cNvGrpSpPr/>
            <p:nvPr/>
          </p:nvGrpSpPr>
          <p:grpSpPr>
            <a:xfrm>
              <a:off x="8209488" y="3016721"/>
              <a:ext cx="290857" cy="238766"/>
              <a:chOff x="8209488" y="3016721"/>
              <a:chExt cx="290857" cy="238766"/>
            </a:xfrm>
          </p:grpSpPr>
          <p:sp>
            <p:nvSpPr>
              <p:cNvPr id="481" name="Google Shape;481;p30"/>
              <p:cNvSpPr/>
              <p:nvPr/>
            </p:nvSpPr>
            <p:spPr>
              <a:xfrm>
                <a:off x="8209488" y="3017443"/>
                <a:ext cx="290857" cy="238044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9560" extrusionOk="0">
                    <a:moveTo>
                      <a:pt x="7250" y="0"/>
                    </a:moveTo>
                    <a:cubicBezTo>
                      <a:pt x="6732" y="0"/>
                      <a:pt x="6214" y="163"/>
                      <a:pt x="5883" y="557"/>
                    </a:cubicBezTo>
                    <a:cubicBezTo>
                      <a:pt x="5269" y="1282"/>
                      <a:pt x="5492" y="2648"/>
                      <a:pt x="4656" y="3149"/>
                    </a:cubicBezTo>
                    <a:cubicBezTo>
                      <a:pt x="4455" y="3270"/>
                      <a:pt x="4241" y="3313"/>
                      <a:pt x="4019" y="3313"/>
                    </a:cubicBezTo>
                    <a:cubicBezTo>
                      <a:pt x="3455" y="3313"/>
                      <a:pt x="2838" y="3035"/>
                      <a:pt x="2245" y="3035"/>
                    </a:cubicBezTo>
                    <a:cubicBezTo>
                      <a:pt x="2099" y="3035"/>
                      <a:pt x="1955" y="3052"/>
                      <a:pt x="1813" y="3094"/>
                    </a:cubicBezTo>
                    <a:cubicBezTo>
                      <a:pt x="1367" y="3233"/>
                      <a:pt x="1032" y="3623"/>
                      <a:pt x="837" y="4041"/>
                    </a:cubicBezTo>
                    <a:cubicBezTo>
                      <a:pt x="614" y="4460"/>
                      <a:pt x="558" y="4906"/>
                      <a:pt x="475" y="5352"/>
                    </a:cubicBezTo>
                    <a:cubicBezTo>
                      <a:pt x="335" y="6160"/>
                      <a:pt x="252" y="6913"/>
                      <a:pt x="112" y="7749"/>
                    </a:cubicBezTo>
                    <a:cubicBezTo>
                      <a:pt x="29" y="8278"/>
                      <a:pt x="1" y="8724"/>
                      <a:pt x="475" y="9031"/>
                    </a:cubicBezTo>
                    <a:cubicBezTo>
                      <a:pt x="1151" y="9433"/>
                      <a:pt x="2068" y="9560"/>
                      <a:pt x="2933" y="9560"/>
                    </a:cubicBezTo>
                    <a:cubicBezTo>
                      <a:pt x="3387" y="9560"/>
                      <a:pt x="3827" y="9525"/>
                      <a:pt x="4210" y="9477"/>
                    </a:cubicBezTo>
                    <a:cubicBezTo>
                      <a:pt x="5743" y="9254"/>
                      <a:pt x="7221" y="8557"/>
                      <a:pt x="8336" y="7526"/>
                    </a:cubicBezTo>
                    <a:cubicBezTo>
                      <a:pt x="10203" y="5742"/>
                      <a:pt x="11040" y="3149"/>
                      <a:pt x="11681" y="641"/>
                    </a:cubicBezTo>
                    <a:lnTo>
                      <a:pt x="11681" y="641"/>
                    </a:lnTo>
                    <a:cubicBezTo>
                      <a:pt x="11374" y="822"/>
                      <a:pt x="11040" y="892"/>
                      <a:pt x="10698" y="892"/>
                    </a:cubicBezTo>
                    <a:cubicBezTo>
                      <a:pt x="10357" y="892"/>
                      <a:pt x="10008" y="822"/>
                      <a:pt x="9674" y="724"/>
                    </a:cubicBezTo>
                    <a:cubicBezTo>
                      <a:pt x="9060" y="501"/>
                      <a:pt x="8419" y="195"/>
                      <a:pt x="7778" y="55"/>
                    </a:cubicBezTo>
                    <a:cubicBezTo>
                      <a:pt x="7607" y="20"/>
                      <a:pt x="7428" y="0"/>
                      <a:pt x="72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2" name="Google Shape;482;p30"/>
              <p:cNvSpPr/>
              <p:nvPr/>
            </p:nvSpPr>
            <p:spPr>
              <a:xfrm>
                <a:off x="8216435" y="3016721"/>
                <a:ext cx="283213" cy="230474"/>
              </a:xfrm>
              <a:custGeom>
                <a:avLst/>
                <a:gdLst/>
                <a:ahLst/>
                <a:cxnLst/>
                <a:rect l="l" t="t" r="r" b="b"/>
                <a:pathLst>
                  <a:path w="11374" h="9256" extrusionOk="0">
                    <a:moveTo>
                      <a:pt x="6997" y="1"/>
                    </a:moveTo>
                    <a:cubicBezTo>
                      <a:pt x="5994" y="1199"/>
                      <a:pt x="5492" y="2844"/>
                      <a:pt x="5743" y="4377"/>
                    </a:cubicBezTo>
                    <a:cubicBezTo>
                      <a:pt x="5604" y="4433"/>
                      <a:pt x="5436" y="4516"/>
                      <a:pt x="5297" y="4572"/>
                    </a:cubicBezTo>
                    <a:cubicBezTo>
                      <a:pt x="4600" y="4935"/>
                      <a:pt x="3931" y="5297"/>
                      <a:pt x="3318" y="5771"/>
                    </a:cubicBezTo>
                    <a:cubicBezTo>
                      <a:pt x="3234" y="4935"/>
                      <a:pt x="3262" y="4098"/>
                      <a:pt x="3401" y="3290"/>
                    </a:cubicBezTo>
                    <a:cubicBezTo>
                      <a:pt x="3346" y="3290"/>
                      <a:pt x="3262" y="3262"/>
                      <a:pt x="3206" y="3262"/>
                    </a:cubicBezTo>
                    <a:cubicBezTo>
                      <a:pt x="3011" y="4126"/>
                      <a:pt x="2983" y="5046"/>
                      <a:pt x="3095" y="5910"/>
                    </a:cubicBezTo>
                    <a:cubicBezTo>
                      <a:pt x="2537" y="6273"/>
                      <a:pt x="2008" y="6746"/>
                      <a:pt x="1506" y="7192"/>
                    </a:cubicBezTo>
                    <a:cubicBezTo>
                      <a:pt x="1004" y="6022"/>
                      <a:pt x="837" y="4684"/>
                      <a:pt x="1032" y="3401"/>
                    </a:cubicBezTo>
                    <a:lnTo>
                      <a:pt x="1032" y="3401"/>
                    </a:lnTo>
                    <a:cubicBezTo>
                      <a:pt x="948" y="3485"/>
                      <a:pt x="865" y="3569"/>
                      <a:pt x="809" y="3708"/>
                    </a:cubicBezTo>
                    <a:cubicBezTo>
                      <a:pt x="670" y="4935"/>
                      <a:pt x="837" y="6217"/>
                      <a:pt x="1311" y="7360"/>
                    </a:cubicBezTo>
                    <a:cubicBezTo>
                      <a:pt x="865" y="7778"/>
                      <a:pt x="419" y="8280"/>
                      <a:pt x="1" y="8726"/>
                    </a:cubicBezTo>
                    <a:cubicBezTo>
                      <a:pt x="29" y="8809"/>
                      <a:pt x="56" y="8837"/>
                      <a:pt x="140" y="8893"/>
                    </a:cubicBezTo>
                    <a:cubicBezTo>
                      <a:pt x="530" y="8475"/>
                      <a:pt x="893" y="8057"/>
                      <a:pt x="1311" y="7638"/>
                    </a:cubicBezTo>
                    <a:lnTo>
                      <a:pt x="1506" y="7834"/>
                    </a:lnTo>
                    <a:cubicBezTo>
                      <a:pt x="2259" y="8558"/>
                      <a:pt x="3346" y="9088"/>
                      <a:pt x="4628" y="9255"/>
                    </a:cubicBezTo>
                    <a:lnTo>
                      <a:pt x="4767" y="9255"/>
                    </a:lnTo>
                    <a:cubicBezTo>
                      <a:pt x="4935" y="9227"/>
                      <a:pt x="5158" y="9144"/>
                      <a:pt x="5325" y="9088"/>
                    </a:cubicBezTo>
                    <a:lnTo>
                      <a:pt x="5325" y="9088"/>
                    </a:lnTo>
                    <a:cubicBezTo>
                      <a:pt x="5172" y="9102"/>
                      <a:pt x="5039" y="9109"/>
                      <a:pt x="4921" y="9109"/>
                    </a:cubicBezTo>
                    <a:cubicBezTo>
                      <a:pt x="4802" y="9109"/>
                      <a:pt x="4698" y="9102"/>
                      <a:pt x="4600" y="9088"/>
                    </a:cubicBezTo>
                    <a:cubicBezTo>
                      <a:pt x="3262" y="8893"/>
                      <a:pt x="2147" y="8335"/>
                      <a:pt x="1422" y="7555"/>
                    </a:cubicBezTo>
                    <a:cubicBezTo>
                      <a:pt x="1952" y="7053"/>
                      <a:pt x="2509" y="6607"/>
                      <a:pt x="3095" y="6189"/>
                    </a:cubicBezTo>
                    <a:cubicBezTo>
                      <a:pt x="4349" y="7165"/>
                      <a:pt x="5855" y="7778"/>
                      <a:pt x="7416" y="8029"/>
                    </a:cubicBezTo>
                    <a:cubicBezTo>
                      <a:pt x="7499" y="7945"/>
                      <a:pt x="7583" y="7917"/>
                      <a:pt x="7666" y="7861"/>
                    </a:cubicBezTo>
                    <a:cubicBezTo>
                      <a:pt x="6105" y="7638"/>
                      <a:pt x="4572" y="7025"/>
                      <a:pt x="3318" y="6077"/>
                    </a:cubicBezTo>
                    <a:cubicBezTo>
                      <a:pt x="3959" y="5631"/>
                      <a:pt x="4628" y="5213"/>
                      <a:pt x="5325" y="4851"/>
                    </a:cubicBezTo>
                    <a:cubicBezTo>
                      <a:pt x="6440" y="5659"/>
                      <a:pt x="7806" y="6161"/>
                      <a:pt x="9172" y="6245"/>
                    </a:cubicBezTo>
                    <a:cubicBezTo>
                      <a:pt x="9200" y="6189"/>
                      <a:pt x="9255" y="6105"/>
                      <a:pt x="9283" y="6050"/>
                    </a:cubicBezTo>
                    <a:cubicBezTo>
                      <a:pt x="7973" y="5966"/>
                      <a:pt x="6635" y="5520"/>
                      <a:pt x="5548" y="4767"/>
                    </a:cubicBezTo>
                    <a:cubicBezTo>
                      <a:pt x="5966" y="4544"/>
                      <a:pt x="6384" y="4377"/>
                      <a:pt x="6802" y="4154"/>
                    </a:cubicBezTo>
                    <a:cubicBezTo>
                      <a:pt x="6997" y="4070"/>
                      <a:pt x="7248" y="3959"/>
                      <a:pt x="7443" y="3847"/>
                    </a:cubicBezTo>
                    <a:cubicBezTo>
                      <a:pt x="8335" y="4182"/>
                      <a:pt x="9227" y="4377"/>
                      <a:pt x="10147" y="4433"/>
                    </a:cubicBezTo>
                    <a:lnTo>
                      <a:pt x="10231" y="4238"/>
                    </a:lnTo>
                    <a:cubicBezTo>
                      <a:pt x="9395" y="4210"/>
                      <a:pt x="8531" y="4015"/>
                      <a:pt x="7722" y="3708"/>
                    </a:cubicBezTo>
                    <a:cubicBezTo>
                      <a:pt x="8140" y="3513"/>
                      <a:pt x="8586" y="3290"/>
                      <a:pt x="9032" y="3039"/>
                    </a:cubicBezTo>
                    <a:cubicBezTo>
                      <a:pt x="9980" y="2482"/>
                      <a:pt x="10761" y="1840"/>
                      <a:pt x="11290" y="1088"/>
                    </a:cubicBezTo>
                    <a:cubicBezTo>
                      <a:pt x="11318" y="948"/>
                      <a:pt x="11346" y="781"/>
                      <a:pt x="11374" y="642"/>
                    </a:cubicBezTo>
                    <a:lnTo>
                      <a:pt x="11374" y="642"/>
                    </a:lnTo>
                    <a:cubicBezTo>
                      <a:pt x="11346" y="670"/>
                      <a:pt x="11318" y="670"/>
                      <a:pt x="11290" y="670"/>
                    </a:cubicBezTo>
                    <a:cubicBezTo>
                      <a:pt x="10761" y="1478"/>
                      <a:pt x="9980" y="2203"/>
                      <a:pt x="8921" y="2844"/>
                    </a:cubicBezTo>
                    <a:cubicBezTo>
                      <a:pt x="8531" y="3039"/>
                      <a:pt x="8140" y="3262"/>
                      <a:pt x="7778" y="3429"/>
                    </a:cubicBezTo>
                    <a:cubicBezTo>
                      <a:pt x="8112" y="2426"/>
                      <a:pt x="8642" y="1478"/>
                      <a:pt x="9311" y="642"/>
                    </a:cubicBezTo>
                    <a:cubicBezTo>
                      <a:pt x="9227" y="614"/>
                      <a:pt x="9172" y="614"/>
                      <a:pt x="9088" y="586"/>
                    </a:cubicBezTo>
                    <a:cubicBezTo>
                      <a:pt x="8391" y="1450"/>
                      <a:pt x="7862" y="2454"/>
                      <a:pt x="7527" y="3541"/>
                    </a:cubicBezTo>
                    <a:cubicBezTo>
                      <a:pt x="7276" y="3652"/>
                      <a:pt x="6997" y="3792"/>
                      <a:pt x="6747" y="3875"/>
                    </a:cubicBezTo>
                    <a:cubicBezTo>
                      <a:pt x="6468" y="3987"/>
                      <a:pt x="6189" y="4126"/>
                      <a:pt x="5966" y="4266"/>
                    </a:cubicBezTo>
                    <a:cubicBezTo>
                      <a:pt x="5715" y="2732"/>
                      <a:pt x="6245" y="1171"/>
                      <a:pt x="727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83" name="Google Shape;483;p30"/>
            <p:cNvGrpSpPr/>
            <p:nvPr/>
          </p:nvGrpSpPr>
          <p:grpSpPr>
            <a:xfrm>
              <a:off x="5500443" y="2698125"/>
              <a:ext cx="224922" cy="311673"/>
              <a:chOff x="5500443" y="2698125"/>
              <a:chExt cx="224922" cy="311673"/>
            </a:xfrm>
          </p:grpSpPr>
          <p:sp>
            <p:nvSpPr>
              <p:cNvPr id="484" name="Google Shape;484;p30"/>
              <p:cNvSpPr/>
              <p:nvPr/>
            </p:nvSpPr>
            <p:spPr>
              <a:xfrm>
                <a:off x="5500443" y="2698125"/>
                <a:ext cx="224922" cy="311673"/>
              </a:xfrm>
              <a:custGeom>
                <a:avLst/>
                <a:gdLst/>
                <a:ahLst/>
                <a:cxnLst/>
                <a:rect l="l" t="t" r="r" b="b"/>
                <a:pathLst>
                  <a:path w="9033" h="12517" extrusionOk="0">
                    <a:moveTo>
                      <a:pt x="1311" y="1"/>
                    </a:moveTo>
                    <a:lnTo>
                      <a:pt x="1311" y="1"/>
                    </a:lnTo>
                    <a:cubicBezTo>
                      <a:pt x="1589" y="614"/>
                      <a:pt x="1394" y="1339"/>
                      <a:pt x="1116" y="1980"/>
                    </a:cubicBezTo>
                    <a:cubicBezTo>
                      <a:pt x="837" y="2565"/>
                      <a:pt x="419" y="3151"/>
                      <a:pt x="224" y="3792"/>
                    </a:cubicBezTo>
                    <a:cubicBezTo>
                      <a:pt x="1" y="4405"/>
                      <a:pt x="1" y="5214"/>
                      <a:pt x="474" y="5715"/>
                    </a:cubicBezTo>
                    <a:cubicBezTo>
                      <a:pt x="1116" y="6440"/>
                      <a:pt x="2509" y="6356"/>
                      <a:pt x="2900" y="7276"/>
                    </a:cubicBezTo>
                    <a:cubicBezTo>
                      <a:pt x="3262" y="8168"/>
                      <a:pt x="2286" y="9116"/>
                      <a:pt x="2454" y="10092"/>
                    </a:cubicBezTo>
                    <a:cubicBezTo>
                      <a:pt x="2509" y="10538"/>
                      <a:pt x="2872" y="10928"/>
                      <a:pt x="3262" y="11179"/>
                    </a:cubicBezTo>
                    <a:cubicBezTo>
                      <a:pt x="3624" y="11430"/>
                      <a:pt x="4098" y="11569"/>
                      <a:pt x="4544" y="11709"/>
                    </a:cubicBezTo>
                    <a:cubicBezTo>
                      <a:pt x="5297" y="11932"/>
                      <a:pt x="6049" y="12155"/>
                      <a:pt x="6774" y="12405"/>
                    </a:cubicBezTo>
                    <a:cubicBezTo>
                      <a:pt x="6981" y="12466"/>
                      <a:pt x="7189" y="12517"/>
                      <a:pt x="7387" y="12517"/>
                    </a:cubicBezTo>
                    <a:cubicBezTo>
                      <a:pt x="7641" y="12517"/>
                      <a:pt x="7880" y="12433"/>
                      <a:pt x="8084" y="12182"/>
                    </a:cubicBezTo>
                    <a:cubicBezTo>
                      <a:pt x="8865" y="11290"/>
                      <a:pt x="9032" y="9674"/>
                      <a:pt x="9032" y="8559"/>
                    </a:cubicBezTo>
                    <a:cubicBezTo>
                      <a:pt x="9032" y="7025"/>
                      <a:pt x="8558" y="5492"/>
                      <a:pt x="7638" y="4238"/>
                    </a:cubicBezTo>
                    <a:cubicBezTo>
                      <a:pt x="6133" y="2119"/>
                      <a:pt x="3708" y="921"/>
                      <a:pt x="13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5" name="Google Shape;485;p30"/>
              <p:cNvSpPr/>
              <p:nvPr/>
            </p:nvSpPr>
            <p:spPr>
              <a:xfrm>
                <a:off x="5502534" y="2698125"/>
                <a:ext cx="222830" cy="310304"/>
              </a:xfrm>
              <a:custGeom>
                <a:avLst/>
                <a:gdLst/>
                <a:ahLst/>
                <a:cxnLst/>
                <a:rect l="l" t="t" r="r" b="b"/>
                <a:pathLst>
                  <a:path w="8949" h="12462" extrusionOk="0">
                    <a:moveTo>
                      <a:pt x="1171" y="1"/>
                    </a:moveTo>
                    <a:cubicBezTo>
                      <a:pt x="1171" y="29"/>
                      <a:pt x="1227" y="57"/>
                      <a:pt x="1227" y="85"/>
                    </a:cubicBezTo>
                    <a:cubicBezTo>
                      <a:pt x="1951" y="726"/>
                      <a:pt x="2565" y="1590"/>
                      <a:pt x="3011" y="2733"/>
                    </a:cubicBezTo>
                    <a:cubicBezTo>
                      <a:pt x="3206" y="3123"/>
                      <a:pt x="3345" y="3541"/>
                      <a:pt x="3485" y="3959"/>
                    </a:cubicBezTo>
                    <a:cubicBezTo>
                      <a:pt x="2537" y="3485"/>
                      <a:pt x="1673" y="2844"/>
                      <a:pt x="920" y="2092"/>
                    </a:cubicBezTo>
                    <a:lnTo>
                      <a:pt x="836" y="2287"/>
                    </a:lnTo>
                    <a:cubicBezTo>
                      <a:pt x="1589" y="3095"/>
                      <a:pt x="2537" y="3764"/>
                      <a:pt x="3568" y="4238"/>
                    </a:cubicBezTo>
                    <a:cubicBezTo>
                      <a:pt x="3652" y="4517"/>
                      <a:pt x="3763" y="4795"/>
                      <a:pt x="3819" y="5046"/>
                    </a:cubicBezTo>
                    <a:cubicBezTo>
                      <a:pt x="3903" y="5325"/>
                      <a:pt x="3986" y="5604"/>
                      <a:pt x="4070" y="5910"/>
                    </a:cubicBezTo>
                    <a:cubicBezTo>
                      <a:pt x="4041" y="5911"/>
                      <a:pt x="4013" y="5911"/>
                      <a:pt x="3984" y="5911"/>
                    </a:cubicBezTo>
                    <a:cubicBezTo>
                      <a:pt x="2481" y="5911"/>
                      <a:pt x="1013" y="5192"/>
                      <a:pt x="28" y="4043"/>
                    </a:cubicBezTo>
                    <a:cubicBezTo>
                      <a:pt x="0" y="4126"/>
                      <a:pt x="0" y="4210"/>
                      <a:pt x="0" y="4322"/>
                    </a:cubicBezTo>
                    <a:cubicBezTo>
                      <a:pt x="1011" y="5469"/>
                      <a:pt x="2503" y="6134"/>
                      <a:pt x="4084" y="6134"/>
                    </a:cubicBezTo>
                    <a:cubicBezTo>
                      <a:pt x="4117" y="6134"/>
                      <a:pt x="4149" y="6134"/>
                      <a:pt x="4181" y="6133"/>
                    </a:cubicBezTo>
                    <a:cubicBezTo>
                      <a:pt x="4209" y="6301"/>
                      <a:pt x="4265" y="6440"/>
                      <a:pt x="4349" y="6607"/>
                    </a:cubicBezTo>
                    <a:cubicBezTo>
                      <a:pt x="4600" y="7332"/>
                      <a:pt x="4906" y="8029"/>
                      <a:pt x="5241" y="8726"/>
                    </a:cubicBezTo>
                    <a:cubicBezTo>
                      <a:pt x="4404" y="8698"/>
                      <a:pt x="3568" y="8559"/>
                      <a:pt x="2816" y="8308"/>
                    </a:cubicBezTo>
                    <a:cubicBezTo>
                      <a:pt x="2788" y="8391"/>
                      <a:pt x="2788" y="8447"/>
                      <a:pt x="2732" y="8531"/>
                    </a:cubicBezTo>
                    <a:cubicBezTo>
                      <a:pt x="3568" y="8809"/>
                      <a:pt x="4488" y="8949"/>
                      <a:pt x="5352" y="8977"/>
                    </a:cubicBezTo>
                    <a:cubicBezTo>
                      <a:pt x="5659" y="9562"/>
                      <a:pt x="6021" y="10148"/>
                      <a:pt x="6439" y="10761"/>
                    </a:cubicBezTo>
                    <a:cubicBezTo>
                      <a:pt x="5860" y="10915"/>
                      <a:pt x="5264" y="10992"/>
                      <a:pt x="4671" y="10992"/>
                    </a:cubicBezTo>
                    <a:cubicBezTo>
                      <a:pt x="3980" y="10992"/>
                      <a:pt x="3294" y="10887"/>
                      <a:pt x="2648" y="10677"/>
                    </a:cubicBezTo>
                    <a:lnTo>
                      <a:pt x="2648" y="10677"/>
                    </a:lnTo>
                    <a:cubicBezTo>
                      <a:pt x="2704" y="10789"/>
                      <a:pt x="2816" y="10900"/>
                      <a:pt x="2871" y="10984"/>
                    </a:cubicBezTo>
                    <a:cubicBezTo>
                      <a:pt x="3445" y="11140"/>
                      <a:pt x="4024" y="11211"/>
                      <a:pt x="4605" y="11211"/>
                    </a:cubicBezTo>
                    <a:cubicBezTo>
                      <a:pt x="5265" y="11211"/>
                      <a:pt x="5926" y="11119"/>
                      <a:pt x="6579" y="10956"/>
                    </a:cubicBezTo>
                    <a:cubicBezTo>
                      <a:pt x="6913" y="11486"/>
                      <a:pt x="7331" y="11987"/>
                      <a:pt x="7749" y="12461"/>
                    </a:cubicBezTo>
                    <a:cubicBezTo>
                      <a:pt x="7833" y="12433"/>
                      <a:pt x="7861" y="12378"/>
                      <a:pt x="7945" y="12350"/>
                    </a:cubicBezTo>
                    <a:cubicBezTo>
                      <a:pt x="7554" y="11932"/>
                      <a:pt x="7192" y="11486"/>
                      <a:pt x="6857" y="11040"/>
                    </a:cubicBezTo>
                    <a:cubicBezTo>
                      <a:pt x="6913" y="11012"/>
                      <a:pt x="6997" y="10928"/>
                      <a:pt x="7053" y="10900"/>
                    </a:cubicBezTo>
                    <a:cubicBezTo>
                      <a:pt x="7889" y="10231"/>
                      <a:pt x="8558" y="9228"/>
                      <a:pt x="8920" y="7973"/>
                    </a:cubicBezTo>
                    <a:cubicBezTo>
                      <a:pt x="8920" y="7917"/>
                      <a:pt x="8948" y="7890"/>
                      <a:pt x="8948" y="7834"/>
                    </a:cubicBezTo>
                    <a:cubicBezTo>
                      <a:pt x="8920" y="7611"/>
                      <a:pt x="8920" y="7444"/>
                      <a:pt x="8837" y="7221"/>
                    </a:cubicBezTo>
                    <a:cubicBezTo>
                      <a:pt x="8781" y="7416"/>
                      <a:pt x="8753" y="7611"/>
                      <a:pt x="8669" y="7862"/>
                    </a:cubicBezTo>
                    <a:cubicBezTo>
                      <a:pt x="8335" y="9144"/>
                      <a:pt x="7638" y="10203"/>
                      <a:pt x="6718" y="10789"/>
                    </a:cubicBezTo>
                    <a:cubicBezTo>
                      <a:pt x="6300" y="10203"/>
                      <a:pt x="5910" y="9562"/>
                      <a:pt x="5603" y="8949"/>
                    </a:cubicBezTo>
                    <a:cubicBezTo>
                      <a:pt x="6718" y="7834"/>
                      <a:pt x="7554" y="6440"/>
                      <a:pt x="8000" y="4907"/>
                    </a:cubicBezTo>
                    <a:cubicBezTo>
                      <a:pt x="7972" y="4795"/>
                      <a:pt x="7889" y="4740"/>
                      <a:pt x="7861" y="4656"/>
                    </a:cubicBezTo>
                    <a:cubicBezTo>
                      <a:pt x="7443" y="6189"/>
                      <a:pt x="6607" y="7611"/>
                      <a:pt x="5492" y="8726"/>
                    </a:cubicBezTo>
                    <a:cubicBezTo>
                      <a:pt x="5157" y="8029"/>
                      <a:pt x="4850" y="7304"/>
                      <a:pt x="4572" y="6579"/>
                    </a:cubicBezTo>
                    <a:cubicBezTo>
                      <a:pt x="5492" y="5548"/>
                      <a:pt x="6161" y="4322"/>
                      <a:pt x="6439" y="2956"/>
                    </a:cubicBezTo>
                    <a:cubicBezTo>
                      <a:pt x="6384" y="2872"/>
                      <a:pt x="6300" y="2844"/>
                      <a:pt x="6272" y="2788"/>
                    </a:cubicBezTo>
                    <a:cubicBezTo>
                      <a:pt x="6021" y="4099"/>
                      <a:pt x="5408" y="5353"/>
                      <a:pt x="4488" y="6329"/>
                    </a:cubicBezTo>
                    <a:cubicBezTo>
                      <a:pt x="4349" y="5883"/>
                      <a:pt x="4209" y="5437"/>
                      <a:pt x="4070" y="5018"/>
                    </a:cubicBezTo>
                    <a:cubicBezTo>
                      <a:pt x="4014" y="4768"/>
                      <a:pt x="3931" y="4545"/>
                      <a:pt x="3847" y="4322"/>
                    </a:cubicBezTo>
                    <a:cubicBezTo>
                      <a:pt x="4321" y="3513"/>
                      <a:pt x="4627" y="2593"/>
                      <a:pt x="4795" y="1729"/>
                    </a:cubicBezTo>
                    <a:lnTo>
                      <a:pt x="4600" y="1618"/>
                    </a:lnTo>
                    <a:cubicBezTo>
                      <a:pt x="4404" y="2454"/>
                      <a:pt x="4126" y="3262"/>
                      <a:pt x="3763" y="4043"/>
                    </a:cubicBezTo>
                    <a:cubicBezTo>
                      <a:pt x="3624" y="3569"/>
                      <a:pt x="3429" y="3123"/>
                      <a:pt x="3262" y="2677"/>
                    </a:cubicBezTo>
                    <a:cubicBezTo>
                      <a:pt x="2843" y="1618"/>
                      <a:pt x="2286" y="781"/>
                      <a:pt x="1617" y="168"/>
                    </a:cubicBezTo>
                    <a:cubicBezTo>
                      <a:pt x="1505" y="85"/>
                      <a:pt x="1338" y="57"/>
                      <a:pt x="117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86" name="Google Shape;486;p30"/>
            <p:cNvGrpSpPr/>
            <p:nvPr/>
          </p:nvGrpSpPr>
          <p:grpSpPr>
            <a:xfrm>
              <a:off x="5041635" y="3575776"/>
              <a:ext cx="335278" cy="209309"/>
              <a:chOff x="5041635" y="3575776"/>
              <a:chExt cx="335278" cy="209309"/>
            </a:xfrm>
          </p:grpSpPr>
          <p:sp>
            <p:nvSpPr>
              <p:cNvPr id="487" name="Google Shape;487;p30"/>
              <p:cNvSpPr/>
              <p:nvPr/>
            </p:nvSpPr>
            <p:spPr>
              <a:xfrm>
                <a:off x="5042332" y="3575776"/>
                <a:ext cx="334581" cy="209309"/>
              </a:xfrm>
              <a:custGeom>
                <a:avLst/>
                <a:gdLst/>
                <a:ahLst/>
                <a:cxnLst/>
                <a:rect l="l" t="t" r="r" b="b"/>
                <a:pathLst>
                  <a:path w="13437" h="8406" extrusionOk="0">
                    <a:moveTo>
                      <a:pt x="8588" y="0"/>
                    </a:moveTo>
                    <a:cubicBezTo>
                      <a:pt x="7379" y="0"/>
                      <a:pt x="6172" y="307"/>
                      <a:pt x="5102" y="852"/>
                    </a:cubicBezTo>
                    <a:cubicBezTo>
                      <a:pt x="2844" y="2023"/>
                      <a:pt x="1283" y="4281"/>
                      <a:pt x="1" y="6511"/>
                    </a:cubicBezTo>
                    <a:cubicBezTo>
                      <a:pt x="145" y="6475"/>
                      <a:pt x="290" y="6458"/>
                      <a:pt x="435" y="6458"/>
                    </a:cubicBezTo>
                    <a:cubicBezTo>
                      <a:pt x="964" y="6458"/>
                      <a:pt x="1487" y="6679"/>
                      <a:pt x="1924" y="6985"/>
                    </a:cubicBezTo>
                    <a:cubicBezTo>
                      <a:pt x="2482" y="7347"/>
                      <a:pt x="3011" y="7821"/>
                      <a:pt x="3597" y="8128"/>
                    </a:cubicBezTo>
                    <a:cubicBezTo>
                      <a:pt x="3949" y="8296"/>
                      <a:pt x="4334" y="8406"/>
                      <a:pt x="4703" y="8406"/>
                    </a:cubicBezTo>
                    <a:cubicBezTo>
                      <a:pt x="5005" y="8406"/>
                      <a:pt x="5297" y="8332"/>
                      <a:pt x="5548" y="8156"/>
                    </a:cubicBezTo>
                    <a:cubicBezTo>
                      <a:pt x="6384" y="7598"/>
                      <a:pt x="6496" y="6204"/>
                      <a:pt x="7471" y="5954"/>
                    </a:cubicBezTo>
                    <a:cubicBezTo>
                      <a:pt x="7558" y="5933"/>
                      <a:pt x="7643" y="5924"/>
                      <a:pt x="7727" y="5924"/>
                    </a:cubicBezTo>
                    <a:cubicBezTo>
                      <a:pt x="8541" y="5924"/>
                      <a:pt x="9249" y="6792"/>
                      <a:pt x="10104" y="6792"/>
                    </a:cubicBezTo>
                    <a:cubicBezTo>
                      <a:pt x="10128" y="6792"/>
                      <a:pt x="10151" y="6791"/>
                      <a:pt x="10175" y="6790"/>
                    </a:cubicBezTo>
                    <a:cubicBezTo>
                      <a:pt x="10649" y="6790"/>
                      <a:pt x="11067" y="6511"/>
                      <a:pt x="11374" y="6177"/>
                    </a:cubicBezTo>
                    <a:cubicBezTo>
                      <a:pt x="11681" y="5814"/>
                      <a:pt x="11904" y="5396"/>
                      <a:pt x="12071" y="4978"/>
                    </a:cubicBezTo>
                    <a:cubicBezTo>
                      <a:pt x="12377" y="4281"/>
                      <a:pt x="12740" y="3556"/>
                      <a:pt x="13046" y="2859"/>
                    </a:cubicBezTo>
                    <a:cubicBezTo>
                      <a:pt x="13242" y="2386"/>
                      <a:pt x="13437" y="1912"/>
                      <a:pt x="13046" y="1493"/>
                    </a:cubicBezTo>
                    <a:cubicBezTo>
                      <a:pt x="12266" y="657"/>
                      <a:pt x="10705" y="211"/>
                      <a:pt x="9590" y="72"/>
                    </a:cubicBezTo>
                    <a:cubicBezTo>
                      <a:pt x="9258" y="24"/>
                      <a:pt x="8923" y="0"/>
                      <a:pt x="8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8" name="Google Shape;488;p30"/>
              <p:cNvSpPr/>
              <p:nvPr/>
            </p:nvSpPr>
            <p:spPr>
              <a:xfrm>
                <a:off x="5041635" y="3578888"/>
                <a:ext cx="327659" cy="205525"/>
              </a:xfrm>
              <a:custGeom>
                <a:avLst/>
                <a:gdLst/>
                <a:ahLst/>
                <a:cxnLst/>
                <a:rect l="l" t="t" r="r" b="b"/>
                <a:pathLst>
                  <a:path w="13159" h="8254" extrusionOk="0">
                    <a:moveTo>
                      <a:pt x="8396" y="0"/>
                    </a:moveTo>
                    <a:cubicBezTo>
                      <a:pt x="8334" y="0"/>
                      <a:pt x="8268" y="9"/>
                      <a:pt x="8196" y="30"/>
                    </a:cubicBezTo>
                    <a:lnTo>
                      <a:pt x="8604" y="30"/>
                    </a:lnTo>
                    <a:cubicBezTo>
                      <a:pt x="8539" y="13"/>
                      <a:pt x="8470" y="0"/>
                      <a:pt x="8396" y="0"/>
                    </a:cubicBezTo>
                    <a:close/>
                    <a:moveTo>
                      <a:pt x="8604" y="30"/>
                    </a:moveTo>
                    <a:cubicBezTo>
                      <a:pt x="8696" y="55"/>
                      <a:pt x="8781" y="90"/>
                      <a:pt x="8865" y="114"/>
                    </a:cubicBezTo>
                    <a:cubicBezTo>
                      <a:pt x="10064" y="672"/>
                      <a:pt x="11012" y="1508"/>
                      <a:pt x="11458" y="2456"/>
                    </a:cubicBezTo>
                    <a:cubicBezTo>
                      <a:pt x="10844" y="2762"/>
                      <a:pt x="10175" y="3097"/>
                      <a:pt x="9479" y="3320"/>
                    </a:cubicBezTo>
                    <a:cubicBezTo>
                      <a:pt x="8531" y="2065"/>
                      <a:pt x="7249" y="1034"/>
                      <a:pt x="5827" y="365"/>
                    </a:cubicBezTo>
                    <a:cubicBezTo>
                      <a:pt x="5715" y="393"/>
                      <a:pt x="5660" y="421"/>
                      <a:pt x="5548" y="476"/>
                    </a:cubicBezTo>
                    <a:cubicBezTo>
                      <a:pt x="6998" y="1090"/>
                      <a:pt x="8280" y="2121"/>
                      <a:pt x="9283" y="3403"/>
                    </a:cubicBezTo>
                    <a:cubicBezTo>
                      <a:pt x="8531" y="3654"/>
                      <a:pt x="7778" y="3849"/>
                      <a:pt x="6998" y="4017"/>
                    </a:cubicBezTo>
                    <a:cubicBezTo>
                      <a:pt x="6161" y="2957"/>
                      <a:pt x="4991" y="2149"/>
                      <a:pt x="3708" y="1647"/>
                    </a:cubicBezTo>
                    <a:cubicBezTo>
                      <a:pt x="3625" y="1731"/>
                      <a:pt x="3569" y="1759"/>
                      <a:pt x="3485" y="1842"/>
                    </a:cubicBezTo>
                    <a:cubicBezTo>
                      <a:pt x="4740" y="2288"/>
                      <a:pt x="5883" y="3041"/>
                      <a:pt x="6747" y="4100"/>
                    </a:cubicBezTo>
                    <a:cubicBezTo>
                      <a:pt x="6301" y="4156"/>
                      <a:pt x="5827" y="4240"/>
                      <a:pt x="5353" y="4295"/>
                    </a:cubicBezTo>
                    <a:lnTo>
                      <a:pt x="4628" y="4407"/>
                    </a:lnTo>
                    <a:cubicBezTo>
                      <a:pt x="3903" y="3849"/>
                      <a:pt x="3067" y="3403"/>
                      <a:pt x="2203" y="3125"/>
                    </a:cubicBezTo>
                    <a:cubicBezTo>
                      <a:pt x="2147" y="3180"/>
                      <a:pt x="2092" y="3236"/>
                      <a:pt x="2064" y="3292"/>
                    </a:cubicBezTo>
                    <a:cubicBezTo>
                      <a:pt x="2844" y="3571"/>
                      <a:pt x="3625" y="3961"/>
                      <a:pt x="4322" y="4491"/>
                    </a:cubicBezTo>
                    <a:cubicBezTo>
                      <a:pt x="3820" y="4546"/>
                      <a:pt x="3374" y="4658"/>
                      <a:pt x="2928" y="4769"/>
                    </a:cubicBezTo>
                    <a:cubicBezTo>
                      <a:pt x="1841" y="5048"/>
                      <a:pt x="949" y="5466"/>
                      <a:pt x="252" y="6024"/>
                    </a:cubicBezTo>
                    <a:cubicBezTo>
                      <a:pt x="168" y="6163"/>
                      <a:pt x="57" y="6302"/>
                      <a:pt x="1" y="6442"/>
                    </a:cubicBezTo>
                    <a:cubicBezTo>
                      <a:pt x="29" y="6442"/>
                      <a:pt x="57" y="6442"/>
                      <a:pt x="112" y="6386"/>
                    </a:cubicBezTo>
                    <a:cubicBezTo>
                      <a:pt x="809" y="5773"/>
                      <a:pt x="1785" y="5271"/>
                      <a:pt x="3011" y="4964"/>
                    </a:cubicBezTo>
                    <a:cubicBezTo>
                      <a:pt x="3402" y="4853"/>
                      <a:pt x="3820" y="4797"/>
                      <a:pt x="4266" y="4714"/>
                    </a:cubicBezTo>
                    <a:lnTo>
                      <a:pt x="4266" y="4714"/>
                    </a:lnTo>
                    <a:cubicBezTo>
                      <a:pt x="3625" y="5606"/>
                      <a:pt x="2872" y="6358"/>
                      <a:pt x="2036" y="6999"/>
                    </a:cubicBezTo>
                    <a:cubicBezTo>
                      <a:pt x="2092" y="7027"/>
                      <a:pt x="2175" y="7055"/>
                      <a:pt x="2203" y="7139"/>
                    </a:cubicBezTo>
                    <a:cubicBezTo>
                      <a:pt x="3095" y="6470"/>
                      <a:pt x="3903" y="5633"/>
                      <a:pt x="4545" y="4686"/>
                    </a:cubicBezTo>
                    <a:cubicBezTo>
                      <a:pt x="4823" y="4658"/>
                      <a:pt x="5102" y="4630"/>
                      <a:pt x="5381" y="4546"/>
                    </a:cubicBezTo>
                    <a:cubicBezTo>
                      <a:pt x="5660" y="4518"/>
                      <a:pt x="5966" y="4491"/>
                      <a:pt x="6245" y="4407"/>
                    </a:cubicBezTo>
                    <a:lnTo>
                      <a:pt x="6245" y="4407"/>
                    </a:lnTo>
                    <a:cubicBezTo>
                      <a:pt x="6022" y="5940"/>
                      <a:pt x="5130" y="7334"/>
                      <a:pt x="3792" y="8142"/>
                    </a:cubicBezTo>
                    <a:cubicBezTo>
                      <a:pt x="3876" y="8170"/>
                      <a:pt x="3987" y="8198"/>
                      <a:pt x="4071" y="8254"/>
                    </a:cubicBezTo>
                    <a:cubicBezTo>
                      <a:pt x="5409" y="7362"/>
                      <a:pt x="6301" y="5940"/>
                      <a:pt x="6496" y="4379"/>
                    </a:cubicBezTo>
                    <a:cubicBezTo>
                      <a:pt x="6663" y="4351"/>
                      <a:pt x="6830" y="4295"/>
                      <a:pt x="6970" y="4295"/>
                    </a:cubicBezTo>
                    <a:cubicBezTo>
                      <a:pt x="7722" y="4156"/>
                      <a:pt x="8475" y="3961"/>
                      <a:pt x="9200" y="3710"/>
                    </a:cubicBezTo>
                    <a:lnTo>
                      <a:pt x="9200" y="3710"/>
                    </a:lnTo>
                    <a:cubicBezTo>
                      <a:pt x="9060" y="4518"/>
                      <a:pt x="8782" y="5327"/>
                      <a:pt x="8419" y="6079"/>
                    </a:cubicBezTo>
                    <a:lnTo>
                      <a:pt x="8642" y="6191"/>
                    </a:lnTo>
                    <a:cubicBezTo>
                      <a:pt x="9033" y="5383"/>
                      <a:pt x="9311" y="4546"/>
                      <a:pt x="9451" y="3682"/>
                    </a:cubicBezTo>
                    <a:cubicBezTo>
                      <a:pt x="10092" y="3431"/>
                      <a:pt x="10733" y="3180"/>
                      <a:pt x="11318" y="2874"/>
                    </a:cubicBezTo>
                    <a:lnTo>
                      <a:pt x="11318" y="2874"/>
                    </a:lnTo>
                    <a:cubicBezTo>
                      <a:pt x="11458" y="4156"/>
                      <a:pt x="11263" y="5494"/>
                      <a:pt x="10733" y="6637"/>
                    </a:cubicBezTo>
                    <a:cubicBezTo>
                      <a:pt x="10844" y="6581"/>
                      <a:pt x="10984" y="6498"/>
                      <a:pt x="11040" y="6442"/>
                    </a:cubicBezTo>
                    <a:cubicBezTo>
                      <a:pt x="11541" y="5271"/>
                      <a:pt x="11709" y="3989"/>
                      <a:pt x="11541" y="2762"/>
                    </a:cubicBezTo>
                    <a:cubicBezTo>
                      <a:pt x="12099" y="2484"/>
                      <a:pt x="12656" y="2177"/>
                      <a:pt x="13158" y="1842"/>
                    </a:cubicBezTo>
                    <a:cubicBezTo>
                      <a:pt x="13130" y="1759"/>
                      <a:pt x="13130" y="1703"/>
                      <a:pt x="13074" y="1619"/>
                    </a:cubicBezTo>
                    <a:cubicBezTo>
                      <a:pt x="12573" y="1926"/>
                      <a:pt x="12099" y="2205"/>
                      <a:pt x="11597" y="2484"/>
                    </a:cubicBezTo>
                    <a:lnTo>
                      <a:pt x="11486" y="2288"/>
                    </a:lnTo>
                    <a:cubicBezTo>
                      <a:pt x="10984" y="1341"/>
                      <a:pt x="10064" y="588"/>
                      <a:pt x="8893" y="58"/>
                    </a:cubicBezTo>
                    <a:cubicBezTo>
                      <a:pt x="8837" y="58"/>
                      <a:pt x="8810" y="30"/>
                      <a:pt x="8782" y="3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489" name="Google Shape;489;p30"/>
            <p:cNvSpPr/>
            <p:nvPr/>
          </p:nvSpPr>
          <p:spPr>
            <a:xfrm>
              <a:off x="5236005" y="2930766"/>
              <a:ext cx="707285" cy="897097"/>
            </a:xfrm>
            <a:custGeom>
              <a:avLst/>
              <a:gdLst/>
              <a:ahLst/>
              <a:cxnLst/>
              <a:rect l="l" t="t" r="r" b="b"/>
              <a:pathLst>
                <a:path w="28405" h="36028" extrusionOk="0">
                  <a:moveTo>
                    <a:pt x="5670" y="0"/>
                  </a:moveTo>
                  <a:cubicBezTo>
                    <a:pt x="5369" y="0"/>
                    <a:pt x="5067" y="26"/>
                    <a:pt x="4767" y="80"/>
                  </a:cubicBezTo>
                  <a:cubicBezTo>
                    <a:pt x="2091" y="582"/>
                    <a:pt x="0" y="3508"/>
                    <a:pt x="808" y="6073"/>
                  </a:cubicBezTo>
                  <a:cubicBezTo>
                    <a:pt x="1338" y="7801"/>
                    <a:pt x="2871" y="9056"/>
                    <a:pt x="3345" y="10784"/>
                  </a:cubicBezTo>
                  <a:cubicBezTo>
                    <a:pt x="4014" y="13237"/>
                    <a:pt x="2397" y="15941"/>
                    <a:pt x="3512" y="18199"/>
                  </a:cubicBezTo>
                  <a:cubicBezTo>
                    <a:pt x="5018" y="21265"/>
                    <a:pt x="10063" y="20763"/>
                    <a:pt x="11931" y="23634"/>
                  </a:cubicBezTo>
                  <a:cubicBezTo>
                    <a:pt x="12851" y="25140"/>
                    <a:pt x="12628" y="27035"/>
                    <a:pt x="12906" y="28736"/>
                  </a:cubicBezTo>
                  <a:cubicBezTo>
                    <a:pt x="13324" y="31523"/>
                    <a:pt x="15192" y="34032"/>
                    <a:pt x="17729" y="35203"/>
                  </a:cubicBezTo>
                  <a:cubicBezTo>
                    <a:pt x="18933" y="35769"/>
                    <a:pt x="20102" y="36028"/>
                    <a:pt x="21198" y="36028"/>
                  </a:cubicBezTo>
                  <a:cubicBezTo>
                    <a:pt x="25227" y="36028"/>
                    <a:pt x="28262" y="32524"/>
                    <a:pt x="28349" y="27899"/>
                  </a:cubicBezTo>
                  <a:cubicBezTo>
                    <a:pt x="28405" y="25502"/>
                    <a:pt x="27401" y="23049"/>
                    <a:pt x="25617" y="21404"/>
                  </a:cubicBezTo>
                  <a:cubicBezTo>
                    <a:pt x="24502" y="20373"/>
                    <a:pt x="23025" y="19509"/>
                    <a:pt x="22607" y="18031"/>
                  </a:cubicBezTo>
                  <a:cubicBezTo>
                    <a:pt x="22022" y="15941"/>
                    <a:pt x="23806" y="13655"/>
                    <a:pt x="22997" y="11648"/>
                  </a:cubicBezTo>
                  <a:cubicBezTo>
                    <a:pt x="22328" y="10059"/>
                    <a:pt x="20377" y="9502"/>
                    <a:pt x="18649" y="9362"/>
                  </a:cubicBezTo>
                  <a:cubicBezTo>
                    <a:pt x="16892" y="9223"/>
                    <a:pt x="14997" y="9251"/>
                    <a:pt x="13687" y="8108"/>
                  </a:cubicBezTo>
                  <a:cubicBezTo>
                    <a:pt x="12432" y="7021"/>
                    <a:pt x="12126" y="5209"/>
                    <a:pt x="11401" y="3704"/>
                  </a:cubicBezTo>
                  <a:cubicBezTo>
                    <a:pt x="10338" y="1578"/>
                    <a:pt x="8026" y="0"/>
                    <a:pt x="56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0" name="Google Shape;490;p30"/>
            <p:cNvSpPr/>
            <p:nvPr/>
          </p:nvSpPr>
          <p:spPr>
            <a:xfrm>
              <a:off x="5401191" y="3083353"/>
              <a:ext cx="403280" cy="631663"/>
            </a:xfrm>
            <a:custGeom>
              <a:avLst/>
              <a:gdLst/>
              <a:ahLst/>
              <a:cxnLst/>
              <a:rect l="l" t="t" r="r" b="b"/>
              <a:pathLst>
                <a:path w="16196" h="25368" fill="none" extrusionOk="0">
                  <a:moveTo>
                    <a:pt x="0" y="1"/>
                  </a:moveTo>
                  <a:cubicBezTo>
                    <a:pt x="6746" y="7471"/>
                    <a:pt x="12265" y="16085"/>
                    <a:pt x="16196" y="25367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1" name="Google Shape;491;p30"/>
            <p:cNvSpPr/>
            <p:nvPr/>
          </p:nvSpPr>
          <p:spPr>
            <a:xfrm>
              <a:off x="5406047" y="3313105"/>
              <a:ext cx="190908" cy="38894"/>
            </a:xfrm>
            <a:custGeom>
              <a:avLst/>
              <a:gdLst/>
              <a:ahLst/>
              <a:cxnLst/>
              <a:rect l="l" t="t" r="r" b="b"/>
              <a:pathLst>
                <a:path w="7667" h="1562" fill="none" extrusionOk="0">
                  <a:moveTo>
                    <a:pt x="0" y="0"/>
                  </a:moveTo>
                  <a:cubicBezTo>
                    <a:pt x="2342" y="1227"/>
                    <a:pt x="5130" y="1561"/>
                    <a:pt x="7666" y="892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2" name="Google Shape;492;p30"/>
            <p:cNvSpPr/>
            <p:nvPr/>
          </p:nvSpPr>
          <p:spPr>
            <a:xfrm>
              <a:off x="5635102" y="3241618"/>
              <a:ext cx="40961" cy="150645"/>
            </a:xfrm>
            <a:custGeom>
              <a:avLst/>
              <a:gdLst/>
              <a:ahLst/>
              <a:cxnLst/>
              <a:rect l="l" t="t" r="r" b="b"/>
              <a:pathLst>
                <a:path w="1645" h="6050" fill="none" extrusionOk="0">
                  <a:moveTo>
                    <a:pt x="0" y="6049"/>
                  </a:moveTo>
                  <a:cubicBezTo>
                    <a:pt x="1255" y="4321"/>
                    <a:pt x="1645" y="2035"/>
                    <a:pt x="1004" y="0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5623996" y="3581029"/>
              <a:ext cx="133290" cy="31947"/>
            </a:xfrm>
            <a:custGeom>
              <a:avLst/>
              <a:gdLst/>
              <a:ahLst/>
              <a:cxnLst/>
              <a:rect l="l" t="t" r="r" b="b"/>
              <a:pathLst>
                <a:path w="5353" h="1283" fill="none" extrusionOk="0">
                  <a:moveTo>
                    <a:pt x="0" y="0"/>
                  </a:moveTo>
                  <a:cubicBezTo>
                    <a:pt x="1645" y="864"/>
                    <a:pt x="3513" y="1282"/>
                    <a:pt x="5352" y="1227"/>
                  </a:cubicBezTo>
                </a:path>
              </a:pathLst>
            </a:custGeom>
            <a:noFill/>
            <a:ln w="6275" cap="rnd" cmpd="sng">
              <a:solidFill>
                <a:srgbClr val="2A331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5777380" y="3536608"/>
              <a:ext cx="47235" cy="113843"/>
            </a:xfrm>
            <a:custGeom>
              <a:avLst/>
              <a:gdLst/>
              <a:ahLst/>
              <a:cxnLst/>
              <a:rect l="l" t="t" r="r" b="b"/>
              <a:pathLst>
                <a:path w="1897" h="4572" fill="none" extrusionOk="0">
                  <a:moveTo>
                    <a:pt x="1" y="4572"/>
                  </a:moveTo>
                  <a:cubicBezTo>
                    <a:pt x="1227" y="3429"/>
                    <a:pt x="1896" y="1728"/>
                    <a:pt x="1785" y="0"/>
                  </a:cubicBezTo>
                </a:path>
              </a:pathLst>
            </a:custGeom>
            <a:noFill/>
            <a:ln w="6275" cap="rnd" cmpd="sng">
              <a:solidFill>
                <a:srgbClr val="2A331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5" name="Google Shape;495;p30"/>
            <p:cNvSpPr/>
            <p:nvPr/>
          </p:nvSpPr>
          <p:spPr>
            <a:xfrm>
              <a:off x="5238071" y="2931936"/>
              <a:ext cx="688560" cy="817766"/>
            </a:xfrm>
            <a:custGeom>
              <a:avLst/>
              <a:gdLst/>
              <a:ahLst/>
              <a:cxnLst/>
              <a:rect l="l" t="t" r="r" b="b"/>
              <a:pathLst>
                <a:path w="27653" h="32842" extrusionOk="0">
                  <a:moveTo>
                    <a:pt x="5683" y="0"/>
                  </a:moveTo>
                  <a:cubicBezTo>
                    <a:pt x="5369" y="0"/>
                    <a:pt x="5054" y="29"/>
                    <a:pt x="4739" y="88"/>
                  </a:cubicBezTo>
                  <a:cubicBezTo>
                    <a:pt x="2091" y="562"/>
                    <a:pt x="1" y="3489"/>
                    <a:pt x="753" y="6082"/>
                  </a:cubicBezTo>
                  <a:cubicBezTo>
                    <a:pt x="1283" y="7782"/>
                    <a:pt x="2816" y="9036"/>
                    <a:pt x="3290" y="10765"/>
                  </a:cubicBezTo>
                  <a:cubicBezTo>
                    <a:pt x="3959" y="13190"/>
                    <a:pt x="2370" y="15922"/>
                    <a:pt x="3485" y="18207"/>
                  </a:cubicBezTo>
                  <a:cubicBezTo>
                    <a:pt x="4962" y="21274"/>
                    <a:pt x="10036" y="20744"/>
                    <a:pt x="11876" y="23643"/>
                  </a:cubicBezTo>
                  <a:cubicBezTo>
                    <a:pt x="12823" y="25093"/>
                    <a:pt x="12572" y="26988"/>
                    <a:pt x="12851" y="28716"/>
                  </a:cubicBezTo>
                  <a:cubicBezTo>
                    <a:pt x="13102" y="30222"/>
                    <a:pt x="13743" y="31643"/>
                    <a:pt x="14691" y="32842"/>
                  </a:cubicBezTo>
                  <a:cubicBezTo>
                    <a:pt x="14496" y="32229"/>
                    <a:pt x="14356" y="31615"/>
                    <a:pt x="14245" y="31030"/>
                  </a:cubicBezTo>
                  <a:cubicBezTo>
                    <a:pt x="13938" y="29023"/>
                    <a:pt x="14022" y="27016"/>
                    <a:pt x="13715" y="25037"/>
                  </a:cubicBezTo>
                  <a:cubicBezTo>
                    <a:pt x="13409" y="23030"/>
                    <a:pt x="12545" y="21023"/>
                    <a:pt x="10788" y="20019"/>
                  </a:cubicBezTo>
                  <a:cubicBezTo>
                    <a:pt x="9088" y="19044"/>
                    <a:pt x="6746" y="19099"/>
                    <a:pt x="5492" y="17566"/>
                  </a:cubicBezTo>
                  <a:cubicBezTo>
                    <a:pt x="4739" y="16619"/>
                    <a:pt x="4628" y="15308"/>
                    <a:pt x="4656" y="14110"/>
                  </a:cubicBezTo>
                  <a:cubicBezTo>
                    <a:pt x="4739" y="12911"/>
                    <a:pt x="4935" y="11685"/>
                    <a:pt x="4656" y="10486"/>
                  </a:cubicBezTo>
                  <a:cubicBezTo>
                    <a:pt x="4377" y="9204"/>
                    <a:pt x="3624" y="8089"/>
                    <a:pt x="3095" y="6918"/>
                  </a:cubicBezTo>
                  <a:cubicBezTo>
                    <a:pt x="2565" y="5719"/>
                    <a:pt x="2314" y="4214"/>
                    <a:pt x="3095" y="3155"/>
                  </a:cubicBezTo>
                  <a:cubicBezTo>
                    <a:pt x="3622" y="2426"/>
                    <a:pt x="4484" y="2103"/>
                    <a:pt x="5381" y="2103"/>
                  </a:cubicBezTo>
                  <a:cubicBezTo>
                    <a:pt x="6098" y="2103"/>
                    <a:pt x="6837" y="2310"/>
                    <a:pt x="7443" y="2681"/>
                  </a:cubicBezTo>
                  <a:cubicBezTo>
                    <a:pt x="8809" y="3573"/>
                    <a:pt x="9646" y="4995"/>
                    <a:pt x="10482" y="6388"/>
                  </a:cubicBezTo>
                  <a:cubicBezTo>
                    <a:pt x="11318" y="7754"/>
                    <a:pt x="12210" y="9176"/>
                    <a:pt x="13660" y="9901"/>
                  </a:cubicBezTo>
                  <a:cubicBezTo>
                    <a:pt x="14914" y="10542"/>
                    <a:pt x="16336" y="10542"/>
                    <a:pt x="17701" y="10737"/>
                  </a:cubicBezTo>
                  <a:cubicBezTo>
                    <a:pt x="19039" y="10960"/>
                    <a:pt x="20517" y="11545"/>
                    <a:pt x="21102" y="12800"/>
                  </a:cubicBezTo>
                  <a:cubicBezTo>
                    <a:pt x="21771" y="14249"/>
                    <a:pt x="20963" y="15977"/>
                    <a:pt x="21130" y="17594"/>
                  </a:cubicBezTo>
                  <a:cubicBezTo>
                    <a:pt x="21353" y="19908"/>
                    <a:pt x="23555" y="21469"/>
                    <a:pt x="25507" y="22807"/>
                  </a:cubicBezTo>
                  <a:cubicBezTo>
                    <a:pt x="26231" y="23281"/>
                    <a:pt x="26984" y="23838"/>
                    <a:pt x="27653" y="24479"/>
                  </a:cubicBezTo>
                  <a:cubicBezTo>
                    <a:pt x="27207" y="23309"/>
                    <a:pt x="26482" y="22249"/>
                    <a:pt x="25562" y="21413"/>
                  </a:cubicBezTo>
                  <a:cubicBezTo>
                    <a:pt x="24447" y="20354"/>
                    <a:pt x="22998" y="19490"/>
                    <a:pt x="22580" y="18012"/>
                  </a:cubicBezTo>
                  <a:cubicBezTo>
                    <a:pt x="21966" y="15977"/>
                    <a:pt x="23750" y="13664"/>
                    <a:pt x="22942" y="11657"/>
                  </a:cubicBezTo>
                  <a:cubicBezTo>
                    <a:pt x="22301" y="10040"/>
                    <a:pt x="20294" y="9482"/>
                    <a:pt x="18593" y="9343"/>
                  </a:cubicBezTo>
                  <a:cubicBezTo>
                    <a:pt x="16865" y="9204"/>
                    <a:pt x="14970" y="9204"/>
                    <a:pt x="13660" y="8089"/>
                  </a:cubicBezTo>
                  <a:cubicBezTo>
                    <a:pt x="12405" y="7002"/>
                    <a:pt x="12126" y="5190"/>
                    <a:pt x="11346" y="3712"/>
                  </a:cubicBezTo>
                  <a:cubicBezTo>
                    <a:pt x="10265" y="1575"/>
                    <a:pt x="8015" y="0"/>
                    <a:pt x="5683" y="0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6" name="Google Shape;496;p30"/>
            <p:cNvSpPr/>
            <p:nvPr/>
          </p:nvSpPr>
          <p:spPr>
            <a:xfrm>
              <a:off x="5395639" y="3190797"/>
              <a:ext cx="96488" cy="85531"/>
            </a:xfrm>
            <a:custGeom>
              <a:avLst/>
              <a:gdLst/>
              <a:ahLst/>
              <a:cxnLst/>
              <a:rect l="l" t="t" r="r" b="b"/>
              <a:pathLst>
                <a:path w="3875" h="3435" extrusionOk="0">
                  <a:moveTo>
                    <a:pt x="1296" y="1"/>
                  </a:moveTo>
                  <a:cubicBezTo>
                    <a:pt x="1114" y="1"/>
                    <a:pt x="947" y="77"/>
                    <a:pt x="809" y="257"/>
                  </a:cubicBezTo>
                  <a:cubicBezTo>
                    <a:pt x="0" y="1344"/>
                    <a:pt x="2063" y="2933"/>
                    <a:pt x="2760" y="3268"/>
                  </a:cubicBezTo>
                  <a:cubicBezTo>
                    <a:pt x="2927" y="3351"/>
                    <a:pt x="3133" y="3434"/>
                    <a:pt x="3320" y="3434"/>
                  </a:cubicBezTo>
                  <a:cubicBezTo>
                    <a:pt x="3445" y="3434"/>
                    <a:pt x="3562" y="3397"/>
                    <a:pt x="3652" y="3296"/>
                  </a:cubicBezTo>
                  <a:cubicBezTo>
                    <a:pt x="3875" y="3100"/>
                    <a:pt x="3791" y="2766"/>
                    <a:pt x="3736" y="2515"/>
                  </a:cubicBezTo>
                  <a:cubicBezTo>
                    <a:pt x="3550" y="1957"/>
                    <a:pt x="2218" y="1"/>
                    <a:pt x="1296" y="1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7" name="Google Shape;497;p30"/>
            <p:cNvSpPr/>
            <p:nvPr/>
          </p:nvSpPr>
          <p:spPr>
            <a:xfrm>
              <a:off x="5884276" y="2871753"/>
              <a:ext cx="229777" cy="401015"/>
            </a:xfrm>
            <a:custGeom>
              <a:avLst/>
              <a:gdLst/>
              <a:ahLst/>
              <a:cxnLst/>
              <a:rect l="l" t="t" r="r" b="b"/>
              <a:pathLst>
                <a:path w="9228" h="16105" extrusionOk="0">
                  <a:moveTo>
                    <a:pt x="3281" y="0"/>
                  </a:moveTo>
                  <a:cubicBezTo>
                    <a:pt x="3218" y="0"/>
                    <a:pt x="3155" y="8"/>
                    <a:pt x="3095" y="25"/>
                  </a:cubicBezTo>
                  <a:cubicBezTo>
                    <a:pt x="2788" y="80"/>
                    <a:pt x="2537" y="331"/>
                    <a:pt x="2398" y="610"/>
                  </a:cubicBezTo>
                  <a:cubicBezTo>
                    <a:pt x="2258" y="889"/>
                    <a:pt x="2231" y="1195"/>
                    <a:pt x="2175" y="1530"/>
                  </a:cubicBezTo>
                  <a:cubicBezTo>
                    <a:pt x="2103" y="3087"/>
                    <a:pt x="2422" y="4685"/>
                    <a:pt x="3150" y="6077"/>
                  </a:cubicBezTo>
                  <a:lnTo>
                    <a:pt x="3150" y="6077"/>
                  </a:lnTo>
                  <a:cubicBezTo>
                    <a:pt x="2780" y="5502"/>
                    <a:pt x="2347" y="4971"/>
                    <a:pt x="1840" y="4485"/>
                  </a:cubicBezTo>
                  <a:cubicBezTo>
                    <a:pt x="1562" y="4234"/>
                    <a:pt x="1255" y="3983"/>
                    <a:pt x="893" y="3983"/>
                  </a:cubicBezTo>
                  <a:cubicBezTo>
                    <a:pt x="474" y="3983"/>
                    <a:pt x="168" y="4373"/>
                    <a:pt x="56" y="4763"/>
                  </a:cubicBezTo>
                  <a:cubicBezTo>
                    <a:pt x="1" y="5182"/>
                    <a:pt x="56" y="5600"/>
                    <a:pt x="168" y="5990"/>
                  </a:cubicBezTo>
                  <a:cubicBezTo>
                    <a:pt x="753" y="8220"/>
                    <a:pt x="1924" y="10227"/>
                    <a:pt x="3401" y="11927"/>
                  </a:cubicBezTo>
                  <a:cubicBezTo>
                    <a:pt x="4321" y="12987"/>
                    <a:pt x="5353" y="13879"/>
                    <a:pt x="6468" y="14771"/>
                  </a:cubicBezTo>
                  <a:cubicBezTo>
                    <a:pt x="6997" y="15133"/>
                    <a:pt x="7527" y="15495"/>
                    <a:pt x="8029" y="15802"/>
                  </a:cubicBezTo>
                  <a:cubicBezTo>
                    <a:pt x="8147" y="15873"/>
                    <a:pt x="8426" y="16105"/>
                    <a:pt x="8627" y="16105"/>
                  </a:cubicBezTo>
                  <a:cubicBezTo>
                    <a:pt x="8663" y="16105"/>
                    <a:pt x="8696" y="16098"/>
                    <a:pt x="8726" y="16081"/>
                  </a:cubicBezTo>
                  <a:cubicBezTo>
                    <a:pt x="8921" y="15969"/>
                    <a:pt x="8921" y="15495"/>
                    <a:pt x="8949" y="15328"/>
                  </a:cubicBezTo>
                  <a:cubicBezTo>
                    <a:pt x="9144" y="14129"/>
                    <a:pt x="9227" y="12959"/>
                    <a:pt x="9199" y="11760"/>
                  </a:cubicBezTo>
                  <a:cubicBezTo>
                    <a:pt x="9088" y="9391"/>
                    <a:pt x="8530" y="7021"/>
                    <a:pt x="7499" y="4903"/>
                  </a:cubicBezTo>
                  <a:cubicBezTo>
                    <a:pt x="7360" y="4624"/>
                    <a:pt x="7220" y="4373"/>
                    <a:pt x="6997" y="4178"/>
                  </a:cubicBezTo>
                  <a:cubicBezTo>
                    <a:pt x="6854" y="4015"/>
                    <a:pt x="6637" y="3911"/>
                    <a:pt x="6421" y="3911"/>
                  </a:cubicBezTo>
                  <a:cubicBezTo>
                    <a:pt x="6342" y="3911"/>
                    <a:pt x="6264" y="3925"/>
                    <a:pt x="6189" y="3955"/>
                  </a:cubicBezTo>
                  <a:cubicBezTo>
                    <a:pt x="5910" y="4067"/>
                    <a:pt x="5743" y="4317"/>
                    <a:pt x="5715" y="4596"/>
                  </a:cubicBezTo>
                  <a:cubicBezTo>
                    <a:pt x="5703" y="4715"/>
                    <a:pt x="5701" y="4834"/>
                    <a:pt x="5708" y="4953"/>
                  </a:cubicBezTo>
                  <a:lnTo>
                    <a:pt x="5708" y="4953"/>
                  </a:lnTo>
                  <a:cubicBezTo>
                    <a:pt x="5511" y="3642"/>
                    <a:pt x="5119" y="2361"/>
                    <a:pt x="4572" y="1167"/>
                  </a:cubicBezTo>
                  <a:cubicBezTo>
                    <a:pt x="4377" y="861"/>
                    <a:pt x="4238" y="582"/>
                    <a:pt x="4015" y="331"/>
                  </a:cubicBezTo>
                  <a:cubicBezTo>
                    <a:pt x="3813" y="130"/>
                    <a:pt x="3540" y="0"/>
                    <a:pt x="32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8" name="Google Shape;498;p30"/>
            <p:cNvSpPr/>
            <p:nvPr/>
          </p:nvSpPr>
          <p:spPr>
            <a:xfrm>
              <a:off x="5975908" y="2950786"/>
              <a:ext cx="103435" cy="280449"/>
            </a:xfrm>
            <a:custGeom>
              <a:avLst/>
              <a:gdLst/>
              <a:ahLst/>
              <a:cxnLst/>
              <a:rect l="l" t="t" r="r" b="b"/>
              <a:pathLst>
                <a:path w="4154" h="11263" fill="none" extrusionOk="0">
                  <a:moveTo>
                    <a:pt x="0" y="1"/>
                  </a:moveTo>
                  <a:cubicBezTo>
                    <a:pt x="1227" y="3819"/>
                    <a:pt x="2593" y="7583"/>
                    <a:pt x="4154" y="11262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9" name="Google Shape;499;p30"/>
            <p:cNvSpPr/>
            <p:nvPr/>
          </p:nvSpPr>
          <p:spPr>
            <a:xfrm>
              <a:off x="6052252" y="3008404"/>
              <a:ext cx="26394" cy="217950"/>
            </a:xfrm>
            <a:custGeom>
              <a:avLst/>
              <a:gdLst/>
              <a:ahLst/>
              <a:cxnLst/>
              <a:rect l="l" t="t" r="r" b="b"/>
              <a:pathLst>
                <a:path w="1060" h="8753" fill="none" extrusionOk="0">
                  <a:moveTo>
                    <a:pt x="0" y="0"/>
                  </a:moveTo>
                  <a:cubicBezTo>
                    <a:pt x="363" y="2927"/>
                    <a:pt x="697" y="5826"/>
                    <a:pt x="1060" y="8753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0" name="Google Shape;500;p30"/>
            <p:cNvSpPr/>
            <p:nvPr/>
          </p:nvSpPr>
          <p:spPr>
            <a:xfrm>
              <a:off x="5932159" y="3025062"/>
              <a:ext cx="116657" cy="199922"/>
            </a:xfrm>
            <a:custGeom>
              <a:avLst/>
              <a:gdLst/>
              <a:ahLst/>
              <a:cxnLst/>
              <a:rect l="l" t="t" r="r" b="b"/>
              <a:pathLst>
                <a:path w="4685" h="8029" fill="none" extrusionOk="0">
                  <a:moveTo>
                    <a:pt x="1" y="0"/>
                  </a:moveTo>
                  <a:cubicBezTo>
                    <a:pt x="1283" y="2816"/>
                    <a:pt x="2844" y="5547"/>
                    <a:pt x="4684" y="8028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1" name="Google Shape;501;p30"/>
            <p:cNvSpPr/>
            <p:nvPr/>
          </p:nvSpPr>
          <p:spPr>
            <a:xfrm>
              <a:off x="5830841" y="3061192"/>
              <a:ext cx="272804" cy="222282"/>
            </a:xfrm>
            <a:custGeom>
              <a:avLst/>
              <a:gdLst/>
              <a:ahLst/>
              <a:cxnLst/>
              <a:rect l="l" t="t" r="r" b="b"/>
              <a:pathLst>
                <a:path w="10956" h="8927" extrusionOk="0">
                  <a:moveTo>
                    <a:pt x="809" y="0"/>
                  </a:moveTo>
                  <a:cubicBezTo>
                    <a:pt x="635" y="0"/>
                    <a:pt x="471" y="39"/>
                    <a:pt x="335" y="138"/>
                  </a:cubicBezTo>
                  <a:cubicBezTo>
                    <a:pt x="0" y="389"/>
                    <a:pt x="56" y="835"/>
                    <a:pt x="112" y="1225"/>
                  </a:cubicBezTo>
                  <a:cubicBezTo>
                    <a:pt x="474" y="3037"/>
                    <a:pt x="1784" y="4514"/>
                    <a:pt x="3206" y="5657"/>
                  </a:cubicBezTo>
                  <a:cubicBezTo>
                    <a:pt x="4878" y="6967"/>
                    <a:pt x="6774" y="7943"/>
                    <a:pt x="8837" y="8556"/>
                  </a:cubicBezTo>
                  <a:cubicBezTo>
                    <a:pt x="9218" y="8683"/>
                    <a:pt x="9830" y="8926"/>
                    <a:pt x="10273" y="8926"/>
                  </a:cubicBezTo>
                  <a:cubicBezTo>
                    <a:pt x="10316" y="8926"/>
                    <a:pt x="10358" y="8924"/>
                    <a:pt x="10398" y="8919"/>
                  </a:cubicBezTo>
                  <a:cubicBezTo>
                    <a:pt x="10955" y="8863"/>
                    <a:pt x="10426" y="8082"/>
                    <a:pt x="10286" y="7720"/>
                  </a:cubicBezTo>
                  <a:cubicBezTo>
                    <a:pt x="9840" y="6633"/>
                    <a:pt x="9311" y="5546"/>
                    <a:pt x="8697" y="4542"/>
                  </a:cubicBezTo>
                  <a:cubicBezTo>
                    <a:pt x="7973" y="3399"/>
                    <a:pt x="7164" y="2340"/>
                    <a:pt x="6244" y="1365"/>
                  </a:cubicBezTo>
                  <a:cubicBezTo>
                    <a:pt x="6049" y="1120"/>
                    <a:pt x="5767" y="876"/>
                    <a:pt x="5475" y="876"/>
                  </a:cubicBezTo>
                  <a:cubicBezTo>
                    <a:pt x="5434" y="876"/>
                    <a:pt x="5393" y="880"/>
                    <a:pt x="5352" y="891"/>
                  </a:cubicBezTo>
                  <a:cubicBezTo>
                    <a:pt x="4962" y="946"/>
                    <a:pt x="4767" y="1392"/>
                    <a:pt x="4823" y="1811"/>
                  </a:cubicBezTo>
                  <a:cubicBezTo>
                    <a:pt x="4878" y="2201"/>
                    <a:pt x="5157" y="2507"/>
                    <a:pt x="5408" y="2842"/>
                  </a:cubicBezTo>
                  <a:cubicBezTo>
                    <a:pt x="4321" y="1643"/>
                    <a:pt x="2983" y="696"/>
                    <a:pt x="1478" y="138"/>
                  </a:cubicBezTo>
                  <a:cubicBezTo>
                    <a:pt x="1261" y="61"/>
                    <a:pt x="1027" y="0"/>
                    <a:pt x="8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2" name="Google Shape;502;p30"/>
            <p:cNvSpPr/>
            <p:nvPr/>
          </p:nvSpPr>
          <p:spPr>
            <a:xfrm>
              <a:off x="5885671" y="3144433"/>
              <a:ext cx="161053" cy="107618"/>
            </a:xfrm>
            <a:custGeom>
              <a:avLst/>
              <a:gdLst/>
              <a:ahLst/>
              <a:cxnLst/>
              <a:rect l="l" t="t" r="r" b="b"/>
              <a:pathLst>
                <a:path w="6468" h="4322" fill="none" extrusionOk="0">
                  <a:moveTo>
                    <a:pt x="6467" y="4321"/>
                  </a:moveTo>
                  <a:cubicBezTo>
                    <a:pt x="4293" y="2900"/>
                    <a:pt x="2147" y="1450"/>
                    <a:pt x="0" y="1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3" name="Google Shape;503;p30"/>
            <p:cNvSpPr/>
            <p:nvPr/>
          </p:nvSpPr>
          <p:spPr>
            <a:xfrm>
              <a:off x="5975908" y="3118761"/>
              <a:ext cx="89565" cy="133290"/>
            </a:xfrm>
            <a:custGeom>
              <a:avLst/>
              <a:gdLst/>
              <a:ahLst/>
              <a:cxnLst/>
              <a:rect l="l" t="t" r="r" b="b"/>
              <a:pathLst>
                <a:path w="3597" h="5353" fill="none" extrusionOk="0">
                  <a:moveTo>
                    <a:pt x="0" y="0"/>
                  </a:moveTo>
                  <a:cubicBezTo>
                    <a:pt x="1199" y="1784"/>
                    <a:pt x="2425" y="3596"/>
                    <a:pt x="3596" y="5352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4" name="Google Shape;504;p30"/>
            <p:cNvSpPr/>
            <p:nvPr/>
          </p:nvSpPr>
          <p:spPr>
            <a:xfrm>
              <a:off x="6079318" y="2959426"/>
              <a:ext cx="152737" cy="287147"/>
            </a:xfrm>
            <a:custGeom>
              <a:avLst/>
              <a:gdLst/>
              <a:ahLst/>
              <a:cxnLst/>
              <a:rect l="l" t="t" r="r" b="b"/>
              <a:pathLst>
                <a:path w="6134" h="11532" extrusionOk="0">
                  <a:moveTo>
                    <a:pt x="3590" y="0"/>
                  </a:moveTo>
                  <a:cubicBezTo>
                    <a:pt x="3340" y="0"/>
                    <a:pt x="3086" y="118"/>
                    <a:pt x="2927" y="378"/>
                  </a:cubicBezTo>
                  <a:cubicBezTo>
                    <a:pt x="2258" y="1438"/>
                    <a:pt x="1952" y="2776"/>
                    <a:pt x="2119" y="4030"/>
                  </a:cubicBezTo>
                  <a:lnTo>
                    <a:pt x="1785" y="3500"/>
                  </a:lnTo>
                  <a:cubicBezTo>
                    <a:pt x="1620" y="3259"/>
                    <a:pt x="1374" y="3145"/>
                    <a:pt x="1128" y="3145"/>
                  </a:cubicBezTo>
                  <a:cubicBezTo>
                    <a:pt x="835" y="3145"/>
                    <a:pt x="543" y="3308"/>
                    <a:pt x="391" y="3612"/>
                  </a:cubicBezTo>
                  <a:cubicBezTo>
                    <a:pt x="307" y="3751"/>
                    <a:pt x="251" y="3918"/>
                    <a:pt x="224" y="4058"/>
                  </a:cubicBezTo>
                  <a:cubicBezTo>
                    <a:pt x="28" y="4615"/>
                    <a:pt x="1" y="5201"/>
                    <a:pt x="28" y="5814"/>
                  </a:cubicBezTo>
                  <a:cubicBezTo>
                    <a:pt x="84" y="6957"/>
                    <a:pt x="279" y="8100"/>
                    <a:pt x="586" y="9215"/>
                  </a:cubicBezTo>
                  <a:cubicBezTo>
                    <a:pt x="781" y="9800"/>
                    <a:pt x="1060" y="11417"/>
                    <a:pt x="1812" y="11528"/>
                  </a:cubicBezTo>
                  <a:cubicBezTo>
                    <a:pt x="1834" y="11531"/>
                    <a:pt x="1856" y="11532"/>
                    <a:pt x="1877" y="11532"/>
                  </a:cubicBezTo>
                  <a:cubicBezTo>
                    <a:pt x="2619" y="11532"/>
                    <a:pt x="3075" y="10148"/>
                    <a:pt x="3346" y="9633"/>
                  </a:cubicBezTo>
                  <a:cubicBezTo>
                    <a:pt x="4321" y="7877"/>
                    <a:pt x="5241" y="6093"/>
                    <a:pt x="5854" y="4197"/>
                  </a:cubicBezTo>
                  <a:cubicBezTo>
                    <a:pt x="6022" y="3751"/>
                    <a:pt x="6133" y="3249"/>
                    <a:pt x="5966" y="2776"/>
                  </a:cubicBezTo>
                  <a:cubicBezTo>
                    <a:pt x="5826" y="2469"/>
                    <a:pt x="5548" y="2218"/>
                    <a:pt x="5241" y="2218"/>
                  </a:cubicBezTo>
                  <a:cubicBezTo>
                    <a:pt x="5228" y="2217"/>
                    <a:pt x="5216" y="2217"/>
                    <a:pt x="5203" y="2217"/>
                  </a:cubicBezTo>
                  <a:cubicBezTo>
                    <a:pt x="4697" y="2217"/>
                    <a:pt x="4400" y="2759"/>
                    <a:pt x="4210" y="3222"/>
                  </a:cubicBezTo>
                  <a:cubicBezTo>
                    <a:pt x="4433" y="2385"/>
                    <a:pt x="4461" y="1521"/>
                    <a:pt x="4349" y="685"/>
                  </a:cubicBezTo>
                  <a:cubicBezTo>
                    <a:pt x="4316" y="254"/>
                    <a:pt x="3958" y="0"/>
                    <a:pt x="35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5" name="Google Shape;505;p30"/>
            <p:cNvSpPr/>
            <p:nvPr/>
          </p:nvSpPr>
          <p:spPr>
            <a:xfrm>
              <a:off x="6111240" y="3101406"/>
              <a:ext cx="9064" cy="135381"/>
            </a:xfrm>
            <a:custGeom>
              <a:avLst/>
              <a:gdLst/>
              <a:ahLst/>
              <a:cxnLst/>
              <a:rect l="l" t="t" r="r" b="b"/>
              <a:pathLst>
                <a:path w="364" h="5437" fill="none" extrusionOk="0">
                  <a:moveTo>
                    <a:pt x="363" y="5436"/>
                  </a:moveTo>
                  <a:cubicBezTo>
                    <a:pt x="112" y="3624"/>
                    <a:pt x="1" y="1812"/>
                    <a:pt x="84" y="0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6" name="Google Shape;506;p30"/>
            <p:cNvSpPr/>
            <p:nvPr/>
          </p:nvSpPr>
          <p:spPr>
            <a:xfrm>
              <a:off x="6129989" y="3015326"/>
              <a:ext cx="28486" cy="213816"/>
            </a:xfrm>
            <a:custGeom>
              <a:avLst/>
              <a:gdLst/>
              <a:ahLst/>
              <a:cxnLst/>
              <a:rect l="l" t="t" r="r" b="b"/>
              <a:pathLst>
                <a:path w="1144" h="8587" fill="none" extrusionOk="0">
                  <a:moveTo>
                    <a:pt x="0" y="8586"/>
                  </a:moveTo>
                  <a:cubicBezTo>
                    <a:pt x="196" y="5715"/>
                    <a:pt x="586" y="2844"/>
                    <a:pt x="1143" y="1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7" name="Google Shape;507;p30"/>
            <p:cNvSpPr/>
            <p:nvPr/>
          </p:nvSpPr>
          <p:spPr>
            <a:xfrm>
              <a:off x="6139003" y="3056287"/>
              <a:ext cx="57643" cy="172856"/>
            </a:xfrm>
            <a:custGeom>
              <a:avLst/>
              <a:gdLst/>
              <a:ahLst/>
              <a:cxnLst/>
              <a:rect l="l" t="t" r="r" b="b"/>
              <a:pathLst>
                <a:path w="2315" h="6942" fill="none" extrusionOk="0">
                  <a:moveTo>
                    <a:pt x="1" y="6941"/>
                  </a:moveTo>
                  <a:cubicBezTo>
                    <a:pt x="530" y="4572"/>
                    <a:pt x="1339" y="2231"/>
                    <a:pt x="2314" y="1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8" name="Google Shape;508;p30"/>
            <p:cNvSpPr/>
            <p:nvPr/>
          </p:nvSpPr>
          <p:spPr>
            <a:xfrm>
              <a:off x="5977975" y="3224461"/>
              <a:ext cx="385253" cy="587715"/>
            </a:xfrm>
            <a:custGeom>
              <a:avLst/>
              <a:gdLst/>
              <a:ahLst/>
              <a:cxnLst/>
              <a:rect l="l" t="t" r="r" b="b"/>
              <a:pathLst>
                <a:path w="15472" h="23603" extrusionOk="0">
                  <a:moveTo>
                    <a:pt x="6323" y="0"/>
                  </a:moveTo>
                  <a:cubicBezTo>
                    <a:pt x="5418" y="0"/>
                    <a:pt x="4512" y="258"/>
                    <a:pt x="3764" y="773"/>
                  </a:cubicBezTo>
                  <a:cubicBezTo>
                    <a:pt x="1" y="3282"/>
                    <a:pt x="2816" y="7240"/>
                    <a:pt x="4321" y="10223"/>
                  </a:cubicBezTo>
                  <a:cubicBezTo>
                    <a:pt x="6245" y="14041"/>
                    <a:pt x="8391" y="17777"/>
                    <a:pt x="10761" y="21401"/>
                  </a:cubicBezTo>
                  <a:cubicBezTo>
                    <a:pt x="11179" y="22070"/>
                    <a:pt x="11625" y="22711"/>
                    <a:pt x="12294" y="23185"/>
                  </a:cubicBezTo>
                  <a:cubicBezTo>
                    <a:pt x="12686" y="23446"/>
                    <a:pt x="13155" y="23602"/>
                    <a:pt x="13611" y="23602"/>
                  </a:cubicBezTo>
                  <a:cubicBezTo>
                    <a:pt x="13932" y="23602"/>
                    <a:pt x="14247" y="23525"/>
                    <a:pt x="14524" y="23352"/>
                  </a:cubicBezTo>
                  <a:cubicBezTo>
                    <a:pt x="15444" y="22766"/>
                    <a:pt x="15472" y="21428"/>
                    <a:pt x="15332" y="20313"/>
                  </a:cubicBezTo>
                  <a:cubicBezTo>
                    <a:pt x="14803" y="15463"/>
                    <a:pt x="13715" y="10669"/>
                    <a:pt x="12182" y="6041"/>
                  </a:cubicBezTo>
                  <a:cubicBezTo>
                    <a:pt x="11430" y="3728"/>
                    <a:pt x="10315" y="1302"/>
                    <a:pt x="8112" y="355"/>
                  </a:cubicBezTo>
                  <a:cubicBezTo>
                    <a:pt x="7550" y="118"/>
                    <a:pt x="6937" y="0"/>
                    <a:pt x="63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9" name="Google Shape;509;p30"/>
            <p:cNvSpPr/>
            <p:nvPr/>
          </p:nvSpPr>
          <p:spPr>
            <a:xfrm>
              <a:off x="6057804" y="3372791"/>
              <a:ext cx="20841" cy="14616"/>
            </a:xfrm>
            <a:custGeom>
              <a:avLst/>
              <a:gdLst/>
              <a:ahLst/>
              <a:cxnLst/>
              <a:rect l="l" t="t" r="r" b="b"/>
              <a:pathLst>
                <a:path w="837" h="587" fill="none" extrusionOk="0">
                  <a:moveTo>
                    <a:pt x="0" y="586"/>
                  </a:moveTo>
                  <a:cubicBezTo>
                    <a:pt x="168" y="307"/>
                    <a:pt x="474" y="84"/>
                    <a:pt x="837" y="1"/>
                  </a:cubicBezTo>
                </a:path>
              </a:pathLst>
            </a:custGeom>
            <a:noFill/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6097370" y="3320053"/>
              <a:ext cx="107593" cy="36105"/>
            </a:xfrm>
            <a:custGeom>
              <a:avLst/>
              <a:gdLst/>
              <a:ahLst/>
              <a:cxnLst/>
              <a:rect l="l" t="t" r="r" b="b"/>
              <a:pathLst>
                <a:path w="4321" h="1450" fill="none" extrusionOk="0">
                  <a:moveTo>
                    <a:pt x="0" y="1450"/>
                  </a:moveTo>
                  <a:cubicBezTo>
                    <a:pt x="1338" y="669"/>
                    <a:pt x="2788" y="140"/>
                    <a:pt x="4321" y="0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6071674" y="3285342"/>
              <a:ext cx="87499" cy="41658"/>
            </a:xfrm>
            <a:custGeom>
              <a:avLst/>
              <a:gdLst/>
              <a:ahLst/>
              <a:cxnLst/>
              <a:rect l="l" t="t" r="r" b="b"/>
              <a:pathLst>
                <a:path w="3514" h="1673" fill="none" extrusionOk="0">
                  <a:moveTo>
                    <a:pt x="1" y="1673"/>
                  </a:moveTo>
                  <a:cubicBezTo>
                    <a:pt x="865" y="669"/>
                    <a:pt x="2147" y="28"/>
                    <a:pt x="3513" y="0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2" name="Google Shape;512;p30"/>
            <p:cNvSpPr/>
            <p:nvPr/>
          </p:nvSpPr>
          <p:spPr>
            <a:xfrm>
              <a:off x="6180661" y="3276303"/>
              <a:ext cx="27091" cy="3511"/>
            </a:xfrm>
            <a:custGeom>
              <a:avLst/>
              <a:gdLst/>
              <a:ahLst/>
              <a:cxnLst/>
              <a:rect l="l" t="t" r="r" b="b"/>
              <a:pathLst>
                <a:path w="1088" h="141" fill="none" extrusionOk="0">
                  <a:moveTo>
                    <a:pt x="0" y="140"/>
                  </a:moveTo>
                  <a:cubicBezTo>
                    <a:pt x="363" y="113"/>
                    <a:pt x="697" y="57"/>
                    <a:pt x="1087" y="1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6093884" y="3395699"/>
              <a:ext cx="53485" cy="22933"/>
            </a:xfrm>
            <a:custGeom>
              <a:avLst/>
              <a:gdLst/>
              <a:ahLst/>
              <a:cxnLst/>
              <a:rect l="l" t="t" r="r" b="b"/>
              <a:pathLst>
                <a:path w="2148" h="921" fill="none" extrusionOk="0">
                  <a:moveTo>
                    <a:pt x="1" y="920"/>
                  </a:moveTo>
                  <a:cubicBezTo>
                    <a:pt x="670" y="502"/>
                    <a:pt x="1367" y="196"/>
                    <a:pt x="2147" y="1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4" name="Google Shape;514;p30"/>
            <p:cNvSpPr/>
            <p:nvPr/>
          </p:nvSpPr>
          <p:spPr>
            <a:xfrm>
              <a:off x="6175805" y="3360988"/>
              <a:ext cx="72907" cy="17380"/>
            </a:xfrm>
            <a:custGeom>
              <a:avLst/>
              <a:gdLst/>
              <a:ahLst/>
              <a:cxnLst/>
              <a:rect l="l" t="t" r="r" b="b"/>
              <a:pathLst>
                <a:path w="2928" h="698" fill="none" extrusionOk="0">
                  <a:moveTo>
                    <a:pt x="0" y="698"/>
                  </a:moveTo>
                  <a:cubicBezTo>
                    <a:pt x="864" y="196"/>
                    <a:pt x="1924" y="1"/>
                    <a:pt x="2927" y="168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5" name="Google Shape;515;p30"/>
            <p:cNvSpPr/>
            <p:nvPr/>
          </p:nvSpPr>
          <p:spPr>
            <a:xfrm>
              <a:off x="6112634" y="3456778"/>
              <a:ext cx="29880" cy="24327"/>
            </a:xfrm>
            <a:custGeom>
              <a:avLst/>
              <a:gdLst/>
              <a:ahLst/>
              <a:cxnLst/>
              <a:rect l="l" t="t" r="r" b="b"/>
              <a:pathLst>
                <a:path w="1200" h="977" fill="none" extrusionOk="0">
                  <a:moveTo>
                    <a:pt x="1" y="976"/>
                  </a:moveTo>
                  <a:cubicBezTo>
                    <a:pt x="279" y="530"/>
                    <a:pt x="725" y="168"/>
                    <a:pt x="1199" y="1"/>
                  </a:cubicBezTo>
                </a:path>
              </a:pathLst>
            </a:custGeom>
            <a:noFill/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6" name="Google Shape;516;p30"/>
            <p:cNvSpPr/>
            <p:nvPr/>
          </p:nvSpPr>
          <p:spPr>
            <a:xfrm>
              <a:off x="6199386" y="3420698"/>
              <a:ext cx="72907" cy="22236"/>
            </a:xfrm>
            <a:custGeom>
              <a:avLst/>
              <a:gdLst/>
              <a:ahLst/>
              <a:cxnLst/>
              <a:rect l="l" t="t" r="r" b="b"/>
              <a:pathLst>
                <a:path w="2928" h="893" fill="none" extrusionOk="0">
                  <a:moveTo>
                    <a:pt x="1" y="892"/>
                  </a:moveTo>
                  <a:cubicBezTo>
                    <a:pt x="781" y="474"/>
                    <a:pt x="1673" y="195"/>
                    <a:pt x="2538" y="0"/>
                  </a:cubicBezTo>
                  <a:cubicBezTo>
                    <a:pt x="2677" y="0"/>
                    <a:pt x="2789" y="0"/>
                    <a:pt x="2928" y="28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7" name="Google Shape;517;p30"/>
            <p:cNvSpPr/>
            <p:nvPr/>
          </p:nvSpPr>
          <p:spPr>
            <a:xfrm>
              <a:off x="6179964" y="3402646"/>
              <a:ext cx="27091" cy="12525"/>
            </a:xfrm>
            <a:custGeom>
              <a:avLst/>
              <a:gdLst/>
              <a:ahLst/>
              <a:cxnLst/>
              <a:rect l="l" t="t" r="r" b="b"/>
              <a:pathLst>
                <a:path w="1088" h="503" fill="none" extrusionOk="0">
                  <a:moveTo>
                    <a:pt x="0" y="502"/>
                  </a:moveTo>
                  <a:cubicBezTo>
                    <a:pt x="307" y="223"/>
                    <a:pt x="669" y="56"/>
                    <a:pt x="1088" y="0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8" name="Google Shape;518;p30"/>
            <p:cNvSpPr/>
            <p:nvPr/>
          </p:nvSpPr>
          <p:spPr>
            <a:xfrm>
              <a:off x="6152897" y="3515767"/>
              <a:ext cx="31250" cy="18775"/>
            </a:xfrm>
            <a:custGeom>
              <a:avLst/>
              <a:gdLst/>
              <a:ahLst/>
              <a:cxnLst/>
              <a:rect l="l" t="t" r="r" b="b"/>
              <a:pathLst>
                <a:path w="1255" h="754" fill="none" extrusionOk="0">
                  <a:moveTo>
                    <a:pt x="0" y="754"/>
                  </a:moveTo>
                  <a:cubicBezTo>
                    <a:pt x="391" y="419"/>
                    <a:pt x="809" y="196"/>
                    <a:pt x="1255" y="1"/>
                  </a:cubicBezTo>
                </a:path>
              </a:pathLst>
            </a:custGeom>
            <a:noFill/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9" name="Google Shape;519;p30"/>
            <p:cNvSpPr/>
            <p:nvPr/>
          </p:nvSpPr>
          <p:spPr>
            <a:xfrm>
              <a:off x="6217438" y="3476225"/>
              <a:ext cx="63196" cy="21539"/>
            </a:xfrm>
            <a:custGeom>
              <a:avLst/>
              <a:gdLst/>
              <a:ahLst/>
              <a:cxnLst/>
              <a:rect l="l" t="t" r="r" b="b"/>
              <a:pathLst>
                <a:path w="2538" h="865" fill="none" extrusionOk="0">
                  <a:moveTo>
                    <a:pt x="1" y="864"/>
                  </a:moveTo>
                  <a:cubicBezTo>
                    <a:pt x="753" y="418"/>
                    <a:pt x="1645" y="139"/>
                    <a:pt x="2537" y="0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0" name="Google Shape;520;p30"/>
            <p:cNvSpPr/>
            <p:nvPr/>
          </p:nvSpPr>
          <p:spPr>
            <a:xfrm>
              <a:off x="6154964" y="3524805"/>
              <a:ext cx="110407" cy="56249"/>
            </a:xfrm>
            <a:custGeom>
              <a:avLst/>
              <a:gdLst/>
              <a:ahLst/>
              <a:cxnLst/>
              <a:rect l="l" t="t" r="r" b="b"/>
              <a:pathLst>
                <a:path w="4434" h="2259" fill="none" extrusionOk="0">
                  <a:moveTo>
                    <a:pt x="1" y="2258"/>
                  </a:moveTo>
                  <a:cubicBezTo>
                    <a:pt x="1255" y="1143"/>
                    <a:pt x="2788" y="335"/>
                    <a:pt x="4433" y="0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6281307" y="3517858"/>
              <a:ext cx="22933" cy="6972"/>
            </a:xfrm>
            <a:custGeom>
              <a:avLst/>
              <a:gdLst/>
              <a:ahLst/>
              <a:cxnLst/>
              <a:rect l="l" t="t" r="r" b="b"/>
              <a:pathLst>
                <a:path w="921" h="280" fill="none" extrusionOk="0">
                  <a:moveTo>
                    <a:pt x="0" y="279"/>
                  </a:moveTo>
                  <a:cubicBezTo>
                    <a:pt x="251" y="56"/>
                    <a:pt x="614" y="1"/>
                    <a:pt x="920" y="56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2" name="Google Shape;522;p30"/>
            <p:cNvSpPr/>
            <p:nvPr/>
          </p:nvSpPr>
          <p:spPr>
            <a:xfrm>
              <a:off x="6222294" y="3573385"/>
              <a:ext cx="20169" cy="11828"/>
            </a:xfrm>
            <a:custGeom>
              <a:avLst/>
              <a:gdLst/>
              <a:ahLst/>
              <a:cxnLst/>
              <a:rect l="l" t="t" r="r" b="b"/>
              <a:pathLst>
                <a:path w="810" h="475" fill="none" extrusionOk="0">
                  <a:moveTo>
                    <a:pt x="1" y="474"/>
                  </a:moveTo>
                  <a:cubicBezTo>
                    <a:pt x="224" y="279"/>
                    <a:pt x="530" y="112"/>
                    <a:pt x="809" y="1"/>
                  </a:cubicBezTo>
                </a:path>
              </a:pathLst>
            </a:custGeom>
            <a:noFill/>
            <a:ln w="6275" cap="rnd" cmpd="sng">
              <a:solidFill>
                <a:srgbClr val="2A331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6272965" y="3551872"/>
              <a:ext cx="46538" cy="10433"/>
            </a:xfrm>
            <a:custGeom>
              <a:avLst/>
              <a:gdLst/>
              <a:ahLst/>
              <a:cxnLst/>
              <a:rect l="l" t="t" r="r" b="b"/>
              <a:pathLst>
                <a:path w="1869" h="419" fill="none" extrusionOk="0">
                  <a:moveTo>
                    <a:pt x="1" y="419"/>
                  </a:moveTo>
                  <a:cubicBezTo>
                    <a:pt x="586" y="168"/>
                    <a:pt x="1227" y="28"/>
                    <a:pt x="1868" y="0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4" name="Google Shape;524;p30"/>
            <p:cNvSpPr/>
            <p:nvPr/>
          </p:nvSpPr>
          <p:spPr>
            <a:xfrm>
              <a:off x="6204266" y="3596990"/>
              <a:ext cx="108290" cy="43052"/>
            </a:xfrm>
            <a:custGeom>
              <a:avLst/>
              <a:gdLst/>
              <a:ahLst/>
              <a:cxnLst/>
              <a:rect l="l" t="t" r="r" b="b"/>
              <a:pathLst>
                <a:path w="4349" h="1729" fill="none" extrusionOk="0">
                  <a:moveTo>
                    <a:pt x="0" y="1729"/>
                  </a:moveTo>
                  <a:cubicBezTo>
                    <a:pt x="1282" y="864"/>
                    <a:pt x="2788" y="223"/>
                    <a:pt x="4349" y="0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5" name="Google Shape;525;p30"/>
            <p:cNvSpPr/>
            <p:nvPr/>
          </p:nvSpPr>
          <p:spPr>
            <a:xfrm>
              <a:off x="6238255" y="3655281"/>
              <a:ext cx="94446" cy="29880"/>
            </a:xfrm>
            <a:custGeom>
              <a:avLst/>
              <a:gdLst/>
              <a:ahLst/>
              <a:cxnLst/>
              <a:rect l="l" t="t" r="r" b="b"/>
              <a:pathLst>
                <a:path w="3793" h="1200" fill="none" extrusionOk="0">
                  <a:moveTo>
                    <a:pt x="1" y="1200"/>
                  </a:moveTo>
                  <a:cubicBezTo>
                    <a:pt x="1116" y="475"/>
                    <a:pt x="2426" y="57"/>
                    <a:pt x="3792" y="1"/>
                  </a:cubicBezTo>
                </a:path>
              </a:pathLst>
            </a:custGeom>
            <a:noFill/>
            <a:ln w="6275" cap="rnd" cmpd="sng">
              <a:solidFill>
                <a:srgbClr val="2A331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6" name="Google Shape;526;p30"/>
            <p:cNvSpPr/>
            <p:nvPr/>
          </p:nvSpPr>
          <p:spPr>
            <a:xfrm>
              <a:off x="6273662" y="3696242"/>
              <a:ext cx="28486" cy="13919"/>
            </a:xfrm>
            <a:custGeom>
              <a:avLst/>
              <a:gdLst/>
              <a:ahLst/>
              <a:cxnLst/>
              <a:rect l="l" t="t" r="r" b="b"/>
              <a:pathLst>
                <a:path w="1144" h="559" fill="none" extrusionOk="0">
                  <a:moveTo>
                    <a:pt x="1" y="558"/>
                  </a:moveTo>
                  <a:cubicBezTo>
                    <a:pt x="307" y="279"/>
                    <a:pt x="698" y="84"/>
                    <a:pt x="1144" y="1"/>
                  </a:cubicBezTo>
                </a:path>
              </a:pathLst>
            </a:custGeom>
            <a:noFill/>
            <a:ln w="6275" cap="rnd" cmpd="sng">
              <a:solidFill>
                <a:srgbClr val="2A331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6312531" y="3688597"/>
              <a:ext cx="26394" cy="4208"/>
            </a:xfrm>
            <a:custGeom>
              <a:avLst/>
              <a:gdLst/>
              <a:ahLst/>
              <a:cxnLst/>
              <a:rect l="l" t="t" r="r" b="b"/>
              <a:pathLst>
                <a:path w="1060" h="169" fill="none" extrusionOk="0">
                  <a:moveTo>
                    <a:pt x="1" y="168"/>
                  </a:moveTo>
                  <a:cubicBezTo>
                    <a:pt x="335" y="29"/>
                    <a:pt x="698" y="1"/>
                    <a:pt x="1060" y="29"/>
                  </a:cubicBezTo>
                </a:path>
              </a:pathLst>
            </a:custGeom>
            <a:noFill/>
            <a:ln w="6275" cap="rnd" cmpd="sng">
              <a:solidFill>
                <a:srgbClr val="2A331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6277821" y="3724005"/>
              <a:ext cx="70840" cy="22933"/>
            </a:xfrm>
            <a:custGeom>
              <a:avLst/>
              <a:gdLst/>
              <a:ahLst/>
              <a:cxnLst/>
              <a:rect l="l" t="t" r="r" b="b"/>
              <a:pathLst>
                <a:path w="2845" h="921" fill="none" extrusionOk="0">
                  <a:moveTo>
                    <a:pt x="1" y="920"/>
                  </a:moveTo>
                  <a:cubicBezTo>
                    <a:pt x="837" y="363"/>
                    <a:pt x="1813" y="56"/>
                    <a:pt x="2844" y="1"/>
                  </a:cubicBezTo>
                </a:path>
              </a:pathLst>
            </a:custGeom>
            <a:noFill/>
            <a:ln w="6275" cap="rnd" cmpd="sng">
              <a:solidFill>
                <a:srgbClr val="2A331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6053646" y="3338329"/>
              <a:ext cx="140212" cy="232367"/>
            </a:xfrm>
            <a:custGeom>
              <a:avLst/>
              <a:gdLst/>
              <a:ahLst/>
              <a:cxnLst/>
              <a:rect l="l" t="t" r="r" b="b"/>
              <a:pathLst>
                <a:path w="5631" h="9332" extrusionOk="0">
                  <a:moveTo>
                    <a:pt x="883" y="0"/>
                  </a:moveTo>
                  <a:cubicBezTo>
                    <a:pt x="424" y="0"/>
                    <a:pt x="21" y="601"/>
                    <a:pt x="0" y="1106"/>
                  </a:cubicBezTo>
                  <a:cubicBezTo>
                    <a:pt x="0" y="1663"/>
                    <a:pt x="335" y="2249"/>
                    <a:pt x="558" y="2751"/>
                  </a:cubicBezTo>
                  <a:cubicBezTo>
                    <a:pt x="836" y="3364"/>
                    <a:pt x="1115" y="4005"/>
                    <a:pt x="1422" y="4618"/>
                  </a:cubicBezTo>
                  <a:cubicBezTo>
                    <a:pt x="2147" y="5984"/>
                    <a:pt x="2955" y="7294"/>
                    <a:pt x="3819" y="8521"/>
                  </a:cubicBezTo>
                  <a:cubicBezTo>
                    <a:pt x="3986" y="8772"/>
                    <a:pt x="4181" y="9022"/>
                    <a:pt x="4404" y="9162"/>
                  </a:cubicBezTo>
                  <a:cubicBezTo>
                    <a:pt x="4566" y="9270"/>
                    <a:pt x="4752" y="9331"/>
                    <a:pt x="4930" y="9331"/>
                  </a:cubicBezTo>
                  <a:cubicBezTo>
                    <a:pt x="5028" y="9331"/>
                    <a:pt x="5124" y="9313"/>
                    <a:pt x="5213" y="9273"/>
                  </a:cubicBezTo>
                  <a:cubicBezTo>
                    <a:pt x="5492" y="9134"/>
                    <a:pt x="5631" y="8772"/>
                    <a:pt x="5631" y="8493"/>
                  </a:cubicBezTo>
                  <a:cubicBezTo>
                    <a:pt x="5631" y="8186"/>
                    <a:pt x="5492" y="7880"/>
                    <a:pt x="5380" y="7601"/>
                  </a:cubicBezTo>
                  <a:cubicBezTo>
                    <a:pt x="4823" y="6291"/>
                    <a:pt x="4237" y="5008"/>
                    <a:pt x="3540" y="3782"/>
                  </a:cubicBezTo>
                  <a:cubicBezTo>
                    <a:pt x="3206" y="3169"/>
                    <a:pt x="2843" y="2528"/>
                    <a:pt x="2453" y="1942"/>
                  </a:cubicBezTo>
                  <a:cubicBezTo>
                    <a:pt x="2147" y="1385"/>
                    <a:pt x="1812" y="660"/>
                    <a:pt x="1338" y="214"/>
                  </a:cubicBezTo>
                  <a:cubicBezTo>
                    <a:pt x="1188" y="64"/>
                    <a:pt x="1033" y="0"/>
                    <a:pt x="883" y="0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5735050" y="3296447"/>
              <a:ext cx="217277" cy="219344"/>
            </a:xfrm>
            <a:custGeom>
              <a:avLst/>
              <a:gdLst/>
              <a:ahLst/>
              <a:cxnLst/>
              <a:rect l="l" t="t" r="r" b="b"/>
              <a:pathLst>
                <a:path w="8726" h="8809" fill="none" extrusionOk="0">
                  <a:moveTo>
                    <a:pt x="1561" y="8809"/>
                  </a:moveTo>
                  <a:cubicBezTo>
                    <a:pt x="1004" y="7917"/>
                    <a:pt x="474" y="6969"/>
                    <a:pt x="251" y="5966"/>
                  </a:cubicBezTo>
                  <a:cubicBezTo>
                    <a:pt x="0" y="4962"/>
                    <a:pt x="56" y="3791"/>
                    <a:pt x="558" y="2899"/>
                  </a:cubicBezTo>
                  <a:cubicBezTo>
                    <a:pt x="1060" y="1980"/>
                    <a:pt x="2091" y="1283"/>
                    <a:pt x="3122" y="1366"/>
                  </a:cubicBezTo>
                  <a:cubicBezTo>
                    <a:pt x="4182" y="1422"/>
                    <a:pt x="5157" y="2370"/>
                    <a:pt x="5102" y="3401"/>
                  </a:cubicBezTo>
                  <a:cubicBezTo>
                    <a:pt x="5102" y="3875"/>
                    <a:pt x="4906" y="4321"/>
                    <a:pt x="4544" y="4600"/>
                  </a:cubicBezTo>
                  <a:cubicBezTo>
                    <a:pt x="4210" y="4879"/>
                    <a:pt x="3680" y="4990"/>
                    <a:pt x="3290" y="4767"/>
                  </a:cubicBezTo>
                  <a:cubicBezTo>
                    <a:pt x="2872" y="4600"/>
                    <a:pt x="2593" y="4154"/>
                    <a:pt x="2537" y="3652"/>
                  </a:cubicBezTo>
                  <a:cubicBezTo>
                    <a:pt x="2453" y="3206"/>
                    <a:pt x="2593" y="2732"/>
                    <a:pt x="2816" y="2314"/>
                  </a:cubicBezTo>
                  <a:cubicBezTo>
                    <a:pt x="3345" y="1255"/>
                    <a:pt x="4349" y="502"/>
                    <a:pt x="5464" y="251"/>
                  </a:cubicBezTo>
                  <a:cubicBezTo>
                    <a:pt x="6579" y="0"/>
                    <a:pt x="7833" y="307"/>
                    <a:pt x="8725" y="1060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5453232" y="3435115"/>
              <a:ext cx="968311" cy="922719"/>
            </a:xfrm>
            <a:custGeom>
              <a:avLst/>
              <a:gdLst/>
              <a:ahLst/>
              <a:cxnLst/>
              <a:rect l="l" t="t" r="r" b="b"/>
              <a:pathLst>
                <a:path w="38888" h="37057" extrusionOk="0">
                  <a:moveTo>
                    <a:pt x="18896" y="1"/>
                  </a:moveTo>
                  <a:cubicBezTo>
                    <a:pt x="11673" y="1"/>
                    <a:pt x="4658" y="4380"/>
                    <a:pt x="1674" y="11658"/>
                  </a:cubicBezTo>
                  <a:cubicBezTo>
                    <a:pt x="419" y="14669"/>
                    <a:pt x="1" y="18097"/>
                    <a:pt x="308" y="21415"/>
                  </a:cubicBezTo>
                  <a:cubicBezTo>
                    <a:pt x="1144" y="29972"/>
                    <a:pt x="6580" y="35547"/>
                    <a:pt x="14413" y="36774"/>
                  </a:cubicBezTo>
                  <a:cubicBezTo>
                    <a:pt x="15612" y="36962"/>
                    <a:pt x="16861" y="37057"/>
                    <a:pt x="18131" y="37057"/>
                  </a:cubicBezTo>
                  <a:cubicBezTo>
                    <a:pt x="26482" y="37057"/>
                    <a:pt x="35716" y="32930"/>
                    <a:pt x="37410" y="23784"/>
                  </a:cubicBezTo>
                  <a:cubicBezTo>
                    <a:pt x="38887" y="15867"/>
                    <a:pt x="35040" y="6975"/>
                    <a:pt x="28378" y="2766"/>
                  </a:cubicBezTo>
                  <a:cubicBezTo>
                    <a:pt x="25404" y="878"/>
                    <a:pt x="22129" y="1"/>
                    <a:pt x="188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5889132" y="3434817"/>
              <a:ext cx="450491" cy="825759"/>
            </a:xfrm>
            <a:custGeom>
              <a:avLst/>
              <a:gdLst/>
              <a:ahLst/>
              <a:cxnLst/>
              <a:rect l="l" t="t" r="r" b="b"/>
              <a:pathLst>
                <a:path w="18092" h="33163" extrusionOk="0">
                  <a:moveTo>
                    <a:pt x="1329" y="0"/>
                  </a:moveTo>
                  <a:cubicBezTo>
                    <a:pt x="882" y="0"/>
                    <a:pt x="442" y="14"/>
                    <a:pt x="1" y="46"/>
                  </a:cubicBezTo>
                  <a:cubicBezTo>
                    <a:pt x="56" y="2611"/>
                    <a:pt x="1116" y="5147"/>
                    <a:pt x="3011" y="6820"/>
                  </a:cubicBezTo>
                  <a:cubicBezTo>
                    <a:pt x="5436" y="8966"/>
                    <a:pt x="8977" y="9719"/>
                    <a:pt x="11234" y="12088"/>
                  </a:cubicBezTo>
                  <a:cubicBezTo>
                    <a:pt x="13241" y="14207"/>
                    <a:pt x="13883" y="17524"/>
                    <a:pt x="12795" y="20228"/>
                  </a:cubicBezTo>
                  <a:cubicBezTo>
                    <a:pt x="12266" y="21566"/>
                    <a:pt x="11374" y="22737"/>
                    <a:pt x="11234" y="24158"/>
                  </a:cubicBezTo>
                  <a:cubicBezTo>
                    <a:pt x="11011" y="26026"/>
                    <a:pt x="12126" y="27699"/>
                    <a:pt x="12879" y="29371"/>
                  </a:cubicBezTo>
                  <a:cubicBezTo>
                    <a:pt x="13381" y="30570"/>
                    <a:pt x="13715" y="31880"/>
                    <a:pt x="13799" y="33162"/>
                  </a:cubicBezTo>
                  <a:cubicBezTo>
                    <a:pt x="14468" y="32716"/>
                    <a:pt x="15053" y="32186"/>
                    <a:pt x="15611" y="31657"/>
                  </a:cubicBezTo>
                  <a:cubicBezTo>
                    <a:pt x="15667" y="31071"/>
                    <a:pt x="15667" y="30486"/>
                    <a:pt x="15611" y="29929"/>
                  </a:cubicBezTo>
                  <a:cubicBezTo>
                    <a:pt x="15472" y="27894"/>
                    <a:pt x="14914" y="25831"/>
                    <a:pt x="15388" y="23852"/>
                  </a:cubicBezTo>
                  <a:cubicBezTo>
                    <a:pt x="15750" y="22179"/>
                    <a:pt x="16837" y="20730"/>
                    <a:pt x="17256" y="19057"/>
                  </a:cubicBezTo>
                  <a:cubicBezTo>
                    <a:pt x="18092" y="15740"/>
                    <a:pt x="16224" y="12256"/>
                    <a:pt x="13743" y="9914"/>
                  </a:cubicBezTo>
                  <a:cubicBezTo>
                    <a:pt x="11262" y="7545"/>
                    <a:pt x="8168" y="5956"/>
                    <a:pt x="5520" y="3726"/>
                  </a:cubicBezTo>
                  <a:cubicBezTo>
                    <a:pt x="4266" y="2667"/>
                    <a:pt x="3123" y="1412"/>
                    <a:pt x="2286" y="18"/>
                  </a:cubicBezTo>
                  <a:cubicBezTo>
                    <a:pt x="1963" y="7"/>
                    <a:pt x="1645" y="0"/>
                    <a:pt x="132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3" name="Google Shape;533;p30"/>
            <p:cNvSpPr/>
            <p:nvPr/>
          </p:nvSpPr>
          <p:spPr>
            <a:xfrm>
              <a:off x="5503231" y="3547016"/>
              <a:ext cx="415780" cy="811516"/>
            </a:xfrm>
            <a:custGeom>
              <a:avLst/>
              <a:gdLst/>
              <a:ahLst/>
              <a:cxnLst/>
              <a:rect l="l" t="t" r="r" b="b"/>
              <a:pathLst>
                <a:path w="16698" h="32591" extrusionOk="0">
                  <a:moveTo>
                    <a:pt x="4850" y="0"/>
                  </a:moveTo>
                  <a:lnTo>
                    <a:pt x="4850" y="0"/>
                  </a:lnTo>
                  <a:cubicBezTo>
                    <a:pt x="2871" y="1701"/>
                    <a:pt x="1199" y="3847"/>
                    <a:pt x="0" y="6356"/>
                  </a:cubicBezTo>
                  <a:cubicBezTo>
                    <a:pt x="808" y="8056"/>
                    <a:pt x="2369" y="9366"/>
                    <a:pt x="2871" y="11234"/>
                  </a:cubicBezTo>
                  <a:cubicBezTo>
                    <a:pt x="3568" y="13882"/>
                    <a:pt x="1700" y="16530"/>
                    <a:pt x="1505" y="19262"/>
                  </a:cubicBezTo>
                  <a:cubicBezTo>
                    <a:pt x="1282" y="21910"/>
                    <a:pt x="2648" y="24503"/>
                    <a:pt x="4544" y="26426"/>
                  </a:cubicBezTo>
                  <a:cubicBezTo>
                    <a:pt x="6383" y="28322"/>
                    <a:pt x="8669" y="29715"/>
                    <a:pt x="10871" y="31249"/>
                  </a:cubicBezTo>
                  <a:lnTo>
                    <a:pt x="12349" y="32308"/>
                  </a:lnTo>
                  <a:lnTo>
                    <a:pt x="12405" y="32308"/>
                  </a:lnTo>
                  <a:cubicBezTo>
                    <a:pt x="13631" y="32483"/>
                    <a:pt x="14925" y="32591"/>
                    <a:pt x="16246" y="32591"/>
                  </a:cubicBezTo>
                  <a:cubicBezTo>
                    <a:pt x="16396" y="32591"/>
                    <a:pt x="16547" y="32589"/>
                    <a:pt x="16697" y="32587"/>
                  </a:cubicBezTo>
                  <a:cubicBezTo>
                    <a:pt x="16279" y="30635"/>
                    <a:pt x="15276" y="28851"/>
                    <a:pt x="13770" y="27569"/>
                  </a:cubicBezTo>
                  <a:cubicBezTo>
                    <a:pt x="11986" y="26064"/>
                    <a:pt x="9645" y="25283"/>
                    <a:pt x="8084" y="23527"/>
                  </a:cubicBezTo>
                  <a:cubicBezTo>
                    <a:pt x="6300" y="21548"/>
                    <a:pt x="5937" y="18482"/>
                    <a:pt x="7108" y="16112"/>
                  </a:cubicBezTo>
                  <a:cubicBezTo>
                    <a:pt x="7582" y="15137"/>
                    <a:pt x="8335" y="14300"/>
                    <a:pt x="8892" y="13380"/>
                  </a:cubicBezTo>
                  <a:cubicBezTo>
                    <a:pt x="9450" y="12461"/>
                    <a:pt x="9868" y="11373"/>
                    <a:pt x="9645" y="10314"/>
                  </a:cubicBezTo>
                  <a:cubicBezTo>
                    <a:pt x="9338" y="8753"/>
                    <a:pt x="7805" y="7805"/>
                    <a:pt x="6718" y="6635"/>
                  </a:cubicBezTo>
                  <a:cubicBezTo>
                    <a:pt x="5129" y="4879"/>
                    <a:pt x="4432" y="2342"/>
                    <a:pt x="48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4" name="Google Shape;534;p30"/>
            <p:cNvSpPr/>
            <p:nvPr/>
          </p:nvSpPr>
          <p:spPr>
            <a:xfrm>
              <a:off x="5710051" y="3458870"/>
              <a:ext cx="417872" cy="884996"/>
            </a:xfrm>
            <a:custGeom>
              <a:avLst/>
              <a:gdLst/>
              <a:ahLst/>
              <a:cxnLst/>
              <a:rect l="l" t="t" r="r" b="b"/>
              <a:pathLst>
                <a:path w="16782" h="35542" extrusionOk="0">
                  <a:moveTo>
                    <a:pt x="2872" y="0"/>
                  </a:moveTo>
                  <a:cubicBezTo>
                    <a:pt x="2008" y="279"/>
                    <a:pt x="1144" y="669"/>
                    <a:pt x="307" y="1059"/>
                  </a:cubicBezTo>
                  <a:cubicBezTo>
                    <a:pt x="84" y="1951"/>
                    <a:pt x="1" y="2871"/>
                    <a:pt x="57" y="3791"/>
                  </a:cubicBezTo>
                  <a:cubicBezTo>
                    <a:pt x="196" y="6188"/>
                    <a:pt x="1339" y="8558"/>
                    <a:pt x="3207" y="10147"/>
                  </a:cubicBezTo>
                  <a:cubicBezTo>
                    <a:pt x="4377" y="11150"/>
                    <a:pt x="5910" y="11987"/>
                    <a:pt x="6440" y="13436"/>
                  </a:cubicBezTo>
                  <a:cubicBezTo>
                    <a:pt x="7053" y="15192"/>
                    <a:pt x="6022" y="17004"/>
                    <a:pt x="5018" y="18537"/>
                  </a:cubicBezTo>
                  <a:cubicBezTo>
                    <a:pt x="3987" y="20042"/>
                    <a:pt x="2844" y="21771"/>
                    <a:pt x="3234" y="23555"/>
                  </a:cubicBezTo>
                  <a:cubicBezTo>
                    <a:pt x="3513" y="24865"/>
                    <a:pt x="4545" y="25868"/>
                    <a:pt x="5715" y="26565"/>
                  </a:cubicBezTo>
                  <a:cubicBezTo>
                    <a:pt x="6858" y="27262"/>
                    <a:pt x="8113" y="27736"/>
                    <a:pt x="9255" y="28461"/>
                  </a:cubicBezTo>
                  <a:cubicBezTo>
                    <a:pt x="11653" y="29994"/>
                    <a:pt x="13158" y="32698"/>
                    <a:pt x="13437" y="35541"/>
                  </a:cubicBezTo>
                  <a:cubicBezTo>
                    <a:pt x="13966" y="35374"/>
                    <a:pt x="14552" y="35235"/>
                    <a:pt x="15193" y="35012"/>
                  </a:cubicBezTo>
                  <a:cubicBezTo>
                    <a:pt x="16057" y="33227"/>
                    <a:pt x="16782" y="31276"/>
                    <a:pt x="16169" y="29436"/>
                  </a:cubicBezTo>
                  <a:cubicBezTo>
                    <a:pt x="15277" y="26816"/>
                    <a:pt x="12043" y="25395"/>
                    <a:pt x="11709" y="22691"/>
                  </a:cubicBezTo>
                  <a:cubicBezTo>
                    <a:pt x="11346" y="20042"/>
                    <a:pt x="13994" y="17840"/>
                    <a:pt x="14022" y="15192"/>
                  </a:cubicBezTo>
                  <a:cubicBezTo>
                    <a:pt x="14022" y="13548"/>
                    <a:pt x="13019" y="12014"/>
                    <a:pt x="11792" y="10927"/>
                  </a:cubicBezTo>
                  <a:cubicBezTo>
                    <a:pt x="10593" y="9812"/>
                    <a:pt x="9088" y="9032"/>
                    <a:pt x="7806" y="8000"/>
                  </a:cubicBezTo>
                  <a:cubicBezTo>
                    <a:pt x="5297" y="6021"/>
                    <a:pt x="3569" y="3094"/>
                    <a:pt x="28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5" name="Google Shape;535;p30"/>
            <p:cNvSpPr/>
            <p:nvPr/>
          </p:nvSpPr>
          <p:spPr>
            <a:xfrm>
              <a:off x="6151503" y="3576174"/>
              <a:ext cx="211028" cy="358859"/>
            </a:xfrm>
            <a:custGeom>
              <a:avLst/>
              <a:gdLst/>
              <a:ahLst/>
              <a:cxnLst/>
              <a:rect l="l" t="t" r="r" b="b"/>
              <a:pathLst>
                <a:path w="8475" h="14412" fill="none" extrusionOk="0">
                  <a:moveTo>
                    <a:pt x="1" y="0"/>
                  </a:moveTo>
                  <a:cubicBezTo>
                    <a:pt x="2621" y="1338"/>
                    <a:pt x="4795" y="3429"/>
                    <a:pt x="6273" y="5993"/>
                  </a:cubicBezTo>
                  <a:cubicBezTo>
                    <a:pt x="7722" y="8530"/>
                    <a:pt x="8475" y="11485"/>
                    <a:pt x="8307" y="14412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6" name="Google Shape;536;p30"/>
            <p:cNvSpPr/>
            <p:nvPr/>
          </p:nvSpPr>
          <p:spPr>
            <a:xfrm>
              <a:off x="6343084" y="3993324"/>
              <a:ext cx="9039" cy="34711"/>
            </a:xfrm>
            <a:custGeom>
              <a:avLst/>
              <a:gdLst/>
              <a:ahLst/>
              <a:cxnLst/>
              <a:rect l="l" t="t" r="r" b="b"/>
              <a:pathLst>
                <a:path w="363" h="1394" fill="none" extrusionOk="0">
                  <a:moveTo>
                    <a:pt x="363" y="0"/>
                  </a:moveTo>
                  <a:cubicBezTo>
                    <a:pt x="251" y="446"/>
                    <a:pt x="140" y="920"/>
                    <a:pt x="0" y="1394"/>
                  </a:cubicBezTo>
                </a:path>
              </a:pathLst>
            </a:custGeom>
            <a:noFill/>
            <a:ln w="6275" cap="rnd" cmpd="sng">
              <a:solidFill>
                <a:srgbClr val="2A331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7" name="Google Shape;537;p30"/>
            <p:cNvSpPr/>
            <p:nvPr/>
          </p:nvSpPr>
          <p:spPr>
            <a:xfrm>
              <a:off x="5814880" y="4246656"/>
              <a:ext cx="324148" cy="56946"/>
            </a:xfrm>
            <a:custGeom>
              <a:avLst/>
              <a:gdLst/>
              <a:ahLst/>
              <a:cxnLst/>
              <a:rect l="l" t="t" r="r" b="b"/>
              <a:pathLst>
                <a:path w="13018" h="2287" fill="none" extrusionOk="0">
                  <a:moveTo>
                    <a:pt x="0" y="558"/>
                  </a:moveTo>
                  <a:cubicBezTo>
                    <a:pt x="1979" y="1701"/>
                    <a:pt x="4293" y="2286"/>
                    <a:pt x="6579" y="2203"/>
                  </a:cubicBezTo>
                  <a:cubicBezTo>
                    <a:pt x="8892" y="2091"/>
                    <a:pt x="11150" y="1311"/>
                    <a:pt x="13018" y="1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8" name="Google Shape;538;p30"/>
            <p:cNvSpPr/>
            <p:nvPr/>
          </p:nvSpPr>
          <p:spPr>
            <a:xfrm>
              <a:off x="5528206" y="3612428"/>
              <a:ext cx="241580" cy="447578"/>
            </a:xfrm>
            <a:custGeom>
              <a:avLst/>
              <a:gdLst/>
              <a:ahLst/>
              <a:cxnLst/>
              <a:rect l="l" t="t" r="r" b="b"/>
              <a:pathLst>
                <a:path w="9702" h="17975" extrusionOk="0">
                  <a:moveTo>
                    <a:pt x="5933" y="1"/>
                  </a:moveTo>
                  <a:cubicBezTo>
                    <a:pt x="5111" y="1"/>
                    <a:pt x="4323" y="438"/>
                    <a:pt x="3680" y="1081"/>
                  </a:cubicBezTo>
                  <a:cubicBezTo>
                    <a:pt x="1924" y="2865"/>
                    <a:pt x="837" y="5569"/>
                    <a:pt x="335" y="8022"/>
                  </a:cubicBezTo>
                  <a:cubicBezTo>
                    <a:pt x="140" y="8914"/>
                    <a:pt x="1" y="9834"/>
                    <a:pt x="1" y="10726"/>
                  </a:cubicBezTo>
                  <a:cubicBezTo>
                    <a:pt x="1" y="12537"/>
                    <a:pt x="335" y="14322"/>
                    <a:pt x="1032" y="15994"/>
                  </a:cubicBezTo>
                  <a:cubicBezTo>
                    <a:pt x="1394" y="16886"/>
                    <a:pt x="2063" y="17917"/>
                    <a:pt x="3039" y="17973"/>
                  </a:cubicBezTo>
                  <a:cubicBezTo>
                    <a:pt x="3058" y="17974"/>
                    <a:pt x="3076" y="17974"/>
                    <a:pt x="3094" y="17974"/>
                  </a:cubicBezTo>
                  <a:cubicBezTo>
                    <a:pt x="3878" y="17974"/>
                    <a:pt x="4529" y="17402"/>
                    <a:pt x="5074" y="16830"/>
                  </a:cubicBezTo>
                  <a:cubicBezTo>
                    <a:pt x="8140" y="13485"/>
                    <a:pt x="9701" y="8774"/>
                    <a:pt x="9283" y="4286"/>
                  </a:cubicBezTo>
                  <a:cubicBezTo>
                    <a:pt x="9144" y="2893"/>
                    <a:pt x="8475" y="1137"/>
                    <a:pt x="7220" y="384"/>
                  </a:cubicBezTo>
                  <a:cubicBezTo>
                    <a:pt x="6792" y="118"/>
                    <a:pt x="6358" y="1"/>
                    <a:pt x="5933" y="1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9" name="Google Shape;539;p30"/>
            <p:cNvSpPr/>
            <p:nvPr/>
          </p:nvSpPr>
          <p:spPr>
            <a:xfrm>
              <a:off x="8054012" y="3540716"/>
              <a:ext cx="543517" cy="622052"/>
            </a:xfrm>
            <a:custGeom>
              <a:avLst/>
              <a:gdLst/>
              <a:ahLst/>
              <a:cxnLst/>
              <a:rect l="l" t="t" r="r" b="b"/>
              <a:pathLst>
                <a:path w="21828" h="24982" extrusionOk="0">
                  <a:moveTo>
                    <a:pt x="14192" y="1"/>
                  </a:moveTo>
                  <a:cubicBezTo>
                    <a:pt x="13342" y="1"/>
                    <a:pt x="12453" y="294"/>
                    <a:pt x="11681" y="671"/>
                  </a:cubicBezTo>
                  <a:cubicBezTo>
                    <a:pt x="10426" y="1257"/>
                    <a:pt x="9228" y="2149"/>
                    <a:pt x="7834" y="2316"/>
                  </a:cubicBezTo>
                  <a:cubicBezTo>
                    <a:pt x="6775" y="2455"/>
                    <a:pt x="5576" y="2205"/>
                    <a:pt x="4628" y="2734"/>
                  </a:cubicBezTo>
                  <a:cubicBezTo>
                    <a:pt x="3736" y="3264"/>
                    <a:pt x="3318" y="4323"/>
                    <a:pt x="3290" y="5382"/>
                  </a:cubicBezTo>
                  <a:cubicBezTo>
                    <a:pt x="3234" y="6414"/>
                    <a:pt x="3569" y="7445"/>
                    <a:pt x="3764" y="8449"/>
                  </a:cubicBezTo>
                  <a:cubicBezTo>
                    <a:pt x="3959" y="9508"/>
                    <a:pt x="4071" y="10567"/>
                    <a:pt x="3708" y="11515"/>
                  </a:cubicBezTo>
                  <a:cubicBezTo>
                    <a:pt x="3095" y="12992"/>
                    <a:pt x="1422" y="13829"/>
                    <a:pt x="781" y="15250"/>
                  </a:cubicBezTo>
                  <a:cubicBezTo>
                    <a:pt x="1" y="16923"/>
                    <a:pt x="781" y="18902"/>
                    <a:pt x="1813" y="20435"/>
                  </a:cubicBezTo>
                  <a:cubicBezTo>
                    <a:pt x="2510" y="21411"/>
                    <a:pt x="3290" y="22275"/>
                    <a:pt x="3931" y="23334"/>
                  </a:cubicBezTo>
                  <a:cubicBezTo>
                    <a:pt x="4433" y="24059"/>
                    <a:pt x="4712" y="24756"/>
                    <a:pt x="5660" y="24895"/>
                  </a:cubicBezTo>
                  <a:cubicBezTo>
                    <a:pt x="6055" y="24955"/>
                    <a:pt x="6469" y="24982"/>
                    <a:pt x="6894" y="24982"/>
                  </a:cubicBezTo>
                  <a:cubicBezTo>
                    <a:pt x="8651" y="24982"/>
                    <a:pt x="10594" y="24519"/>
                    <a:pt x="12210" y="24003"/>
                  </a:cubicBezTo>
                  <a:cubicBezTo>
                    <a:pt x="13047" y="23752"/>
                    <a:pt x="13883" y="23390"/>
                    <a:pt x="14580" y="22832"/>
                  </a:cubicBezTo>
                  <a:cubicBezTo>
                    <a:pt x="15277" y="22275"/>
                    <a:pt x="15778" y="21522"/>
                    <a:pt x="15918" y="20658"/>
                  </a:cubicBezTo>
                  <a:cubicBezTo>
                    <a:pt x="16057" y="19682"/>
                    <a:pt x="15639" y="18595"/>
                    <a:pt x="16001" y="17648"/>
                  </a:cubicBezTo>
                  <a:cubicBezTo>
                    <a:pt x="16419" y="16505"/>
                    <a:pt x="17674" y="15975"/>
                    <a:pt x="18817" y="15557"/>
                  </a:cubicBezTo>
                  <a:cubicBezTo>
                    <a:pt x="19960" y="15139"/>
                    <a:pt x="21214" y="14553"/>
                    <a:pt x="21548" y="13355"/>
                  </a:cubicBezTo>
                  <a:cubicBezTo>
                    <a:pt x="21827" y="12295"/>
                    <a:pt x="21158" y="11208"/>
                    <a:pt x="20378" y="10428"/>
                  </a:cubicBezTo>
                  <a:cubicBezTo>
                    <a:pt x="19625" y="9675"/>
                    <a:pt x="18677" y="9006"/>
                    <a:pt x="18120" y="8058"/>
                  </a:cubicBezTo>
                  <a:cubicBezTo>
                    <a:pt x="17423" y="6860"/>
                    <a:pt x="17451" y="5382"/>
                    <a:pt x="17367" y="4017"/>
                  </a:cubicBezTo>
                  <a:cubicBezTo>
                    <a:pt x="17256" y="2623"/>
                    <a:pt x="16865" y="1117"/>
                    <a:pt x="15695" y="393"/>
                  </a:cubicBezTo>
                  <a:cubicBezTo>
                    <a:pt x="15234" y="114"/>
                    <a:pt x="14721" y="1"/>
                    <a:pt x="141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0" name="Google Shape;540;p30"/>
            <p:cNvSpPr/>
            <p:nvPr/>
          </p:nvSpPr>
          <p:spPr>
            <a:xfrm>
              <a:off x="8124828" y="3715340"/>
              <a:ext cx="260827" cy="577082"/>
            </a:xfrm>
            <a:custGeom>
              <a:avLst/>
              <a:gdLst/>
              <a:ahLst/>
              <a:cxnLst/>
              <a:rect l="l" t="t" r="r" b="b"/>
              <a:pathLst>
                <a:path w="10475" h="23176" extrusionOk="0">
                  <a:moveTo>
                    <a:pt x="10021" y="1"/>
                  </a:moveTo>
                  <a:cubicBezTo>
                    <a:pt x="9873" y="1"/>
                    <a:pt x="9703" y="99"/>
                    <a:pt x="9561" y="321"/>
                  </a:cubicBezTo>
                  <a:cubicBezTo>
                    <a:pt x="5742" y="6955"/>
                    <a:pt x="2481" y="14258"/>
                    <a:pt x="84" y="21757"/>
                  </a:cubicBezTo>
                  <a:cubicBezTo>
                    <a:pt x="0" y="21952"/>
                    <a:pt x="56" y="22175"/>
                    <a:pt x="112" y="22314"/>
                  </a:cubicBezTo>
                  <a:cubicBezTo>
                    <a:pt x="465" y="22911"/>
                    <a:pt x="942" y="23175"/>
                    <a:pt x="1500" y="23175"/>
                  </a:cubicBezTo>
                  <a:cubicBezTo>
                    <a:pt x="1645" y="23175"/>
                    <a:pt x="1796" y="23157"/>
                    <a:pt x="1951" y="23123"/>
                  </a:cubicBezTo>
                  <a:cubicBezTo>
                    <a:pt x="2147" y="23067"/>
                    <a:pt x="2314" y="22900"/>
                    <a:pt x="2397" y="22649"/>
                  </a:cubicBezTo>
                  <a:cubicBezTo>
                    <a:pt x="5046" y="15373"/>
                    <a:pt x="7694" y="8070"/>
                    <a:pt x="10314" y="767"/>
                  </a:cubicBezTo>
                  <a:cubicBezTo>
                    <a:pt x="10474" y="304"/>
                    <a:pt x="10282" y="1"/>
                    <a:pt x="100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1" name="Google Shape;541;p30"/>
            <p:cNvSpPr/>
            <p:nvPr/>
          </p:nvSpPr>
          <p:spPr>
            <a:xfrm>
              <a:off x="8242879" y="3762675"/>
              <a:ext cx="64516" cy="142104"/>
            </a:xfrm>
            <a:custGeom>
              <a:avLst/>
              <a:gdLst/>
              <a:ahLst/>
              <a:cxnLst/>
              <a:rect l="l" t="t" r="r" b="b"/>
              <a:pathLst>
                <a:path w="2591" h="5707" extrusionOk="0">
                  <a:moveTo>
                    <a:pt x="550" y="0"/>
                  </a:moveTo>
                  <a:cubicBezTo>
                    <a:pt x="265" y="0"/>
                    <a:pt x="0" y="218"/>
                    <a:pt x="54" y="538"/>
                  </a:cubicBezTo>
                  <a:cubicBezTo>
                    <a:pt x="221" y="2211"/>
                    <a:pt x="639" y="3855"/>
                    <a:pt x="1252" y="5388"/>
                  </a:cubicBezTo>
                  <a:cubicBezTo>
                    <a:pt x="1345" y="5601"/>
                    <a:pt x="1540" y="5706"/>
                    <a:pt x="1733" y="5706"/>
                  </a:cubicBezTo>
                  <a:cubicBezTo>
                    <a:pt x="1945" y="5706"/>
                    <a:pt x="2155" y="5580"/>
                    <a:pt x="2228" y="5333"/>
                  </a:cubicBezTo>
                  <a:lnTo>
                    <a:pt x="2562" y="4134"/>
                  </a:lnTo>
                  <a:cubicBezTo>
                    <a:pt x="2590" y="4106"/>
                    <a:pt x="2590" y="3995"/>
                    <a:pt x="2562" y="3939"/>
                  </a:cubicBezTo>
                  <a:cubicBezTo>
                    <a:pt x="2284" y="2601"/>
                    <a:pt x="1726" y="1347"/>
                    <a:pt x="1001" y="232"/>
                  </a:cubicBezTo>
                  <a:cubicBezTo>
                    <a:pt x="880" y="70"/>
                    <a:pt x="712" y="0"/>
                    <a:pt x="5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2" name="Google Shape;542;p30"/>
            <p:cNvSpPr/>
            <p:nvPr/>
          </p:nvSpPr>
          <p:spPr>
            <a:xfrm>
              <a:off x="8305975" y="3829631"/>
              <a:ext cx="115685" cy="107493"/>
            </a:xfrm>
            <a:custGeom>
              <a:avLst/>
              <a:gdLst/>
              <a:ahLst/>
              <a:cxnLst/>
              <a:rect l="l" t="t" r="r" b="b"/>
              <a:pathLst>
                <a:path w="4646" h="4317" extrusionOk="0">
                  <a:moveTo>
                    <a:pt x="4096" y="1"/>
                  </a:moveTo>
                  <a:cubicBezTo>
                    <a:pt x="4052" y="1"/>
                    <a:pt x="4006" y="8"/>
                    <a:pt x="3959" y="23"/>
                  </a:cubicBezTo>
                  <a:lnTo>
                    <a:pt x="920" y="1166"/>
                  </a:lnTo>
                  <a:lnTo>
                    <a:pt x="1" y="4316"/>
                  </a:lnTo>
                  <a:cubicBezTo>
                    <a:pt x="1450" y="3090"/>
                    <a:pt x="2872" y="1863"/>
                    <a:pt x="4349" y="692"/>
                  </a:cubicBezTo>
                  <a:cubicBezTo>
                    <a:pt x="4646" y="445"/>
                    <a:pt x="4438" y="1"/>
                    <a:pt x="40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3" name="Google Shape;543;p30"/>
            <p:cNvSpPr/>
            <p:nvPr/>
          </p:nvSpPr>
          <p:spPr>
            <a:xfrm>
              <a:off x="8171964" y="3923230"/>
              <a:ext cx="70193" cy="109112"/>
            </a:xfrm>
            <a:custGeom>
              <a:avLst/>
              <a:gdLst/>
              <a:ahLst/>
              <a:cxnLst/>
              <a:rect l="l" t="t" r="r" b="b"/>
              <a:pathLst>
                <a:path w="2819" h="4382" extrusionOk="0">
                  <a:moveTo>
                    <a:pt x="307" y="1"/>
                  </a:moveTo>
                  <a:cubicBezTo>
                    <a:pt x="146" y="1"/>
                    <a:pt x="0" y="184"/>
                    <a:pt x="86" y="334"/>
                  </a:cubicBezTo>
                  <a:lnTo>
                    <a:pt x="1926" y="4237"/>
                  </a:lnTo>
                  <a:cubicBezTo>
                    <a:pt x="1964" y="4337"/>
                    <a:pt x="2047" y="4381"/>
                    <a:pt x="2132" y="4381"/>
                  </a:cubicBezTo>
                  <a:cubicBezTo>
                    <a:pt x="2235" y="4381"/>
                    <a:pt x="2341" y="4316"/>
                    <a:pt x="2372" y="4209"/>
                  </a:cubicBezTo>
                  <a:lnTo>
                    <a:pt x="2790" y="2732"/>
                  </a:lnTo>
                  <a:cubicBezTo>
                    <a:pt x="2818" y="2676"/>
                    <a:pt x="2790" y="2564"/>
                    <a:pt x="2762" y="2536"/>
                  </a:cubicBezTo>
                  <a:cubicBezTo>
                    <a:pt x="2093" y="1617"/>
                    <a:pt x="1341" y="780"/>
                    <a:pt x="449" y="55"/>
                  </a:cubicBezTo>
                  <a:cubicBezTo>
                    <a:pt x="404" y="17"/>
                    <a:pt x="354" y="1"/>
                    <a:pt x="3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4" name="Google Shape;544;p30"/>
            <p:cNvSpPr/>
            <p:nvPr/>
          </p:nvSpPr>
          <p:spPr>
            <a:xfrm>
              <a:off x="8237102" y="3973030"/>
              <a:ext cx="132393" cy="87573"/>
            </a:xfrm>
            <a:custGeom>
              <a:avLst/>
              <a:gdLst/>
              <a:ahLst/>
              <a:cxnLst/>
              <a:rect l="l" t="t" r="r" b="b"/>
              <a:pathLst>
                <a:path w="5317" h="3517" extrusionOk="0">
                  <a:moveTo>
                    <a:pt x="4918" y="1"/>
                  </a:moveTo>
                  <a:cubicBezTo>
                    <a:pt x="4899" y="1"/>
                    <a:pt x="4878" y="3"/>
                    <a:pt x="4857" y="7"/>
                  </a:cubicBezTo>
                  <a:cubicBezTo>
                    <a:pt x="3686" y="369"/>
                    <a:pt x="2516" y="732"/>
                    <a:pt x="1373" y="1094"/>
                  </a:cubicBezTo>
                  <a:cubicBezTo>
                    <a:pt x="1261" y="1122"/>
                    <a:pt x="1233" y="1205"/>
                    <a:pt x="1178" y="1233"/>
                  </a:cubicBezTo>
                  <a:lnTo>
                    <a:pt x="118" y="3073"/>
                  </a:lnTo>
                  <a:cubicBezTo>
                    <a:pt x="1" y="3285"/>
                    <a:pt x="141" y="3516"/>
                    <a:pt x="339" y="3516"/>
                  </a:cubicBezTo>
                  <a:cubicBezTo>
                    <a:pt x="375" y="3516"/>
                    <a:pt x="414" y="3509"/>
                    <a:pt x="453" y="3491"/>
                  </a:cubicBezTo>
                  <a:cubicBezTo>
                    <a:pt x="2153" y="2794"/>
                    <a:pt x="3770" y="1763"/>
                    <a:pt x="5136" y="509"/>
                  </a:cubicBezTo>
                  <a:cubicBezTo>
                    <a:pt x="5316" y="302"/>
                    <a:pt x="5163" y="1"/>
                    <a:pt x="49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5" name="Google Shape;545;p30"/>
            <p:cNvSpPr/>
            <p:nvPr/>
          </p:nvSpPr>
          <p:spPr>
            <a:xfrm>
              <a:off x="8054710" y="3540019"/>
              <a:ext cx="543517" cy="593516"/>
            </a:xfrm>
            <a:custGeom>
              <a:avLst/>
              <a:gdLst/>
              <a:ahLst/>
              <a:cxnLst/>
              <a:rect l="l" t="t" r="r" b="b"/>
              <a:pathLst>
                <a:path w="21828" h="23836" extrusionOk="0">
                  <a:moveTo>
                    <a:pt x="14191" y="1"/>
                  </a:moveTo>
                  <a:cubicBezTo>
                    <a:pt x="13342" y="1"/>
                    <a:pt x="12453" y="294"/>
                    <a:pt x="11680" y="672"/>
                  </a:cubicBezTo>
                  <a:cubicBezTo>
                    <a:pt x="10426" y="1313"/>
                    <a:pt x="9255" y="2149"/>
                    <a:pt x="7862" y="2316"/>
                  </a:cubicBezTo>
                  <a:cubicBezTo>
                    <a:pt x="6774" y="2456"/>
                    <a:pt x="5576" y="2205"/>
                    <a:pt x="4628" y="2734"/>
                  </a:cubicBezTo>
                  <a:cubicBezTo>
                    <a:pt x="3736" y="3208"/>
                    <a:pt x="3318" y="4323"/>
                    <a:pt x="3290" y="5383"/>
                  </a:cubicBezTo>
                  <a:cubicBezTo>
                    <a:pt x="3234" y="6414"/>
                    <a:pt x="3569" y="7445"/>
                    <a:pt x="3764" y="8449"/>
                  </a:cubicBezTo>
                  <a:cubicBezTo>
                    <a:pt x="3987" y="9452"/>
                    <a:pt x="4071" y="10539"/>
                    <a:pt x="3708" y="11515"/>
                  </a:cubicBezTo>
                  <a:cubicBezTo>
                    <a:pt x="3095" y="12965"/>
                    <a:pt x="1422" y="13801"/>
                    <a:pt x="781" y="15250"/>
                  </a:cubicBezTo>
                  <a:cubicBezTo>
                    <a:pt x="1" y="16923"/>
                    <a:pt x="725" y="18902"/>
                    <a:pt x="1813" y="20435"/>
                  </a:cubicBezTo>
                  <a:cubicBezTo>
                    <a:pt x="1924" y="20602"/>
                    <a:pt x="2064" y="20770"/>
                    <a:pt x="2203" y="20965"/>
                  </a:cubicBezTo>
                  <a:cubicBezTo>
                    <a:pt x="1645" y="18623"/>
                    <a:pt x="2091" y="16031"/>
                    <a:pt x="3513" y="14135"/>
                  </a:cubicBezTo>
                  <a:cubicBezTo>
                    <a:pt x="4182" y="13243"/>
                    <a:pt x="5018" y="12463"/>
                    <a:pt x="5269" y="11376"/>
                  </a:cubicBezTo>
                  <a:cubicBezTo>
                    <a:pt x="5687" y="9564"/>
                    <a:pt x="4210" y="7585"/>
                    <a:pt x="5046" y="5912"/>
                  </a:cubicBezTo>
                  <a:cubicBezTo>
                    <a:pt x="5604" y="4825"/>
                    <a:pt x="6914" y="4407"/>
                    <a:pt x="8085" y="4100"/>
                  </a:cubicBezTo>
                  <a:cubicBezTo>
                    <a:pt x="9701" y="3682"/>
                    <a:pt x="11290" y="3264"/>
                    <a:pt x="12879" y="2846"/>
                  </a:cubicBezTo>
                  <a:cubicBezTo>
                    <a:pt x="13207" y="2742"/>
                    <a:pt x="13559" y="2653"/>
                    <a:pt x="13896" y="2653"/>
                  </a:cubicBezTo>
                  <a:cubicBezTo>
                    <a:pt x="14190" y="2653"/>
                    <a:pt x="14472" y="2720"/>
                    <a:pt x="14719" y="2902"/>
                  </a:cubicBezTo>
                  <a:cubicBezTo>
                    <a:pt x="15165" y="3264"/>
                    <a:pt x="15276" y="3905"/>
                    <a:pt x="15193" y="4463"/>
                  </a:cubicBezTo>
                  <a:cubicBezTo>
                    <a:pt x="15137" y="5020"/>
                    <a:pt x="14942" y="5578"/>
                    <a:pt x="14942" y="6191"/>
                  </a:cubicBezTo>
                  <a:cubicBezTo>
                    <a:pt x="14998" y="7194"/>
                    <a:pt x="15722" y="8059"/>
                    <a:pt x="16531" y="8728"/>
                  </a:cubicBezTo>
                  <a:cubicBezTo>
                    <a:pt x="17311" y="9397"/>
                    <a:pt x="18203" y="9954"/>
                    <a:pt x="18817" y="10735"/>
                  </a:cubicBezTo>
                  <a:cubicBezTo>
                    <a:pt x="19458" y="11571"/>
                    <a:pt x="19653" y="12797"/>
                    <a:pt x="19040" y="13606"/>
                  </a:cubicBezTo>
                  <a:cubicBezTo>
                    <a:pt x="18398" y="14414"/>
                    <a:pt x="17172" y="14442"/>
                    <a:pt x="16391" y="15111"/>
                  </a:cubicBezTo>
                  <a:cubicBezTo>
                    <a:pt x="15304" y="16003"/>
                    <a:pt x="15416" y="17676"/>
                    <a:pt x="15193" y="19097"/>
                  </a:cubicBezTo>
                  <a:cubicBezTo>
                    <a:pt x="14942" y="20909"/>
                    <a:pt x="14022" y="22637"/>
                    <a:pt x="12656" y="23836"/>
                  </a:cubicBezTo>
                  <a:cubicBezTo>
                    <a:pt x="13353" y="23613"/>
                    <a:pt x="14022" y="23278"/>
                    <a:pt x="14580" y="22832"/>
                  </a:cubicBezTo>
                  <a:cubicBezTo>
                    <a:pt x="15276" y="22275"/>
                    <a:pt x="15834" y="21522"/>
                    <a:pt x="15918" y="20630"/>
                  </a:cubicBezTo>
                  <a:cubicBezTo>
                    <a:pt x="16057" y="19627"/>
                    <a:pt x="15667" y="18595"/>
                    <a:pt x="16001" y="17648"/>
                  </a:cubicBezTo>
                  <a:cubicBezTo>
                    <a:pt x="16419" y="16505"/>
                    <a:pt x="17674" y="15975"/>
                    <a:pt x="18817" y="15557"/>
                  </a:cubicBezTo>
                  <a:cubicBezTo>
                    <a:pt x="19959" y="15139"/>
                    <a:pt x="21242" y="14553"/>
                    <a:pt x="21548" y="13355"/>
                  </a:cubicBezTo>
                  <a:cubicBezTo>
                    <a:pt x="21827" y="12323"/>
                    <a:pt x="21158" y="11236"/>
                    <a:pt x="20405" y="10428"/>
                  </a:cubicBezTo>
                  <a:cubicBezTo>
                    <a:pt x="19625" y="9675"/>
                    <a:pt x="18677" y="9006"/>
                    <a:pt x="18120" y="8059"/>
                  </a:cubicBezTo>
                  <a:cubicBezTo>
                    <a:pt x="17423" y="6888"/>
                    <a:pt x="17479" y="5410"/>
                    <a:pt x="17367" y="4017"/>
                  </a:cubicBezTo>
                  <a:cubicBezTo>
                    <a:pt x="17256" y="2651"/>
                    <a:pt x="16865" y="1118"/>
                    <a:pt x="15695" y="393"/>
                  </a:cubicBezTo>
                  <a:cubicBezTo>
                    <a:pt x="15234" y="115"/>
                    <a:pt x="14721" y="1"/>
                    <a:pt x="14191" y="1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6" name="Google Shape;546;p30"/>
            <p:cNvSpPr/>
            <p:nvPr/>
          </p:nvSpPr>
          <p:spPr>
            <a:xfrm>
              <a:off x="8258093" y="3980127"/>
              <a:ext cx="152712" cy="155500"/>
            </a:xfrm>
            <a:custGeom>
              <a:avLst/>
              <a:gdLst/>
              <a:ahLst/>
              <a:cxnLst/>
              <a:rect l="l" t="t" r="r" b="b"/>
              <a:pathLst>
                <a:path w="6133" h="6245" fill="none" extrusionOk="0">
                  <a:moveTo>
                    <a:pt x="0" y="6245"/>
                  </a:moveTo>
                  <a:cubicBezTo>
                    <a:pt x="864" y="6022"/>
                    <a:pt x="1784" y="5799"/>
                    <a:pt x="2565" y="5408"/>
                  </a:cubicBezTo>
                  <a:cubicBezTo>
                    <a:pt x="3401" y="5018"/>
                    <a:pt x="4182" y="4488"/>
                    <a:pt x="4739" y="3764"/>
                  </a:cubicBezTo>
                  <a:cubicBezTo>
                    <a:pt x="5575" y="2732"/>
                    <a:pt x="5854" y="1339"/>
                    <a:pt x="6133" y="1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8417727" y="3904480"/>
              <a:ext cx="25024" cy="49999"/>
            </a:xfrm>
            <a:custGeom>
              <a:avLst/>
              <a:gdLst/>
              <a:ahLst/>
              <a:cxnLst/>
              <a:rect l="l" t="t" r="r" b="b"/>
              <a:pathLst>
                <a:path w="1005" h="2008" fill="none" extrusionOk="0">
                  <a:moveTo>
                    <a:pt x="56" y="2007"/>
                  </a:moveTo>
                  <a:cubicBezTo>
                    <a:pt x="1" y="1227"/>
                    <a:pt x="391" y="418"/>
                    <a:pt x="1004" y="0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8252540" y="3636556"/>
              <a:ext cx="111079" cy="33341"/>
            </a:xfrm>
            <a:custGeom>
              <a:avLst/>
              <a:gdLst/>
              <a:ahLst/>
              <a:cxnLst/>
              <a:rect l="l" t="t" r="r" b="b"/>
              <a:pathLst>
                <a:path w="4461" h="1339" fill="none" extrusionOk="0">
                  <a:moveTo>
                    <a:pt x="0" y="1338"/>
                  </a:moveTo>
                  <a:cubicBezTo>
                    <a:pt x="1255" y="391"/>
                    <a:pt x="2927" y="0"/>
                    <a:pt x="4460" y="251"/>
                  </a:cubicBezTo>
                </a:path>
              </a:pathLst>
            </a:custGeom>
            <a:noFill/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8389266" y="3642806"/>
              <a:ext cx="14591" cy="29158"/>
            </a:xfrm>
            <a:custGeom>
              <a:avLst/>
              <a:gdLst/>
              <a:ahLst/>
              <a:cxnLst/>
              <a:rect l="l" t="t" r="r" b="b"/>
              <a:pathLst>
                <a:path w="586" h="1171" fill="none" extrusionOk="0">
                  <a:moveTo>
                    <a:pt x="1" y="56"/>
                  </a:moveTo>
                  <a:cubicBezTo>
                    <a:pt x="168" y="0"/>
                    <a:pt x="335" y="56"/>
                    <a:pt x="447" y="195"/>
                  </a:cubicBezTo>
                  <a:cubicBezTo>
                    <a:pt x="530" y="335"/>
                    <a:pt x="586" y="530"/>
                    <a:pt x="586" y="697"/>
                  </a:cubicBezTo>
                  <a:cubicBezTo>
                    <a:pt x="586" y="864"/>
                    <a:pt x="502" y="1032"/>
                    <a:pt x="475" y="1171"/>
                  </a:cubicBezTo>
                </a:path>
              </a:pathLst>
            </a:custGeom>
            <a:noFill/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0" name="Google Shape;550;p30"/>
            <p:cNvSpPr/>
            <p:nvPr/>
          </p:nvSpPr>
          <p:spPr>
            <a:xfrm>
              <a:off x="8160211" y="3649704"/>
              <a:ext cx="63196" cy="161078"/>
            </a:xfrm>
            <a:custGeom>
              <a:avLst/>
              <a:gdLst/>
              <a:ahLst/>
              <a:cxnLst/>
              <a:rect l="l" t="t" r="r" b="b"/>
              <a:pathLst>
                <a:path w="2538" h="6469" extrusionOk="0">
                  <a:moveTo>
                    <a:pt x="1551" y="1"/>
                  </a:moveTo>
                  <a:cubicBezTo>
                    <a:pt x="1040" y="1"/>
                    <a:pt x="637" y="540"/>
                    <a:pt x="419" y="894"/>
                  </a:cubicBezTo>
                  <a:cubicBezTo>
                    <a:pt x="140" y="1396"/>
                    <a:pt x="29" y="1953"/>
                    <a:pt x="29" y="2483"/>
                  </a:cubicBezTo>
                  <a:cubicBezTo>
                    <a:pt x="1" y="3793"/>
                    <a:pt x="419" y="5131"/>
                    <a:pt x="1199" y="6162"/>
                  </a:cubicBezTo>
                  <a:cubicBezTo>
                    <a:pt x="1283" y="6274"/>
                    <a:pt x="1395" y="6357"/>
                    <a:pt x="1534" y="6441"/>
                  </a:cubicBezTo>
                  <a:cubicBezTo>
                    <a:pt x="1578" y="6460"/>
                    <a:pt x="1626" y="6469"/>
                    <a:pt x="1676" y="6469"/>
                  </a:cubicBezTo>
                  <a:cubicBezTo>
                    <a:pt x="1848" y="6469"/>
                    <a:pt x="2039" y="6363"/>
                    <a:pt x="2147" y="6190"/>
                  </a:cubicBezTo>
                  <a:cubicBezTo>
                    <a:pt x="2287" y="6023"/>
                    <a:pt x="2314" y="5772"/>
                    <a:pt x="2370" y="5549"/>
                  </a:cubicBezTo>
                  <a:cubicBezTo>
                    <a:pt x="2537" y="4518"/>
                    <a:pt x="2537" y="3514"/>
                    <a:pt x="2454" y="2483"/>
                  </a:cubicBezTo>
                  <a:cubicBezTo>
                    <a:pt x="2398" y="1842"/>
                    <a:pt x="2398" y="141"/>
                    <a:pt x="1590" y="2"/>
                  </a:cubicBezTo>
                  <a:cubicBezTo>
                    <a:pt x="1577" y="1"/>
                    <a:pt x="1564" y="1"/>
                    <a:pt x="1551" y="1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8504478" y="3846588"/>
              <a:ext cx="54755" cy="50298"/>
            </a:xfrm>
            <a:custGeom>
              <a:avLst/>
              <a:gdLst/>
              <a:ahLst/>
              <a:cxnLst/>
              <a:rect l="l" t="t" r="r" b="b"/>
              <a:pathLst>
                <a:path w="2199" h="2020" extrusionOk="0">
                  <a:moveTo>
                    <a:pt x="1313" y="0"/>
                  </a:moveTo>
                  <a:cubicBezTo>
                    <a:pt x="950" y="0"/>
                    <a:pt x="534" y="261"/>
                    <a:pt x="308" y="569"/>
                  </a:cubicBezTo>
                  <a:cubicBezTo>
                    <a:pt x="196" y="708"/>
                    <a:pt x="112" y="876"/>
                    <a:pt x="29" y="1043"/>
                  </a:cubicBezTo>
                  <a:cubicBezTo>
                    <a:pt x="1" y="1210"/>
                    <a:pt x="1" y="1433"/>
                    <a:pt x="57" y="1600"/>
                  </a:cubicBezTo>
                  <a:cubicBezTo>
                    <a:pt x="196" y="1879"/>
                    <a:pt x="531" y="2018"/>
                    <a:pt x="809" y="2018"/>
                  </a:cubicBezTo>
                  <a:cubicBezTo>
                    <a:pt x="825" y="2019"/>
                    <a:pt x="840" y="2019"/>
                    <a:pt x="856" y="2019"/>
                  </a:cubicBezTo>
                  <a:cubicBezTo>
                    <a:pt x="1692" y="2019"/>
                    <a:pt x="2198" y="1279"/>
                    <a:pt x="1924" y="485"/>
                  </a:cubicBezTo>
                  <a:cubicBezTo>
                    <a:pt x="1808" y="135"/>
                    <a:pt x="1574" y="0"/>
                    <a:pt x="1313" y="0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2" name="Google Shape;552;p30"/>
            <p:cNvSpPr/>
            <p:nvPr/>
          </p:nvSpPr>
          <p:spPr>
            <a:xfrm>
              <a:off x="8099828" y="3888395"/>
              <a:ext cx="61802" cy="83241"/>
            </a:xfrm>
            <a:custGeom>
              <a:avLst/>
              <a:gdLst/>
              <a:ahLst/>
              <a:cxnLst/>
              <a:rect l="l" t="t" r="r" b="b"/>
              <a:pathLst>
                <a:path w="2482" h="3343" extrusionOk="0">
                  <a:moveTo>
                    <a:pt x="1467" y="0"/>
                  </a:moveTo>
                  <a:cubicBezTo>
                    <a:pt x="1091" y="0"/>
                    <a:pt x="882" y="440"/>
                    <a:pt x="698" y="730"/>
                  </a:cubicBezTo>
                  <a:cubicBezTo>
                    <a:pt x="363" y="1287"/>
                    <a:pt x="140" y="1900"/>
                    <a:pt x="56" y="2542"/>
                  </a:cubicBezTo>
                  <a:cubicBezTo>
                    <a:pt x="1" y="2792"/>
                    <a:pt x="1" y="3071"/>
                    <a:pt x="196" y="3239"/>
                  </a:cubicBezTo>
                  <a:cubicBezTo>
                    <a:pt x="280" y="3306"/>
                    <a:pt x="375" y="3343"/>
                    <a:pt x="473" y="3343"/>
                  </a:cubicBezTo>
                  <a:cubicBezTo>
                    <a:pt x="538" y="3343"/>
                    <a:pt x="604" y="3327"/>
                    <a:pt x="670" y="3294"/>
                  </a:cubicBezTo>
                  <a:cubicBezTo>
                    <a:pt x="837" y="3266"/>
                    <a:pt x="976" y="3155"/>
                    <a:pt x="1088" y="3071"/>
                  </a:cubicBezTo>
                  <a:cubicBezTo>
                    <a:pt x="1673" y="2569"/>
                    <a:pt x="2482" y="1399"/>
                    <a:pt x="2203" y="562"/>
                  </a:cubicBezTo>
                  <a:cubicBezTo>
                    <a:pt x="2091" y="284"/>
                    <a:pt x="1813" y="33"/>
                    <a:pt x="1534" y="5"/>
                  </a:cubicBezTo>
                  <a:cubicBezTo>
                    <a:pt x="1511" y="2"/>
                    <a:pt x="1489" y="0"/>
                    <a:pt x="1467" y="0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3" name="Google Shape;553;p30"/>
            <p:cNvSpPr/>
            <p:nvPr/>
          </p:nvSpPr>
          <p:spPr>
            <a:xfrm>
              <a:off x="5224202" y="3920217"/>
              <a:ext cx="206172" cy="163693"/>
            </a:xfrm>
            <a:custGeom>
              <a:avLst/>
              <a:gdLst/>
              <a:ahLst/>
              <a:cxnLst/>
              <a:rect l="l" t="t" r="r" b="b"/>
              <a:pathLst>
                <a:path w="8280" h="6574" extrusionOk="0">
                  <a:moveTo>
                    <a:pt x="3923" y="1"/>
                  </a:moveTo>
                  <a:cubicBezTo>
                    <a:pt x="3116" y="1"/>
                    <a:pt x="2311" y="178"/>
                    <a:pt x="1617" y="595"/>
                  </a:cubicBezTo>
                  <a:cubicBezTo>
                    <a:pt x="641" y="1180"/>
                    <a:pt x="0" y="2295"/>
                    <a:pt x="84" y="3410"/>
                  </a:cubicBezTo>
                  <a:cubicBezTo>
                    <a:pt x="167" y="4358"/>
                    <a:pt x="781" y="5194"/>
                    <a:pt x="1561" y="5752"/>
                  </a:cubicBezTo>
                  <a:cubicBezTo>
                    <a:pt x="2313" y="6299"/>
                    <a:pt x="3205" y="6574"/>
                    <a:pt x="4077" y="6574"/>
                  </a:cubicBezTo>
                  <a:cubicBezTo>
                    <a:pt x="5469" y="6574"/>
                    <a:pt x="6809" y="5874"/>
                    <a:pt x="7443" y="4469"/>
                  </a:cubicBezTo>
                  <a:cubicBezTo>
                    <a:pt x="8279" y="2657"/>
                    <a:pt x="7805" y="957"/>
                    <a:pt x="5826" y="316"/>
                  </a:cubicBezTo>
                  <a:cubicBezTo>
                    <a:pt x="5228" y="117"/>
                    <a:pt x="4575" y="1"/>
                    <a:pt x="39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4" name="Google Shape;554;p30"/>
            <p:cNvSpPr/>
            <p:nvPr/>
          </p:nvSpPr>
          <p:spPr>
            <a:xfrm>
              <a:off x="5183242" y="3905850"/>
              <a:ext cx="456043" cy="492149"/>
            </a:xfrm>
            <a:custGeom>
              <a:avLst/>
              <a:gdLst/>
              <a:ahLst/>
              <a:cxnLst/>
              <a:rect l="l" t="t" r="r" b="b"/>
              <a:pathLst>
                <a:path w="18315" h="19765" fill="none" extrusionOk="0">
                  <a:moveTo>
                    <a:pt x="18315" y="1"/>
                  </a:moveTo>
                  <a:cubicBezTo>
                    <a:pt x="9645" y="3346"/>
                    <a:pt x="2677" y="10872"/>
                    <a:pt x="0" y="19764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5372033" y="3980127"/>
              <a:ext cx="106921" cy="12525"/>
            </a:xfrm>
            <a:custGeom>
              <a:avLst/>
              <a:gdLst/>
              <a:ahLst/>
              <a:cxnLst/>
              <a:rect l="l" t="t" r="r" b="b"/>
              <a:pathLst>
                <a:path w="4294" h="503" fill="none" extrusionOk="0">
                  <a:moveTo>
                    <a:pt x="4293" y="502"/>
                  </a:moveTo>
                  <a:cubicBezTo>
                    <a:pt x="2983" y="168"/>
                    <a:pt x="1366" y="1"/>
                    <a:pt x="1" y="168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5530298" y="3963469"/>
              <a:ext cx="44446" cy="242949"/>
            </a:xfrm>
            <a:custGeom>
              <a:avLst/>
              <a:gdLst/>
              <a:ahLst/>
              <a:cxnLst/>
              <a:rect l="l" t="t" r="r" b="b"/>
              <a:pathLst>
                <a:path w="1785" h="9757" fill="none" extrusionOk="0">
                  <a:moveTo>
                    <a:pt x="0" y="1"/>
                  </a:moveTo>
                  <a:cubicBezTo>
                    <a:pt x="1255" y="3067"/>
                    <a:pt x="1784" y="6468"/>
                    <a:pt x="1533" y="9757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5294993" y="4183485"/>
              <a:ext cx="104829" cy="183961"/>
            </a:xfrm>
            <a:custGeom>
              <a:avLst/>
              <a:gdLst/>
              <a:ahLst/>
              <a:cxnLst/>
              <a:rect l="l" t="t" r="r" b="b"/>
              <a:pathLst>
                <a:path w="4210" h="7388" fill="none" extrusionOk="0">
                  <a:moveTo>
                    <a:pt x="0" y="1"/>
                  </a:moveTo>
                  <a:cubicBezTo>
                    <a:pt x="2175" y="1952"/>
                    <a:pt x="3624" y="4517"/>
                    <a:pt x="4210" y="7388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5149925" y="4118247"/>
              <a:ext cx="179803" cy="44446"/>
            </a:xfrm>
            <a:custGeom>
              <a:avLst/>
              <a:gdLst/>
              <a:ahLst/>
              <a:cxnLst/>
              <a:rect l="l" t="t" r="r" b="b"/>
              <a:pathLst>
                <a:path w="7221" h="1785" fill="none" extrusionOk="0">
                  <a:moveTo>
                    <a:pt x="7220" y="419"/>
                  </a:moveTo>
                  <a:cubicBezTo>
                    <a:pt x="4711" y="1"/>
                    <a:pt x="2175" y="447"/>
                    <a:pt x="0" y="1785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9" name="Google Shape;559;p30"/>
            <p:cNvSpPr/>
            <p:nvPr/>
          </p:nvSpPr>
          <p:spPr>
            <a:xfrm>
              <a:off x="5319295" y="3941955"/>
              <a:ext cx="83988" cy="82070"/>
            </a:xfrm>
            <a:custGeom>
              <a:avLst/>
              <a:gdLst/>
              <a:ahLst/>
              <a:cxnLst/>
              <a:rect l="l" t="t" r="r" b="b"/>
              <a:pathLst>
                <a:path w="3373" h="3296" extrusionOk="0">
                  <a:moveTo>
                    <a:pt x="1115" y="0"/>
                  </a:moveTo>
                  <a:lnTo>
                    <a:pt x="1115" y="0"/>
                  </a:lnTo>
                  <a:cubicBezTo>
                    <a:pt x="1254" y="363"/>
                    <a:pt x="1254" y="781"/>
                    <a:pt x="1115" y="1143"/>
                  </a:cubicBezTo>
                  <a:cubicBezTo>
                    <a:pt x="836" y="809"/>
                    <a:pt x="446" y="530"/>
                    <a:pt x="28" y="391"/>
                  </a:cubicBezTo>
                  <a:lnTo>
                    <a:pt x="28" y="391"/>
                  </a:lnTo>
                  <a:cubicBezTo>
                    <a:pt x="0" y="669"/>
                    <a:pt x="84" y="976"/>
                    <a:pt x="223" y="1199"/>
                  </a:cubicBezTo>
                  <a:cubicBezTo>
                    <a:pt x="390" y="1422"/>
                    <a:pt x="613" y="1561"/>
                    <a:pt x="920" y="1645"/>
                  </a:cubicBezTo>
                  <a:cubicBezTo>
                    <a:pt x="530" y="1784"/>
                    <a:pt x="223" y="2119"/>
                    <a:pt x="112" y="2509"/>
                  </a:cubicBezTo>
                  <a:cubicBezTo>
                    <a:pt x="240" y="2595"/>
                    <a:pt x="397" y="2635"/>
                    <a:pt x="556" y="2635"/>
                  </a:cubicBezTo>
                  <a:cubicBezTo>
                    <a:pt x="811" y="2635"/>
                    <a:pt x="1072" y="2531"/>
                    <a:pt x="1227" y="2342"/>
                  </a:cubicBezTo>
                  <a:cubicBezTo>
                    <a:pt x="1227" y="2649"/>
                    <a:pt x="1366" y="2955"/>
                    <a:pt x="1617" y="3178"/>
                  </a:cubicBezTo>
                  <a:cubicBezTo>
                    <a:pt x="1665" y="3226"/>
                    <a:pt x="1755" y="3295"/>
                    <a:pt x="1814" y="3295"/>
                  </a:cubicBezTo>
                  <a:cubicBezTo>
                    <a:pt x="1824" y="3295"/>
                    <a:pt x="1832" y="3293"/>
                    <a:pt x="1840" y="3290"/>
                  </a:cubicBezTo>
                  <a:cubicBezTo>
                    <a:pt x="1923" y="3234"/>
                    <a:pt x="1951" y="3178"/>
                    <a:pt x="1951" y="3095"/>
                  </a:cubicBezTo>
                  <a:cubicBezTo>
                    <a:pt x="2007" y="2816"/>
                    <a:pt x="1979" y="2537"/>
                    <a:pt x="1896" y="2314"/>
                  </a:cubicBezTo>
                  <a:lnTo>
                    <a:pt x="1896" y="2314"/>
                  </a:lnTo>
                  <a:cubicBezTo>
                    <a:pt x="2056" y="2358"/>
                    <a:pt x="2221" y="2380"/>
                    <a:pt x="2386" y="2380"/>
                  </a:cubicBezTo>
                  <a:cubicBezTo>
                    <a:pt x="2739" y="2380"/>
                    <a:pt x="3088" y="2281"/>
                    <a:pt x="3373" y="2091"/>
                  </a:cubicBezTo>
                  <a:lnTo>
                    <a:pt x="2119" y="1673"/>
                  </a:lnTo>
                  <a:cubicBezTo>
                    <a:pt x="2425" y="1338"/>
                    <a:pt x="2537" y="837"/>
                    <a:pt x="2481" y="391"/>
                  </a:cubicBezTo>
                  <a:lnTo>
                    <a:pt x="2481" y="391"/>
                  </a:lnTo>
                  <a:cubicBezTo>
                    <a:pt x="2230" y="502"/>
                    <a:pt x="1979" y="641"/>
                    <a:pt x="1784" y="837"/>
                  </a:cubicBezTo>
                  <a:cubicBezTo>
                    <a:pt x="1728" y="446"/>
                    <a:pt x="1477" y="112"/>
                    <a:pt x="11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5297757" y="4310176"/>
              <a:ext cx="211725" cy="167851"/>
            </a:xfrm>
            <a:custGeom>
              <a:avLst/>
              <a:gdLst/>
              <a:ahLst/>
              <a:cxnLst/>
              <a:rect l="l" t="t" r="r" b="b"/>
              <a:pathLst>
                <a:path w="8503" h="6741" extrusionOk="0">
                  <a:moveTo>
                    <a:pt x="4156" y="1"/>
                  </a:moveTo>
                  <a:cubicBezTo>
                    <a:pt x="3273" y="1"/>
                    <a:pt x="2395" y="212"/>
                    <a:pt x="1646" y="711"/>
                  </a:cubicBezTo>
                  <a:cubicBezTo>
                    <a:pt x="670" y="1352"/>
                    <a:pt x="1" y="2495"/>
                    <a:pt x="140" y="3638"/>
                  </a:cubicBezTo>
                  <a:cubicBezTo>
                    <a:pt x="252" y="4614"/>
                    <a:pt x="893" y="5450"/>
                    <a:pt x="1701" y="5979"/>
                  </a:cubicBezTo>
                  <a:cubicBezTo>
                    <a:pt x="2455" y="6488"/>
                    <a:pt x="3323" y="6741"/>
                    <a:pt x="4171" y="6741"/>
                  </a:cubicBezTo>
                  <a:cubicBezTo>
                    <a:pt x="5645" y="6741"/>
                    <a:pt x="7058" y="5978"/>
                    <a:pt x="7695" y="4474"/>
                  </a:cubicBezTo>
                  <a:cubicBezTo>
                    <a:pt x="8503" y="2607"/>
                    <a:pt x="7945" y="850"/>
                    <a:pt x="5910" y="265"/>
                  </a:cubicBezTo>
                  <a:cubicBezTo>
                    <a:pt x="5349" y="97"/>
                    <a:pt x="4751" y="1"/>
                    <a:pt x="41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1" name="Google Shape;561;p30"/>
            <p:cNvSpPr/>
            <p:nvPr/>
          </p:nvSpPr>
          <p:spPr>
            <a:xfrm>
              <a:off x="5342875" y="4268867"/>
              <a:ext cx="84013" cy="81921"/>
            </a:xfrm>
            <a:custGeom>
              <a:avLst/>
              <a:gdLst/>
              <a:ahLst/>
              <a:cxnLst/>
              <a:rect l="l" t="t" r="r" b="b"/>
              <a:pathLst>
                <a:path w="3374" h="3290" extrusionOk="0">
                  <a:moveTo>
                    <a:pt x="2287" y="1"/>
                  </a:moveTo>
                  <a:cubicBezTo>
                    <a:pt x="2119" y="391"/>
                    <a:pt x="1952" y="809"/>
                    <a:pt x="1785" y="1199"/>
                  </a:cubicBezTo>
                  <a:cubicBezTo>
                    <a:pt x="1507" y="898"/>
                    <a:pt x="1133" y="732"/>
                    <a:pt x="759" y="732"/>
                  </a:cubicBezTo>
                  <a:cubicBezTo>
                    <a:pt x="683" y="732"/>
                    <a:pt x="606" y="739"/>
                    <a:pt x="530" y="753"/>
                  </a:cubicBezTo>
                  <a:cubicBezTo>
                    <a:pt x="586" y="1032"/>
                    <a:pt x="726" y="1255"/>
                    <a:pt x="893" y="1478"/>
                  </a:cubicBezTo>
                  <a:cubicBezTo>
                    <a:pt x="530" y="1478"/>
                    <a:pt x="140" y="1701"/>
                    <a:pt x="1" y="2063"/>
                  </a:cubicBezTo>
                  <a:cubicBezTo>
                    <a:pt x="139" y="2024"/>
                    <a:pt x="281" y="2005"/>
                    <a:pt x="421" y="2005"/>
                  </a:cubicBezTo>
                  <a:cubicBezTo>
                    <a:pt x="677" y="2005"/>
                    <a:pt x="928" y="2067"/>
                    <a:pt x="1144" y="2175"/>
                  </a:cubicBezTo>
                  <a:cubicBezTo>
                    <a:pt x="753" y="2398"/>
                    <a:pt x="475" y="2760"/>
                    <a:pt x="280" y="3178"/>
                  </a:cubicBezTo>
                  <a:cubicBezTo>
                    <a:pt x="369" y="3205"/>
                    <a:pt x="458" y="3218"/>
                    <a:pt x="548" y="3218"/>
                  </a:cubicBezTo>
                  <a:cubicBezTo>
                    <a:pt x="737" y="3218"/>
                    <a:pt x="926" y="3162"/>
                    <a:pt x="1116" y="3067"/>
                  </a:cubicBezTo>
                  <a:cubicBezTo>
                    <a:pt x="1367" y="2928"/>
                    <a:pt x="1534" y="2705"/>
                    <a:pt x="1645" y="2398"/>
                  </a:cubicBezTo>
                  <a:cubicBezTo>
                    <a:pt x="1729" y="2788"/>
                    <a:pt x="2064" y="3151"/>
                    <a:pt x="2426" y="3290"/>
                  </a:cubicBezTo>
                  <a:cubicBezTo>
                    <a:pt x="2677" y="2955"/>
                    <a:pt x="2649" y="2454"/>
                    <a:pt x="2370" y="2119"/>
                  </a:cubicBezTo>
                  <a:cubicBezTo>
                    <a:pt x="2677" y="2119"/>
                    <a:pt x="2983" y="2036"/>
                    <a:pt x="3234" y="1840"/>
                  </a:cubicBezTo>
                  <a:cubicBezTo>
                    <a:pt x="3318" y="1785"/>
                    <a:pt x="3374" y="1701"/>
                    <a:pt x="3346" y="1617"/>
                  </a:cubicBezTo>
                  <a:cubicBezTo>
                    <a:pt x="3318" y="1534"/>
                    <a:pt x="3234" y="1506"/>
                    <a:pt x="3179" y="1478"/>
                  </a:cubicBezTo>
                  <a:cubicBezTo>
                    <a:pt x="3015" y="1413"/>
                    <a:pt x="2852" y="1386"/>
                    <a:pt x="2689" y="1386"/>
                  </a:cubicBezTo>
                  <a:cubicBezTo>
                    <a:pt x="2573" y="1386"/>
                    <a:pt x="2458" y="1399"/>
                    <a:pt x="2342" y="1422"/>
                  </a:cubicBezTo>
                  <a:cubicBezTo>
                    <a:pt x="2537" y="1032"/>
                    <a:pt x="2537" y="474"/>
                    <a:pt x="2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2" name="Google Shape;562;p30"/>
            <p:cNvSpPr/>
            <p:nvPr/>
          </p:nvSpPr>
          <p:spPr>
            <a:xfrm>
              <a:off x="5458113" y="4129751"/>
              <a:ext cx="219269" cy="192253"/>
            </a:xfrm>
            <a:custGeom>
              <a:avLst/>
              <a:gdLst/>
              <a:ahLst/>
              <a:cxnLst/>
              <a:rect l="l" t="t" r="r" b="b"/>
              <a:pathLst>
                <a:path w="8806" h="7721" extrusionOk="0">
                  <a:moveTo>
                    <a:pt x="5581" y="0"/>
                  </a:moveTo>
                  <a:cubicBezTo>
                    <a:pt x="5470" y="0"/>
                    <a:pt x="5357" y="4"/>
                    <a:pt x="5241" y="13"/>
                  </a:cubicBezTo>
                  <a:cubicBezTo>
                    <a:pt x="3624" y="152"/>
                    <a:pt x="1951" y="821"/>
                    <a:pt x="976" y="2159"/>
                  </a:cubicBezTo>
                  <a:cubicBezTo>
                    <a:pt x="223" y="3190"/>
                    <a:pt x="0" y="4612"/>
                    <a:pt x="586" y="5783"/>
                  </a:cubicBezTo>
                  <a:cubicBezTo>
                    <a:pt x="1087" y="6703"/>
                    <a:pt x="2091" y="7344"/>
                    <a:pt x="3150" y="7595"/>
                  </a:cubicBezTo>
                  <a:cubicBezTo>
                    <a:pt x="3518" y="7680"/>
                    <a:pt x="3889" y="7721"/>
                    <a:pt x="4257" y="7721"/>
                  </a:cubicBezTo>
                  <a:cubicBezTo>
                    <a:pt x="6535" y="7721"/>
                    <a:pt x="8657" y="6141"/>
                    <a:pt x="8753" y="3692"/>
                  </a:cubicBezTo>
                  <a:cubicBezTo>
                    <a:pt x="8806" y="1519"/>
                    <a:pt x="7725" y="0"/>
                    <a:pt x="55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3" name="Google Shape;563;p30"/>
            <p:cNvSpPr/>
            <p:nvPr/>
          </p:nvSpPr>
          <p:spPr>
            <a:xfrm>
              <a:off x="5523351" y="4107839"/>
              <a:ext cx="93724" cy="72384"/>
            </a:xfrm>
            <a:custGeom>
              <a:avLst/>
              <a:gdLst/>
              <a:ahLst/>
              <a:cxnLst/>
              <a:rect l="l" t="t" r="r" b="b"/>
              <a:pathLst>
                <a:path w="3764" h="2907" extrusionOk="0">
                  <a:moveTo>
                    <a:pt x="2230" y="1"/>
                  </a:moveTo>
                  <a:cubicBezTo>
                    <a:pt x="2007" y="196"/>
                    <a:pt x="1868" y="419"/>
                    <a:pt x="1784" y="697"/>
                  </a:cubicBezTo>
                  <a:cubicBezTo>
                    <a:pt x="1577" y="361"/>
                    <a:pt x="1226" y="193"/>
                    <a:pt x="887" y="193"/>
                  </a:cubicBezTo>
                  <a:cubicBezTo>
                    <a:pt x="861" y="193"/>
                    <a:pt x="835" y="194"/>
                    <a:pt x="809" y="196"/>
                  </a:cubicBezTo>
                  <a:cubicBezTo>
                    <a:pt x="1088" y="474"/>
                    <a:pt x="1255" y="865"/>
                    <a:pt x="1283" y="1255"/>
                  </a:cubicBezTo>
                  <a:cubicBezTo>
                    <a:pt x="953" y="1066"/>
                    <a:pt x="563" y="997"/>
                    <a:pt x="198" y="997"/>
                  </a:cubicBezTo>
                  <a:cubicBezTo>
                    <a:pt x="131" y="997"/>
                    <a:pt x="65" y="1000"/>
                    <a:pt x="0" y="1004"/>
                  </a:cubicBezTo>
                  <a:cubicBezTo>
                    <a:pt x="56" y="1283"/>
                    <a:pt x="279" y="1534"/>
                    <a:pt x="530" y="1673"/>
                  </a:cubicBezTo>
                  <a:cubicBezTo>
                    <a:pt x="682" y="1768"/>
                    <a:pt x="887" y="1811"/>
                    <a:pt x="1090" y="1811"/>
                  </a:cubicBezTo>
                  <a:cubicBezTo>
                    <a:pt x="1184" y="1811"/>
                    <a:pt x="1278" y="1802"/>
                    <a:pt x="1366" y="1785"/>
                  </a:cubicBezTo>
                  <a:lnTo>
                    <a:pt x="1366" y="1785"/>
                  </a:lnTo>
                  <a:cubicBezTo>
                    <a:pt x="1088" y="2063"/>
                    <a:pt x="948" y="2509"/>
                    <a:pt x="1004" y="2900"/>
                  </a:cubicBezTo>
                  <a:cubicBezTo>
                    <a:pt x="1037" y="2904"/>
                    <a:pt x="1070" y="2906"/>
                    <a:pt x="1103" y="2906"/>
                  </a:cubicBezTo>
                  <a:cubicBezTo>
                    <a:pt x="1486" y="2906"/>
                    <a:pt x="1849" y="2618"/>
                    <a:pt x="1952" y="2258"/>
                  </a:cubicBezTo>
                  <a:cubicBezTo>
                    <a:pt x="2091" y="2537"/>
                    <a:pt x="2370" y="2760"/>
                    <a:pt x="2649" y="2844"/>
                  </a:cubicBezTo>
                  <a:cubicBezTo>
                    <a:pt x="2699" y="2869"/>
                    <a:pt x="2743" y="2883"/>
                    <a:pt x="2785" y="2883"/>
                  </a:cubicBezTo>
                  <a:cubicBezTo>
                    <a:pt x="2835" y="2883"/>
                    <a:pt x="2881" y="2862"/>
                    <a:pt x="2927" y="2816"/>
                  </a:cubicBezTo>
                  <a:cubicBezTo>
                    <a:pt x="2955" y="2760"/>
                    <a:pt x="2955" y="2677"/>
                    <a:pt x="2955" y="2621"/>
                  </a:cubicBezTo>
                  <a:cubicBezTo>
                    <a:pt x="2899" y="2342"/>
                    <a:pt x="2760" y="2091"/>
                    <a:pt x="2565" y="1868"/>
                  </a:cubicBezTo>
                  <a:cubicBezTo>
                    <a:pt x="2983" y="1840"/>
                    <a:pt x="3485" y="1534"/>
                    <a:pt x="3764" y="1116"/>
                  </a:cubicBezTo>
                  <a:lnTo>
                    <a:pt x="3764" y="1116"/>
                  </a:lnTo>
                  <a:cubicBezTo>
                    <a:pt x="3345" y="1171"/>
                    <a:pt x="2899" y="1227"/>
                    <a:pt x="2481" y="1283"/>
                  </a:cubicBezTo>
                  <a:cubicBezTo>
                    <a:pt x="2621" y="837"/>
                    <a:pt x="2509" y="335"/>
                    <a:pt x="22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4" name="Google Shape;564;p30"/>
            <p:cNvSpPr/>
            <p:nvPr/>
          </p:nvSpPr>
          <p:spPr>
            <a:xfrm>
              <a:off x="5035410" y="4099149"/>
              <a:ext cx="210330" cy="168747"/>
            </a:xfrm>
            <a:custGeom>
              <a:avLst/>
              <a:gdLst/>
              <a:ahLst/>
              <a:cxnLst/>
              <a:rect l="l" t="t" r="r" b="b"/>
              <a:pathLst>
                <a:path w="8447" h="6777" extrusionOk="0">
                  <a:moveTo>
                    <a:pt x="3731" y="0"/>
                  </a:moveTo>
                  <a:cubicBezTo>
                    <a:pt x="3122" y="0"/>
                    <a:pt x="2513" y="109"/>
                    <a:pt x="1951" y="350"/>
                  </a:cubicBezTo>
                  <a:cubicBezTo>
                    <a:pt x="920" y="823"/>
                    <a:pt x="84" y="1883"/>
                    <a:pt x="56" y="3026"/>
                  </a:cubicBezTo>
                  <a:cubicBezTo>
                    <a:pt x="0" y="4001"/>
                    <a:pt x="530" y="4949"/>
                    <a:pt x="1227" y="5618"/>
                  </a:cubicBezTo>
                  <a:cubicBezTo>
                    <a:pt x="2051" y="6379"/>
                    <a:pt x="3123" y="6776"/>
                    <a:pt x="4170" y="6776"/>
                  </a:cubicBezTo>
                  <a:cubicBezTo>
                    <a:pt x="5425" y="6776"/>
                    <a:pt x="6645" y="6205"/>
                    <a:pt x="7359" y="5005"/>
                  </a:cubicBezTo>
                  <a:cubicBezTo>
                    <a:pt x="8446" y="3276"/>
                    <a:pt x="8168" y="1492"/>
                    <a:pt x="6216" y="600"/>
                  </a:cubicBezTo>
                  <a:cubicBezTo>
                    <a:pt x="5478" y="223"/>
                    <a:pt x="4604" y="0"/>
                    <a:pt x="37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5" name="Google Shape;565;p30"/>
            <p:cNvSpPr/>
            <p:nvPr/>
          </p:nvSpPr>
          <p:spPr>
            <a:xfrm>
              <a:off x="5176992" y="4090483"/>
              <a:ext cx="84013" cy="81697"/>
            </a:xfrm>
            <a:custGeom>
              <a:avLst/>
              <a:gdLst/>
              <a:ahLst/>
              <a:cxnLst/>
              <a:rect l="l" t="t" r="r" b="b"/>
              <a:pathLst>
                <a:path w="3374" h="3281" extrusionOk="0">
                  <a:moveTo>
                    <a:pt x="1116" y="1"/>
                  </a:moveTo>
                  <a:lnTo>
                    <a:pt x="1116" y="1"/>
                  </a:lnTo>
                  <a:cubicBezTo>
                    <a:pt x="1255" y="335"/>
                    <a:pt x="1255" y="753"/>
                    <a:pt x="1116" y="1144"/>
                  </a:cubicBezTo>
                  <a:cubicBezTo>
                    <a:pt x="837" y="809"/>
                    <a:pt x="447" y="530"/>
                    <a:pt x="28" y="391"/>
                  </a:cubicBezTo>
                  <a:lnTo>
                    <a:pt x="28" y="391"/>
                  </a:lnTo>
                  <a:cubicBezTo>
                    <a:pt x="1" y="670"/>
                    <a:pt x="84" y="976"/>
                    <a:pt x="224" y="1171"/>
                  </a:cubicBezTo>
                  <a:cubicBezTo>
                    <a:pt x="391" y="1422"/>
                    <a:pt x="642" y="1562"/>
                    <a:pt x="920" y="1645"/>
                  </a:cubicBezTo>
                  <a:cubicBezTo>
                    <a:pt x="530" y="1785"/>
                    <a:pt x="224" y="2119"/>
                    <a:pt x="112" y="2509"/>
                  </a:cubicBezTo>
                  <a:cubicBezTo>
                    <a:pt x="242" y="2585"/>
                    <a:pt x="402" y="2623"/>
                    <a:pt x="563" y="2623"/>
                  </a:cubicBezTo>
                  <a:cubicBezTo>
                    <a:pt x="816" y="2623"/>
                    <a:pt x="1074" y="2530"/>
                    <a:pt x="1227" y="2342"/>
                  </a:cubicBezTo>
                  <a:cubicBezTo>
                    <a:pt x="1227" y="2649"/>
                    <a:pt x="1367" y="2955"/>
                    <a:pt x="1617" y="3178"/>
                  </a:cubicBezTo>
                  <a:cubicBezTo>
                    <a:pt x="1660" y="3221"/>
                    <a:pt x="1736" y="3280"/>
                    <a:pt x="1794" y="3280"/>
                  </a:cubicBezTo>
                  <a:cubicBezTo>
                    <a:pt x="1811" y="3280"/>
                    <a:pt x="1827" y="3275"/>
                    <a:pt x="1840" y="3262"/>
                  </a:cubicBezTo>
                  <a:cubicBezTo>
                    <a:pt x="1924" y="3234"/>
                    <a:pt x="1952" y="3178"/>
                    <a:pt x="1952" y="3095"/>
                  </a:cubicBezTo>
                  <a:cubicBezTo>
                    <a:pt x="2036" y="2816"/>
                    <a:pt x="1980" y="2537"/>
                    <a:pt x="1896" y="2286"/>
                  </a:cubicBezTo>
                  <a:lnTo>
                    <a:pt x="1896" y="2286"/>
                  </a:lnTo>
                  <a:cubicBezTo>
                    <a:pt x="2072" y="2326"/>
                    <a:pt x="2255" y="2348"/>
                    <a:pt x="2436" y="2348"/>
                  </a:cubicBezTo>
                  <a:cubicBezTo>
                    <a:pt x="2772" y="2348"/>
                    <a:pt x="3102" y="2272"/>
                    <a:pt x="3374" y="2091"/>
                  </a:cubicBezTo>
                  <a:lnTo>
                    <a:pt x="2119" y="1673"/>
                  </a:lnTo>
                  <a:cubicBezTo>
                    <a:pt x="2454" y="1311"/>
                    <a:pt x="2537" y="837"/>
                    <a:pt x="2482" y="391"/>
                  </a:cubicBezTo>
                  <a:lnTo>
                    <a:pt x="2482" y="391"/>
                  </a:lnTo>
                  <a:cubicBezTo>
                    <a:pt x="2231" y="475"/>
                    <a:pt x="1980" y="614"/>
                    <a:pt x="1785" y="837"/>
                  </a:cubicBezTo>
                  <a:cubicBezTo>
                    <a:pt x="1757" y="447"/>
                    <a:pt x="1478" y="112"/>
                    <a:pt x="1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6" name="Google Shape;566;p30"/>
            <p:cNvSpPr/>
            <p:nvPr/>
          </p:nvSpPr>
          <p:spPr>
            <a:xfrm>
              <a:off x="5064543" y="4365056"/>
              <a:ext cx="229777" cy="181197"/>
            </a:xfrm>
            <a:custGeom>
              <a:avLst/>
              <a:gdLst/>
              <a:ahLst/>
              <a:cxnLst/>
              <a:rect l="l" t="t" r="r" b="b"/>
              <a:pathLst>
                <a:path w="9228" h="7277" extrusionOk="0">
                  <a:moveTo>
                    <a:pt x="4515" y="0"/>
                  </a:moveTo>
                  <a:cubicBezTo>
                    <a:pt x="3550" y="0"/>
                    <a:pt x="2578" y="218"/>
                    <a:pt x="1757" y="737"/>
                  </a:cubicBezTo>
                  <a:cubicBezTo>
                    <a:pt x="726" y="1434"/>
                    <a:pt x="1" y="2688"/>
                    <a:pt x="168" y="3915"/>
                  </a:cubicBezTo>
                  <a:cubicBezTo>
                    <a:pt x="307" y="4974"/>
                    <a:pt x="1004" y="5866"/>
                    <a:pt x="1868" y="6451"/>
                  </a:cubicBezTo>
                  <a:cubicBezTo>
                    <a:pt x="2684" y="7002"/>
                    <a:pt x="3627" y="7277"/>
                    <a:pt x="4547" y="7277"/>
                  </a:cubicBezTo>
                  <a:cubicBezTo>
                    <a:pt x="6143" y="7277"/>
                    <a:pt x="7674" y="6451"/>
                    <a:pt x="8363" y="4807"/>
                  </a:cubicBezTo>
                  <a:cubicBezTo>
                    <a:pt x="9228" y="2772"/>
                    <a:pt x="8642" y="932"/>
                    <a:pt x="6384" y="263"/>
                  </a:cubicBezTo>
                  <a:cubicBezTo>
                    <a:pt x="5795" y="96"/>
                    <a:pt x="5156" y="0"/>
                    <a:pt x="45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7" name="Google Shape;567;p30"/>
            <p:cNvSpPr/>
            <p:nvPr/>
          </p:nvSpPr>
          <p:spPr>
            <a:xfrm>
              <a:off x="5149925" y="4327183"/>
              <a:ext cx="84710" cy="82046"/>
            </a:xfrm>
            <a:custGeom>
              <a:avLst/>
              <a:gdLst/>
              <a:ahLst/>
              <a:cxnLst/>
              <a:rect l="l" t="t" r="r" b="b"/>
              <a:pathLst>
                <a:path w="3402" h="3295" extrusionOk="0">
                  <a:moveTo>
                    <a:pt x="1115" y="0"/>
                  </a:moveTo>
                  <a:lnTo>
                    <a:pt x="1115" y="0"/>
                  </a:lnTo>
                  <a:cubicBezTo>
                    <a:pt x="1255" y="363"/>
                    <a:pt x="1255" y="781"/>
                    <a:pt x="1115" y="1143"/>
                  </a:cubicBezTo>
                  <a:cubicBezTo>
                    <a:pt x="837" y="809"/>
                    <a:pt x="474" y="530"/>
                    <a:pt x="56" y="390"/>
                  </a:cubicBezTo>
                  <a:lnTo>
                    <a:pt x="56" y="390"/>
                  </a:lnTo>
                  <a:cubicBezTo>
                    <a:pt x="0" y="669"/>
                    <a:pt x="84" y="976"/>
                    <a:pt x="223" y="1199"/>
                  </a:cubicBezTo>
                  <a:cubicBezTo>
                    <a:pt x="391" y="1422"/>
                    <a:pt x="642" y="1561"/>
                    <a:pt x="920" y="1645"/>
                  </a:cubicBezTo>
                  <a:cubicBezTo>
                    <a:pt x="530" y="1784"/>
                    <a:pt x="223" y="2119"/>
                    <a:pt x="112" y="2509"/>
                  </a:cubicBezTo>
                  <a:cubicBezTo>
                    <a:pt x="240" y="2594"/>
                    <a:pt x="397" y="2635"/>
                    <a:pt x="556" y="2635"/>
                  </a:cubicBezTo>
                  <a:cubicBezTo>
                    <a:pt x="812" y="2635"/>
                    <a:pt x="1072" y="2531"/>
                    <a:pt x="1227" y="2342"/>
                  </a:cubicBezTo>
                  <a:cubicBezTo>
                    <a:pt x="1227" y="2648"/>
                    <a:pt x="1366" y="2955"/>
                    <a:pt x="1617" y="3178"/>
                  </a:cubicBezTo>
                  <a:cubicBezTo>
                    <a:pt x="1665" y="3226"/>
                    <a:pt x="1755" y="3295"/>
                    <a:pt x="1815" y="3295"/>
                  </a:cubicBezTo>
                  <a:cubicBezTo>
                    <a:pt x="1824" y="3295"/>
                    <a:pt x="1833" y="3293"/>
                    <a:pt x="1840" y="3289"/>
                  </a:cubicBezTo>
                  <a:cubicBezTo>
                    <a:pt x="1924" y="3234"/>
                    <a:pt x="1952" y="3178"/>
                    <a:pt x="1952" y="3094"/>
                  </a:cubicBezTo>
                  <a:cubicBezTo>
                    <a:pt x="2035" y="2816"/>
                    <a:pt x="2007" y="2537"/>
                    <a:pt x="1896" y="2314"/>
                  </a:cubicBezTo>
                  <a:lnTo>
                    <a:pt x="1896" y="2314"/>
                  </a:lnTo>
                  <a:cubicBezTo>
                    <a:pt x="2047" y="2358"/>
                    <a:pt x="2212" y="2380"/>
                    <a:pt x="2381" y="2380"/>
                  </a:cubicBezTo>
                  <a:cubicBezTo>
                    <a:pt x="2741" y="2380"/>
                    <a:pt x="3116" y="2281"/>
                    <a:pt x="3401" y="2091"/>
                  </a:cubicBezTo>
                  <a:lnTo>
                    <a:pt x="2147" y="1673"/>
                  </a:lnTo>
                  <a:cubicBezTo>
                    <a:pt x="2454" y="1338"/>
                    <a:pt x="2537" y="836"/>
                    <a:pt x="2481" y="390"/>
                  </a:cubicBezTo>
                  <a:lnTo>
                    <a:pt x="2481" y="390"/>
                  </a:lnTo>
                  <a:cubicBezTo>
                    <a:pt x="2231" y="502"/>
                    <a:pt x="2007" y="641"/>
                    <a:pt x="1784" y="836"/>
                  </a:cubicBezTo>
                  <a:cubicBezTo>
                    <a:pt x="1757" y="446"/>
                    <a:pt x="1478" y="112"/>
                    <a:pt x="11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8" name="Google Shape;568;p30"/>
            <p:cNvSpPr/>
            <p:nvPr/>
          </p:nvSpPr>
          <p:spPr>
            <a:xfrm>
              <a:off x="5248480" y="3941905"/>
              <a:ext cx="59038" cy="71612"/>
            </a:xfrm>
            <a:custGeom>
              <a:avLst/>
              <a:gdLst/>
              <a:ahLst/>
              <a:cxnLst/>
              <a:rect l="l" t="t" r="r" b="b"/>
              <a:pathLst>
                <a:path w="2371" h="2876" extrusionOk="0">
                  <a:moveTo>
                    <a:pt x="1734" y="1"/>
                  </a:moveTo>
                  <a:cubicBezTo>
                    <a:pt x="1347" y="1"/>
                    <a:pt x="823" y="294"/>
                    <a:pt x="503" y="588"/>
                  </a:cubicBezTo>
                  <a:cubicBezTo>
                    <a:pt x="168" y="978"/>
                    <a:pt x="1" y="1480"/>
                    <a:pt x="1" y="1982"/>
                  </a:cubicBezTo>
                  <a:cubicBezTo>
                    <a:pt x="1" y="2177"/>
                    <a:pt x="29" y="2372"/>
                    <a:pt x="140" y="2539"/>
                  </a:cubicBezTo>
                  <a:cubicBezTo>
                    <a:pt x="224" y="2734"/>
                    <a:pt x="419" y="2818"/>
                    <a:pt x="586" y="2874"/>
                  </a:cubicBezTo>
                  <a:cubicBezTo>
                    <a:pt x="603" y="2875"/>
                    <a:pt x="620" y="2876"/>
                    <a:pt x="637" y="2876"/>
                  </a:cubicBezTo>
                  <a:cubicBezTo>
                    <a:pt x="949" y="2876"/>
                    <a:pt x="1211" y="2636"/>
                    <a:pt x="1422" y="2372"/>
                  </a:cubicBezTo>
                  <a:cubicBezTo>
                    <a:pt x="1729" y="2037"/>
                    <a:pt x="2036" y="1619"/>
                    <a:pt x="2175" y="1145"/>
                  </a:cubicBezTo>
                  <a:cubicBezTo>
                    <a:pt x="2287" y="783"/>
                    <a:pt x="2370" y="30"/>
                    <a:pt x="1785" y="2"/>
                  </a:cubicBezTo>
                  <a:cubicBezTo>
                    <a:pt x="1768" y="1"/>
                    <a:pt x="1751" y="1"/>
                    <a:pt x="1734" y="1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9" name="Google Shape;569;p30"/>
            <p:cNvSpPr/>
            <p:nvPr/>
          </p:nvSpPr>
          <p:spPr>
            <a:xfrm>
              <a:off x="5481693" y="4173525"/>
              <a:ext cx="67354" cy="95591"/>
            </a:xfrm>
            <a:custGeom>
              <a:avLst/>
              <a:gdLst/>
              <a:ahLst/>
              <a:cxnLst/>
              <a:rect l="l" t="t" r="r" b="b"/>
              <a:pathLst>
                <a:path w="2705" h="3839" extrusionOk="0">
                  <a:moveTo>
                    <a:pt x="1392" y="0"/>
                  </a:moveTo>
                  <a:cubicBezTo>
                    <a:pt x="714" y="0"/>
                    <a:pt x="261" y="834"/>
                    <a:pt x="140" y="1460"/>
                  </a:cubicBezTo>
                  <a:cubicBezTo>
                    <a:pt x="1" y="2018"/>
                    <a:pt x="112" y="2631"/>
                    <a:pt x="335" y="3105"/>
                  </a:cubicBezTo>
                  <a:cubicBezTo>
                    <a:pt x="531" y="3495"/>
                    <a:pt x="865" y="3830"/>
                    <a:pt x="1255" y="3830"/>
                  </a:cubicBezTo>
                  <a:cubicBezTo>
                    <a:pt x="1287" y="3835"/>
                    <a:pt x="1320" y="3838"/>
                    <a:pt x="1352" y="3838"/>
                  </a:cubicBezTo>
                  <a:cubicBezTo>
                    <a:pt x="1625" y="3838"/>
                    <a:pt x="1892" y="3636"/>
                    <a:pt x="2092" y="3411"/>
                  </a:cubicBezTo>
                  <a:cubicBezTo>
                    <a:pt x="2287" y="3188"/>
                    <a:pt x="2370" y="2854"/>
                    <a:pt x="2482" y="2547"/>
                  </a:cubicBezTo>
                  <a:cubicBezTo>
                    <a:pt x="2677" y="1711"/>
                    <a:pt x="2705" y="457"/>
                    <a:pt x="1729" y="66"/>
                  </a:cubicBezTo>
                  <a:cubicBezTo>
                    <a:pt x="1611" y="21"/>
                    <a:pt x="1499" y="0"/>
                    <a:pt x="1392" y="0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0" name="Google Shape;570;p30"/>
            <p:cNvSpPr/>
            <p:nvPr/>
          </p:nvSpPr>
          <p:spPr>
            <a:xfrm>
              <a:off x="5315112" y="4362740"/>
              <a:ext cx="63196" cy="80477"/>
            </a:xfrm>
            <a:custGeom>
              <a:avLst/>
              <a:gdLst/>
              <a:ahLst/>
              <a:cxnLst/>
              <a:rect l="l" t="t" r="r" b="b"/>
              <a:pathLst>
                <a:path w="2538" h="3232" extrusionOk="0">
                  <a:moveTo>
                    <a:pt x="876" y="1"/>
                  </a:moveTo>
                  <a:cubicBezTo>
                    <a:pt x="487" y="1"/>
                    <a:pt x="205" y="242"/>
                    <a:pt x="84" y="746"/>
                  </a:cubicBezTo>
                  <a:cubicBezTo>
                    <a:pt x="1" y="1192"/>
                    <a:pt x="140" y="1666"/>
                    <a:pt x="307" y="2057"/>
                  </a:cubicBezTo>
                  <a:cubicBezTo>
                    <a:pt x="447" y="2419"/>
                    <a:pt x="670" y="2753"/>
                    <a:pt x="949" y="3004"/>
                  </a:cubicBezTo>
                  <a:cubicBezTo>
                    <a:pt x="1144" y="3146"/>
                    <a:pt x="1385" y="3232"/>
                    <a:pt x="1620" y="3232"/>
                  </a:cubicBezTo>
                  <a:cubicBezTo>
                    <a:pt x="1754" y="3232"/>
                    <a:pt x="1887" y="3204"/>
                    <a:pt x="2008" y="3144"/>
                  </a:cubicBezTo>
                  <a:cubicBezTo>
                    <a:pt x="2426" y="2893"/>
                    <a:pt x="2537" y="2335"/>
                    <a:pt x="2510" y="1861"/>
                  </a:cubicBezTo>
                  <a:cubicBezTo>
                    <a:pt x="2426" y="1081"/>
                    <a:pt x="2119" y="412"/>
                    <a:pt x="1367" y="105"/>
                  </a:cubicBezTo>
                  <a:cubicBezTo>
                    <a:pt x="1189" y="36"/>
                    <a:pt x="1025" y="1"/>
                    <a:pt x="876" y="1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1" name="Google Shape;571;p30"/>
            <p:cNvSpPr/>
            <p:nvPr/>
          </p:nvSpPr>
          <p:spPr>
            <a:xfrm>
              <a:off x="5090240" y="4391275"/>
              <a:ext cx="57619" cy="69795"/>
            </a:xfrm>
            <a:custGeom>
              <a:avLst/>
              <a:gdLst/>
              <a:ahLst/>
              <a:cxnLst/>
              <a:rect l="l" t="t" r="r" b="b"/>
              <a:pathLst>
                <a:path w="2314" h="2803" extrusionOk="0">
                  <a:moveTo>
                    <a:pt x="1439" y="1"/>
                  </a:moveTo>
                  <a:cubicBezTo>
                    <a:pt x="1266" y="1"/>
                    <a:pt x="1092" y="57"/>
                    <a:pt x="948" y="158"/>
                  </a:cubicBezTo>
                  <a:cubicBezTo>
                    <a:pt x="641" y="353"/>
                    <a:pt x="390" y="660"/>
                    <a:pt x="251" y="994"/>
                  </a:cubicBezTo>
                  <a:cubicBezTo>
                    <a:pt x="84" y="1357"/>
                    <a:pt x="0" y="1775"/>
                    <a:pt x="112" y="2193"/>
                  </a:cubicBezTo>
                  <a:cubicBezTo>
                    <a:pt x="140" y="2388"/>
                    <a:pt x="223" y="2583"/>
                    <a:pt x="390" y="2695"/>
                  </a:cubicBezTo>
                  <a:cubicBezTo>
                    <a:pt x="493" y="2768"/>
                    <a:pt x="612" y="2803"/>
                    <a:pt x="738" y="2803"/>
                  </a:cubicBezTo>
                  <a:cubicBezTo>
                    <a:pt x="850" y="2803"/>
                    <a:pt x="969" y="2775"/>
                    <a:pt x="1087" y="2722"/>
                  </a:cubicBezTo>
                  <a:cubicBezTo>
                    <a:pt x="1478" y="2611"/>
                    <a:pt x="1784" y="2388"/>
                    <a:pt x="1979" y="2053"/>
                  </a:cubicBezTo>
                  <a:cubicBezTo>
                    <a:pt x="2202" y="1747"/>
                    <a:pt x="2314" y="1357"/>
                    <a:pt x="2314" y="994"/>
                  </a:cubicBezTo>
                  <a:cubicBezTo>
                    <a:pt x="2314" y="660"/>
                    <a:pt x="2174" y="353"/>
                    <a:pt x="1896" y="158"/>
                  </a:cubicBezTo>
                  <a:cubicBezTo>
                    <a:pt x="1761" y="50"/>
                    <a:pt x="1600" y="1"/>
                    <a:pt x="1439" y="1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2" name="Google Shape;572;p30"/>
            <p:cNvSpPr/>
            <p:nvPr/>
          </p:nvSpPr>
          <p:spPr>
            <a:xfrm>
              <a:off x="5094398" y="4470034"/>
              <a:ext cx="29183" cy="30503"/>
            </a:xfrm>
            <a:custGeom>
              <a:avLst/>
              <a:gdLst/>
              <a:ahLst/>
              <a:cxnLst/>
              <a:rect l="l" t="t" r="r" b="b"/>
              <a:pathLst>
                <a:path w="1172" h="1225" extrusionOk="0">
                  <a:moveTo>
                    <a:pt x="471" y="1"/>
                  </a:moveTo>
                  <a:cubicBezTo>
                    <a:pt x="296" y="1"/>
                    <a:pt x="131" y="76"/>
                    <a:pt x="56" y="256"/>
                  </a:cubicBezTo>
                  <a:cubicBezTo>
                    <a:pt x="0" y="368"/>
                    <a:pt x="0" y="507"/>
                    <a:pt x="0" y="619"/>
                  </a:cubicBezTo>
                  <a:cubicBezTo>
                    <a:pt x="0" y="758"/>
                    <a:pt x="56" y="925"/>
                    <a:pt x="140" y="1037"/>
                  </a:cubicBezTo>
                  <a:cubicBezTo>
                    <a:pt x="244" y="1162"/>
                    <a:pt x="412" y="1225"/>
                    <a:pt x="571" y="1225"/>
                  </a:cubicBezTo>
                  <a:cubicBezTo>
                    <a:pt x="624" y="1225"/>
                    <a:pt x="676" y="1218"/>
                    <a:pt x="725" y="1204"/>
                  </a:cubicBezTo>
                  <a:cubicBezTo>
                    <a:pt x="948" y="1120"/>
                    <a:pt x="1088" y="925"/>
                    <a:pt x="1115" y="702"/>
                  </a:cubicBezTo>
                  <a:cubicBezTo>
                    <a:pt x="1171" y="507"/>
                    <a:pt x="1060" y="256"/>
                    <a:pt x="892" y="145"/>
                  </a:cubicBezTo>
                  <a:cubicBezTo>
                    <a:pt x="777" y="55"/>
                    <a:pt x="620" y="1"/>
                    <a:pt x="471" y="1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3" name="Google Shape;573;p30"/>
            <p:cNvSpPr/>
            <p:nvPr/>
          </p:nvSpPr>
          <p:spPr>
            <a:xfrm>
              <a:off x="5068726" y="4114039"/>
              <a:ext cx="94496" cy="51443"/>
            </a:xfrm>
            <a:custGeom>
              <a:avLst/>
              <a:gdLst/>
              <a:ahLst/>
              <a:cxnLst/>
              <a:rect l="l" t="t" r="r" b="b"/>
              <a:pathLst>
                <a:path w="3795" h="2066" extrusionOk="0">
                  <a:moveTo>
                    <a:pt x="2319" y="0"/>
                  </a:moveTo>
                  <a:cubicBezTo>
                    <a:pt x="1978" y="0"/>
                    <a:pt x="1645" y="51"/>
                    <a:pt x="1422" y="114"/>
                  </a:cubicBezTo>
                  <a:cubicBezTo>
                    <a:pt x="1115" y="198"/>
                    <a:pt x="836" y="337"/>
                    <a:pt x="558" y="504"/>
                  </a:cubicBezTo>
                  <a:cubicBezTo>
                    <a:pt x="390" y="616"/>
                    <a:pt x="251" y="755"/>
                    <a:pt x="139" y="922"/>
                  </a:cubicBezTo>
                  <a:cubicBezTo>
                    <a:pt x="28" y="1117"/>
                    <a:pt x="0" y="1313"/>
                    <a:pt x="112" y="1480"/>
                  </a:cubicBezTo>
                  <a:cubicBezTo>
                    <a:pt x="195" y="1703"/>
                    <a:pt x="446" y="1842"/>
                    <a:pt x="697" y="1898"/>
                  </a:cubicBezTo>
                  <a:cubicBezTo>
                    <a:pt x="1087" y="2009"/>
                    <a:pt x="1450" y="2065"/>
                    <a:pt x="1840" y="2065"/>
                  </a:cubicBezTo>
                  <a:cubicBezTo>
                    <a:pt x="2230" y="2065"/>
                    <a:pt x="2565" y="2037"/>
                    <a:pt x="2927" y="1870"/>
                  </a:cubicBezTo>
                  <a:cubicBezTo>
                    <a:pt x="3234" y="1703"/>
                    <a:pt x="3540" y="1424"/>
                    <a:pt x="3624" y="1062"/>
                  </a:cubicBezTo>
                  <a:cubicBezTo>
                    <a:pt x="3794" y="229"/>
                    <a:pt x="3039" y="0"/>
                    <a:pt x="2319" y="0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4" name="Google Shape;574;p30"/>
            <p:cNvSpPr/>
            <p:nvPr/>
          </p:nvSpPr>
          <p:spPr>
            <a:xfrm>
              <a:off x="5625391" y="4188365"/>
              <a:ext cx="24302" cy="83315"/>
            </a:xfrm>
            <a:custGeom>
              <a:avLst/>
              <a:gdLst/>
              <a:ahLst/>
              <a:cxnLst/>
              <a:rect l="l" t="t" r="r" b="b"/>
              <a:pathLst>
                <a:path w="976" h="3346" fill="none" extrusionOk="0">
                  <a:moveTo>
                    <a:pt x="641" y="0"/>
                  </a:moveTo>
                  <a:cubicBezTo>
                    <a:pt x="920" y="558"/>
                    <a:pt x="976" y="1199"/>
                    <a:pt x="892" y="1784"/>
                  </a:cubicBezTo>
                  <a:cubicBezTo>
                    <a:pt x="781" y="2369"/>
                    <a:pt x="474" y="2927"/>
                    <a:pt x="0" y="3345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5" name="Google Shape;575;p30"/>
            <p:cNvSpPr/>
            <p:nvPr/>
          </p:nvSpPr>
          <p:spPr>
            <a:xfrm>
              <a:off x="5600391" y="4285525"/>
              <a:ext cx="5578" cy="2814"/>
            </a:xfrm>
            <a:custGeom>
              <a:avLst/>
              <a:gdLst/>
              <a:ahLst/>
              <a:cxnLst/>
              <a:rect l="l" t="t" r="r" b="b"/>
              <a:pathLst>
                <a:path w="224" h="113" fill="none" extrusionOk="0">
                  <a:moveTo>
                    <a:pt x="224" y="1"/>
                  </a:moveTo>
                  <a:lnTo>
                    <a:pt x="1" y="112"/>
                  </a:ln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6" name="Google Shape;576;p30"/>
            <p:cNvSpPr/>
            <p:nvPr/>
          </p:nvSpPr>
          <p:spPr>
            <a:xfrm>
              <a:off x="5111056" y="4197379"/>
              <a:ext cx="84013" cy="42355"/>
            </a:xfrm>
            <a:custGeom>
              <a:avLst/>
              <a:gdLst/>
              <a:ahLst/>
              <a:cxnLst/>
              <a:rect l="l" t="t" r="r" b="b"/>
              <a:pathLst>
                <a:path w="3374" h="1701" fill="none" extrusionOk="0">
                  <a:moveTo>
                    <a:pt x="3373" y="0"/>
                  </a:moveTo>
                  <a:cubicBezTo>
                    <a:pt x="2676" y="1088"/>
                    <a:pt x="1283" y="1701"/>
                    <a:pt x="0" y="1422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7" name="Google Shape;577;p30"/>
            <p:cNvSpPr/>
            <p:nvPr/>
          </p:nvSpPr>
          <p:spPr>
            <a:xfrm>
              <a:off x="5274874" y="4038442"/>
              <a:ext cx="54157" cy="30552"/>
            </a:xfrm>
            <a:custGeom>
              <a:avLst/>
              <a:gdLst/>
              <a:ahLst/>
              <a:cxnLst/>
              <a:rect l="l" t="t" r="r" b="b"/>
              <a:pathLst>
                <a:path w="2175" h="1227" fill="none" extrusionOk="0">
                  <a:moveTo>
                    <a:pt x="0" y="0"/>
                  </a:moveTo>
                  <a:cubicBezTo>
                    <a:pt x="84" y="446"/>
                    <a:pt x="418" y="864"/>
                    <a:pt x="836" y="1031"/>
                  </a:cubicBezTo>
                  <a:cubicBezTo>
                    <a:pt x="1310" y="1227"/>
                    <a:pt x="1812" y="1115"/>
                    <a:pt x="2174" y="808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8" name="Google Shape;578;p30"/>
            <p:cNvSpPr/>
            <p:nvPr/>
          </p:nvSpPr>
          <p:spPr>
            <a:xfrm>
              <a:off x="5390783" y="4416723"/>
              <a:ext cx="61105" cy="45816"/>
            </a:xfrm>
            <a:custGeom>
              <a:avLst/>
              <a:gdLst/>
              <a:ahLst/>
              <a:cxnLst/>
              <a:rect l="l" t="t" r="r" b="b"/>
              <a:pathLst>
                <a:path w="2454" h="1840" fill="none" extrusionOk="0">
                  <a:moveTo>
                    <a:pt x="0" y="1673"/>
                  </a:moveTo>
                  <a:cubicBezTo>
                    <a:pt x="558" y="1840"/>
                    <a:pt x="1171" y="1784"/>
                    <a:pt x="1617" y="1422"/>
                  </a:cubicBezTo>
                  <a:cubicBezTo>
                    <a:pt x="2119" y="1115"/>
                    <a:pt x="2425" y="558"/>
                    <a:pt x="2453" y="0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9" name="Google Shape;579;p30"/>
            <p:cNvSpPr/>
            <p:nvPr/>
          </p:nvSpPr>
          <p:spPr>
            <a:xfrm>
              <a:off x="5167281" y="4445159"/>
              <a:ext cx="82618" cy="69446"/>
            </a:xfrm>
            <a:custGeom>
              <a:avLst/>
              <a:gdLst/>
              <a:ahLst/>
              <a:cxnLst/>
              <a:rect l="l" t="t" r="r" b="b"/>
              <a:pathLst>
                <a:path w="3318" h="2789" fill="none" extrusionOk="0">
                  <a:moveTo>
                    <a:pt x="0" y="2621"/>
                  </a:moveTo>
                  <a:cubicBezTo>
                    <a:pt x="558" y="2788"/>
                    <a:pt x="1171" y="2788"/>
                    <a:pt x="1729" y="2621"/>
                  </a:cubicBezTo>
                  <a:cubicBezTo>
                    <a:pt x="2230" y="2454"/>
                    <a:pt x="2732" y="2092"/>
                    <a:pt x="3011" y="1618"/>
                  </a:cubicBezTo>
                  <a:cubicBezTo>
                    <a:pt x="3290" y="1116"/>
                    <a:pt x="3318" y="503"/>
                    <a:pt x="3039" y="1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0" name="Google Shape;580;p30"/>
            <p:cNvSpPr/>
            <p:nvPr/>
          </p:nvSpPr>
          <p:spPr>
            <a:xfrm>
              <a:off x="7700034" y="3108353"/>
              <a:ext cx="425491" cy="1181356"/>
            </a:xfrm>
            <a:custGeom>
              <a:avLst/>
              <a:gdLst/>
              <a:ahLst/>
              <a:cxnLst/>
              <a:rect l="l" t="t" r="r" b="b"/>
              <a:pathLst>
                <a:path w="17088" h="47444" extrusionOk="0">
                  <a:moveTo>
                    <a:pt x="5380" y="0"/>
                  </a:moveTo>
                  <a:lnTo>
                    <a:pt x="5380" y="9450"/>
                  </a:lnTo>
                  <a:cubicBezTo>
                    <a:pt x="5380" y="9450"/>
                    <a:pt x="558" y="10286"/>
                    <a:pt x="558" y="15359"/>
                  </a:cubicBezTo>
                  <a:cubicBezTo>
                    <a:pt x="0" y="26091"/>
                    <a:pt x="28" y="36210"/>
                    <a:pt x="558" y="45716"/>
                  </a:cubicBezTo>
                  <a:cubicBezTo>
                    <a:pt x="558" y="46663"/>
                    <a:pt x="1338" y="47444"/>
                    <a:pt x="2314" y="47444"/>
                  </a:cubicBezTo>
                  <a:lnTo>
                    <a:pt x="14774" y="47444"/>
                  </a:lnTo>
                  <a:cubicBezTo>
                    <a:pt x="15722" y="47444"/>
                    <a:pt x="16531" y="46691"/>
                    <a:pt x="16531" y="45716"/>
                  </a:cubicBezTo>
                  <a:cubicBezTo>
                    <a:pt x="17088" y="35820"/>
                    <a:pt x="17032" y="25673"/>
                    <a:pt x="16531" y="15359"/>
                  </a:cubicBezTo>
                  <a:cubicBezTo>
                    <a:pt x="16475" y="10286"/>
                    <a:pt x="11652" y="9450"/>
                    <a:pt x="11652" y="9450"/>
                  </a:cubicBezTo>
                  <a:lnTo>
                    <a:pt x="1165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1" name="Google Shape;581;p30"/>
            <p:cNvSpPr/>
            <p:nvPr/>
          </p:nvSpPr>
          <p:spPr>
            <a:xfrm>
              <a:off x="7817338" y="3070828"/>
              <a:ext cx="191581" cy="111104"/>
            </a:xfrm>
            <a:custGeom>
              <a:avLst/>
              <a:gdLst/>
              <a:ahLst/>
              <a:cxnLst/>
              <a:rect l="l" t="t" r="r" b="b"/>
              <a:pathLst>
                <a:path w="7694" h="4462" extrusionOk="0">
                  <a:moveTo>
                    <a:pt x="6682" y="1"/>
                  </a:moveTo>
                  <a:cubicBezTo>
                    <a:pt x="6666" y="1"/>
                    <a:pt x="6650" y="1"/>
                    <a:pt x="6635" y="2"/>
                  </a:cubicBezTo>
                  <a:lnTo>
                    <a:pt x="920" y="169"/>
                  </a:lnTo>
                  <a:cubicBezTo>
                    <a:pt x="391" y="225"/>
                    <a:pt x="0" y="643"/>
                    <a:pt x="0" y="1145"/>
                  </a:cubicBezTo>
                  <a:lnTo>
                    <a:pt x="0" y="3486"/>
                  </a:lnTo>
                  <a:cubicBezTo>
                    <a:pt x="0" y="4016"/>
                    <a:pt x="418" y="4462"/>
                    <a:pt x="976" y="4462"/>
                  </a:cubicBezTo>
                  <a:lnTo>
                    <a:pt x="6579" y="4462"/>
                  </a:lnTo>
                  <a:cubicBezTo>
                    <a:pt x="7109" y="4462"/>
                    <a:pt x="7527" y="4044"/>
                    <a:pt x="7555" y="3514"/>
                  </a:cubicBezTo>
                  <a:lnTo>
                    <a:pt x="7666" y="1005"/>
                  </a:lnTo>
                  <a:cubicBezTo>
                    <a:pt x="7693" y="464"/>
                    <a:pt x="7220" y="1"/>
                    <a:pt x="668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2" name="Google Shape;582;p30"/>
            <p:cNvSpPr/>
            <p:nvPr/>
          </p:nvSpPr>
          <p:spPr>
            <a:xfrm>
              <a:off x="7838154" y="3097247"/>
              <a:ext cx="2814" cy="60407"/>
            </a:xfrm>
            <a:custGeom>
              <a:avLst/>
              <a:gdLst/>
              <a:ahLst/>
              <a:cxnLst/>
              <a:rect l="l" t="t" r="r" b="b"/>
              <a:pathLst>
                <a:path w="113" h="2426" fill="none" extrusionOk="0">
                  <a:moveTo>
                    <a:pt x="112" y="0"/>
                  </a:moveTo>
                  <a:cubicBezTo>
                    <a:pt x="56" y="781"/>
                    <a:pt x="29" y="1617"/>
                    <a:pt x="1" y="2425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3" name="Google Shape;583;p30"/>
            <p:cNvSpPr/>
            <p:nvPr/>
          </p:nvSpPr>
          <p:spPr>
            <a:xfrm>
              <a:off x="7870773" y="3097247"/>
              <a:ext cx="25" cy="60407"/>
            </a:xfrm>
            <a:custGeom>
              <a:avLst/>
              <a:gdLst/>
              <a:ahLst/>
              <a:cxnLst/>
              <a:rect l="l" t="t" r="r" b="b"/>
              <a:pathLst>
                <a:path w="1" h="2426" fill="none" extrusionOk="0">
                  <a:moveTo>
                    <a:pt x="1" y="0"/>
                  </a:moveTo>
                  <a:lnTo>
                    <a:pt x="1" y="2425"/>
                  </a:ln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4" name="Google Shape;584;p30"/>
            <p:cNvSpPr/>
            <p:nvPr/>
          </p:nvSpPr>
          <p:spPr>
            <a:xfrm>
              <a:off x="7904089" y="3095853"/>
              <a:ext cx="25" cy="64566"/>
            </a:xfrm>
            <a:custGeom>
              <a:avLst/>
              <a:gdLst/>
              <a:ahLst/>
              <a:cxnLst/>
              <a:rect l="l" t="t" r="r" b="b"/>
              <a:pathLst>
                <a:path w="1" h="2593" fill="none" extrusionOk="0">
                  <a:moveTo>
                    <a:pt x="1" y="0"/>
                  </a:moveTo>
                  <a:lnTo>
                    <a:pt x="1" y="2593"/>
                  </a:ln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5" name="Google Shape;585;p30"/>
            <p:cNvSpPr/>
            <p:nvPr/>
          </p:nvSpPr>
          <p:spPr>
            <a:xfrm>
              <a:off x="7934642" y="3094459"/>
              <a:ext cx="2092" cy="67354"/>
            </a:xfrm>
            <a:custGeom>
              <a:avLst/>
              <a:gdLst/>
              <a:ahLst/>
              <a:cxnLst/>
              <a:rect l="l" t="t" r="r" b="b"/>
              <a:pathLst>
                <a:path w="84" h="2705" fill="none" extrusionOk="0">
                  <a:moveTo>
                    <a:pt x="84" y="1"/>
                  </a:moveTo>
                  <a:lnTo>
                    <a:pt x="0" y="2705"/>
                  </a:ln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6" name="Google Shape;586;p30"/>
            <p:cNvSpPr/>
            <p:nvPr/>
          </p:nvSpPr>
          <p:spPr>
            <a:xfrm>
              <a:off x="7970722" y="3090997"/>
              <a:ext cx="722" cy="68724"/>
            </a:xfrm>
            <a:custGeom>
              <a:avLst/>
              <a:gdLst/>
              <a:ahLst/>
              <a:cxnLst/>
              <a:rect l="l" t="t" r="r" b="b"/>
              <a:pathLst>
                <a:path w="29" h="2760" fill="none" extrusionOk="0">
                  <a:moveTo>
                    <a:pt x="29" y="0"/>
                  </a:moveTo>
                  <a:cubicBezTo>
                    <a:pt x="29" y="892"/>
                    <a:pt x="1" y="1840"/>
                    <a:pt x="1" y="2760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7" name="Google Shape;587;p30"/>
            <p:cNvSpPr/>
            <p:nvPr/>
          </p:nvSpPr>
          <p:spPr>
            <a:xfrm>
              <a:off x="7737508" y="3576224"/>
              <a:ext cx="353331" cy="396283"/>
            </a:xfrm>
            <a:custGeom>
              <a:avLst/>
              <a:gdLst/>
              <a:ahLst/>
              <a:cxnLst/>
              <a:rect l="l" t="t" r="r" b="b"/>
              <a:pathLst>
                <a:path w="14190" h="15915" extrusionOk="0">
                  <a:moveTo>
                    <a:pt x="7047" y="0"/>
                  </a:moveTo>
                  <a:cubicBezTo>
                    <a:pt x="4240" y="0"/>
                    <a:pt x="2026" y="136"/>
                    <a:pt x="976" y="221"/>
                  </a:cubicBezTo>
                  <a:cubicBezTo>
                    <a:pt x="586" y="277"/>
                    <a:pt x="307" y="583"/>
                    <a:pt x="252" y="918"/>
                  </a:cubicBezTo>
                  <a:cubicBezTo>
                    <a:pt x="1" y="5183"/>
                    <a:pt x="196" y="12598"/>
                    <a:pt x="279" y="14772"/>
                  </a:cubicBezTo>
                  <a:cubicBezTo>
                    <a:pt x="307" y="15106"/>
                    <a:pt x="558" y="15413"/>
                    <a:pt x="893" y="15497"/>
                  </a:cubicBezTo>
                  <a:cubicBezTo>
                    <a:pt x="2550" y="15808"/>
                    <a:pt x="4400" y="15914"/>
                    <a:pt x="6168" y="15914"/>
                  </a:cubicBezTo>
                  <a:cubicBezTo>
                    <a:pt x="9157" y="15914"/>
                    <a:pt x="11911" y="15609"/>
                    <a:pt x="13102" y="15469"/>
                  </a:cubicBezTo>
                  <a:cubicBezTo>
                    <a:pt x="13437" y="15413"/>
                    <a:pt x="13715" y="15106"/>
                    <a:pt x="13771" y="14772"/>
                  </a:cubicBezTo>
                  <a:cubicBezTo>
                    <a:pt x="14189" y="8277"/>
                    <a:pt x="13910" y="2786"/>
                    <a:pt x="13771" y="918"/>
                  </a:cubicBezTo>
                  <a:cubicBezTo>
                    <a:pt x="13715" y="556"/>
                    <a:pt x="13437" y="277"/>
                    <a:pt x="13074" y="221"/>
                  </a:cubicBezTo>
                  <a:cubicBezTo>
                    <a:pt x="10920" y="57"/>
                    <a:pt x="8859" y="0"/>
                    <a:pt x="70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8" name="Google Shape;588;p30"/>
            <p:cNvSpPr/>
            <p:nvPr/>
          </p:nvSpPr>
          <p:spPr>
            <a:xfrm>
              <a:off x="7815246" y="3667781"/>
              <a:ext cx="120118" cy="200619"/>
            </a:xfrm>
            <a:custGeom>
              <a:avLst/>
              <a:gdLst/>
              <a:ahLst/>
              <a:cxnLst/>
              <a:rect l="l" t="t" r="r" b="b"/>
              <a:pathLst>
                <a:path w="4824" h="8057" extrusionOk="0">
                  <a:moveTo>
                    <a:pt x="1199" y="1"/>
                  </a:moveTo>
                  <a:cubicBezTo>
                    <a:pt x="363" y="753"/>
                    <a:pt x="1" y="1952"/>
                    <a:pt x="140" y="3067"/>
                  </a:cubicBezTo>
                  <a:cubicBezTo>
                    <a:pt x="252" y="4182"/>
                    <a:pt x="809" y="5241"/>
                    <a:pt x="1506" y="6077"/>
                  </a:cubicBezTo>
                  <a:cubicBezTo>
                    <a:pt x="2008" y="6663"/>
                    <a:pt x="2510" y="7137"/>
                    <a:pt x="3123" y="7638"/>
                  </a:cubicBezTo>
                  <a:cubicBezTo>
                    <a:pt x="3179" y="7694"/>
                    <a:pt x="3290" y="7778"/>
                    <a:pt x="3346" y="7834"/>
                  </a:cubicBezTo>
                  <a:cubicBezTo>
                    <a:pt x="3346" y="7722"/>
                    <a:pt x="3318" y="7638"/>
                    <a:pt x="3318" y="7527"/>
                  </a:cubicBezTo>
                  <a:cubicBezTo>
                    <a:pt x="3290" y="7192"/>
                    <a:pt x="3262" y="6802"/>
                    <a:pt x="3179" y="6440"/>
                  </a:cubicBezTo>
                  <a:cubicBezTo>
                    <a:pt x="3011" y="5743"/>
                    <a:pt x="2593" y="5102"/>
                    <a:pt x="2287" y="4461"/>
                  </a:cubicBezTo>
                  <a:cubicBezTo>
                    <a:pt x="1924" y="3792"/>
                    <a:pt x="1618" y="3095"/>
                    <a:pt x="1645" y="2370"/>
                  </a:cubicBezTo>
                  <a:lnTo>
                    <a:pt x="1645" y="2370"/>
                  </a:lnTo>
                  <a:cubicBezTo>
                    <a:pt x="2091" y="3652"/>
                    <a:pt x="3151" y="4684"/>
                    <a:pt x="3736" y="5938"/>
                  </a:cubicBezTo>
                  <a:cubicBezTo>
                    <a:pt x="4043" y="6579"/>
                    <a:pt x="4182" y="7332"/>
                    <a:pt x="4182" y="8057"/>
                  </a:cubicBezTo>
                  <a:cubicBezTo>
                    <a:pt x="4294" y="7945"/>
                    <a:pt x="4377" y="7806"/>
                    <a:pt x="4433" y="7555"/>
                  </a:cubicBezTo>
                  <a:cubicBezTo>
                    <a:pt x="4823" y="6273"/>
                    <a:pt x="4684" y="4851"/>
                    <a:pt x="4154" y="3652"/>
                  </a:cubicBezTo>
                  <a:cubicBezTo>
                    <a:pt x="3541" y="2203"/>
                    <a:pt x="2426" y="976"/>
                    <a:pt x="1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9" name="Google Shape;589;p30"/>
            <p:cNvSpPr/>
            <p:nvPr/>
          </p:nvSpPr>
          <p:spPr>
            <a:xfrm>
              <a:off x="7939497" y="3652418"/>
              <a:ext cx="83315" cy="125745"/>
            </a:xfrm>
            <a:custGeom>
              <a:avLst/>
              <a:gdLst/>
              <a:ahLst/>
              <a:cxnLst/>
              <a:rect l="l" t="t" r="r" b="b"/>
              <a:pathLst>
                <a:path w="3346" h="5050" extrusionOk="0">
                  <a:moveTo>
                    <a:pt x="2995" y="1"/>
                  </a:moveTo>
                  <a:cubicBezTo>
                    <a:pt x="2350" y="1"/>
                    <a:pt x="1699" y="309"/>
                    <a:pt x="1227" y="757"/>
                  </a:cubicBezTo>
                  <a:cubicBezTo>
                    <a:pt x="669" y="1315"/>
                    <a:pt x="363" y="2039"/>
                    <a:pt x="168" y="2820"/>
                  </a:cubicBezTo>
                  <a:cubicBezTo>
                    <a:pt x="84" y="3294"/>
                    <a:pt x="28" y="3823"/>
                    <a:pt x="0" y="4353"/>
                  </a:cubicBezTo>
                  <a:lnTo>
                    <a:pt x="0" y="4548"/>
                  </a:lnTo>
                  <a:lnTo>
                    <a:pt x="168" y="4381"/>
                  </a:lnTo>
                  <a:cubicBezTo>
                    <a:pt x="363" y="4214"/>
                    <a:pt x="530" y="4046"/>
                    <a:pt x="697" y="3823"/>
                  </a:cubicBezTo>
                  <a:cubicBezTo>
                    <a:pt x="1004" y="3405"/>
                    <a:pt x="1199" y="2931"/>
                    <a:pt x="1394" y="2457"/>
                  </a:cubicBezTo>
                  <a:cubicBezTo>
                    <a:pt x="1617" y="2011"/>
                    <a:pt x="1840" y="1538"/>
                    <a:pt x="2258" y="1259"/>
                  </a:cubicBezTo>
                  <a:lnTo>
                    <a:pt x="2258" y="1259"/>
                  </a:lnTo>
                  <a:cubicBezTo>
                    <a:pt x="1757" y="2039"/>
                    <a:pt x="1673" y="3071"/>
                    <a:pt x="1255" y="3907"/>
                  </a:cubicBezTo>
                  <a:cubicBezTo>
                    <a:pt x="1060" y="4353"/>
                    <a:pt x="697" y="4743"/>
                    <a:pt x="307" y="5050"/>
                  </a:cubicBezTo>
                  <a:cubicBezTo>
                    <a:pt x="419" y="5050"/>
                    <a:pt x="530" y="5050"/>
                    <a:pt x="697" y="4966"/>
                  </a:cubicBezTo>
                  <a:cubicBezTo>
                    <a:pt x="1534" y="4660"/>
                    <a:pt x="2230" y="3991"/>
                    <a:pt x="2649" y="3210"/>
                  </a:cubicBezTo>
                  <a:cubicBezTo>
                    <a:pt x="3178" y="2234"/>
                    <a:pt x="3345" y="1119"/>
                    <a:pt x="3345" y="32"/>
                  </a:cubicBezTo>
                  <a:cubicBezTo>
                    <a:pt x="3230" y="11"/>
                    <a:pt x="3112" y="1"/>
                    <a:pt x="29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0" name="Google Shape;590;p30"/>
            <p:cNvSpPr/>
            <p:nvPr/>
          </p:nvSpPr>
          <p:spPr>
            <a:xfrm>
              <a:off x="8015841" y="3399857"/>
              <a:ext cx="67354" cy="147184"/>
            </a:xfrm>
            <a:custGeom>
              <a:avLst/>
              <a:gdLst/>
              <a:ahLst/>
              <a:cxnLst/>
              <a:rect l="l" t="t" r="r" b="b"/>
              <a:pathLst>
                <a:path w="2705" h="5911" fill="none" extrusionOk="0">
                  <a:moveTo>
                    <a:pt x="1" y="1"/>
                  </a:moveTo>
                  <a:cubicBezTo>
                    <a:pt x="1757" y="1395"/>
                    <a:pt x="2705" y="3680"/>
                    <a:pt x="2482" y="5910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1" name="Google Shape;591;p30"/>
            <p:cNvSpPr/>
            <p:nvPr/>
          </p:nvSpPr>
          <p:spPr>
            <a:xfrm>
              <a:off x="8077618" y="3989838"/>
              <a:ext cx="722" cy="168000"/>
            </a:xfrm>
            <a:custGeom>
              <a:avLst/>
              <a:gdLst/>
              <a:ahLst/>
              <a:cxnLst/>
              <a:rect l="l" t="t" r="r" b="b"/>
              <a:pathLst>
                <a:path w="29" h="6747" fill="none" extrusionOk="0">
                  <a:moveTo>
                    <a:pt x="28" y="1"/>
                  </a:moveTo>
                  <a:cubicBezTo>
                    <a:pt x="28" y="2259"/>
                    <a:pt x="28" y="4489"/>
                    <a:pt x="1" y="6747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2" name="Google Shape;592;p30"/>
            <p:cNvSpPr/>
            <p:nvPr/>
          </p:nvSpPr>
          <p:spPr>
            <a:xfrm>
              <a:off x="8075526" y="4188365"/>
              <a:ext cx="25" cy="25000"/>
            </a:xfrm>
            <a:custGeom>
              <a:avLst/>
              <a:gdLst/>
              <a:ahLst/>
              <a:cxnLst/>
              <a:rect l="l" t="t" r="r" b="b"/>
              <a:pathLst>
                <a:path w="1" h="1004" fill="none" extrusionOk="0">
                  <a:moveTo>
                    <a:pt x="1" y="0"/>
                  </a:moveTo>
                  <a:lnTo>
                    <a:pt x="1" y="1004"/>
                  </a:lnTo>
                </a:path>
              </a:pathLst>
            </a:custGeom>
            <a:noFill/>
            <a:ln w="6275" cap="rnd" cmpd="sng">
              <a:solidFill>
                <a:srgbClr val="2A331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3" name="Google Shape;593;p30"/>
            <p:cNvSpPr/>
            <p:nvPr/>
          </p:nvSpPr>
          <p:spPr>
            <a:xfrm>
              <a:off x="7870076" y="3927364"/>
              <a:ext cx="149276" cy="11828"/>
            </a:xfrm>
            <a:custGeom>
              <a:avLst/>
              <a:gdLst/>
              <a:ahLst/>
              <a:cxnLst/>
              <a:rect l="l" t="t" r="r" b="b"/>
              <a:pathLst>
                <a:path w="5995" h="475" fill="none" extrusionOk="0">
                  <a:moveTo>
                    <a:pt x="1" y="280"/>
                  </a:moveTo>
                  <a:cubicBezTo>
                    <a:pt x="1980" y="475"/>
                    <a:pt x="4015" y="391"/>
                    <a:pt x="5994" y="1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4" name="Google Shape;594;p30"/>
            <p:cNvSpPr/>
            <p:nvPr/>
          </p:nvSpPr>
          <p:spPr>
            <a:xfrm>
              <a:off x="7752100" y="3394877"/>
              <a:ext cx="122184" cy="293745"/>
            </a:xfrm>
            <a:custGeom>
              <a:avLst/>
              <a:gdLst/>
              <a:ahLst/>
              <a:cxnLst/>
              <a:rect l="l" t="t" r="r" b="b"/>
              <a:pathLst>
                <a:path w="4907" h="11797" extrusionOk="0">
                  <a:moveTo>
                    <a:pt x="4077" y="0"/>
                  </a:moveTo>
                  <a:cubicBezTo>
                    <a:pt x="3799" y="0"/>
                    <a:pt x="3524" y="184"/>
                    <a:pt x="3289" y="340"/>
                  </a:cubicBezTo>
                  <a:cubicBezTo>
                    <a:pt x="2397" y="814"/>
                    <a:pt x="1700" y="1706"/>
                    <a:pt x="1227" y="2626"/>
                  </a:cubicBezTo>
                  <a:cubicBezTo>
                    <a:pt x="558" y="3936"/>
                    <a:pt x="279" y="5386"/>
                    <a:pt x="139" y="6807"/>
                  </a:cubicBezTo>
                  <a:cubicBezTo>
                    <a:pt x="28" y="7894"/>
                    <a:pt x="0" y="8981"/>
                    <a:pt x="28" y="10097"/>
                  </a:cubicBezTo>
                  <a:cubicBezTo>
                    <a:pt x="28" y="10431"/>
                    <a:pt x="84" y="10821"/>
                    <a:pt x="223" y="11184"/>
                  </a:cubicBezTo>
                  <a:cubicBezTo>
                    <a:pt x="362" y="11490"/>
                    <a:pt x="669" y="11797"/>
                    <a:pt x="1059" y="11797"/>
                  </a:cubicBezTo>
                  <a:cubicBezTo>
                    <a:pt x="1394" y="11797"/>
                    <a:pt x="1673" y="11602"/>
                    <a:pt x="1840" y="11323"/>
                  </a:cubicBezTo>
                  <a:cubicBezTo>
                    <a:pt x="2035" y="11044"/>
                    <a:pt x="2091" y="10682"/>
                    <a:pt x="2119" y="10375"/>
                  </a:cubicBezTo>
                  <a:cubicBezTo>
                    <a:pt x="2230" y="9400"/>
                    <a:pt x="2119" y="8452"/>
                    <a:pt x="2119" y="7476"/>
                  </a:cubicBezTo>
                  <a:cubicBezTo>
                    <a:pt x="2119" y="6501"/>
                    <a:pt x="2230" y="5525"/>
                    <a:pt x="2732" y="4689"/>
                  </a:cubicBezTo>
                  <a:cubicBezTo>
                    <a:pt x="3038" y="4131"/>
                    <a:pt x="3512" y="3685"/>
                    <a:pt x="3931" y="3183"/>
                  </a:cubicBezTo>
                  <a:cubicBezTo>
                    <a:pt x="4349" y="2710"/>
                    <a:pt x="4767" y="2152"/>
                    <a:pt x="4850" y="1511"/>
                  </a:cubicBezTo>
                  <a:cubicBezTo>
                    <a:pt x="4906" y="1065"/>
                    <a:pt x="4823" y="396"/>
                    <a:pt x="4432" y="117"/>
                  </a:cubicBezTo>
                  <a:cubicBezTo>
                    <a:pt x="4315" y="34"/>
                    <a:pt x="4196" y="0"/>
                    <a:pt x="4077" y="0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5" name="Google Shape;595;p30"/>
            <p:cNvSpPr/>
            <p:nvPr/>
          </p:nvSpPr>
          <p:spPr>
            <a:xfrm>
              <a:off x="7750705" y="3904356"/>
              <a:ext cx="70816" cy="243223"/>
            </a:xfrm>
            <a:custGeom>
              <a:avLst/>
              <a:gdLst/>
              <a:ahLst/>
              <a:cxnLst/>
              <a:rect l="l" t="t" r="r" b="b"/>
              <a:pathLst>
                <a:path w="2844" h="9768" extrusionOk="0">
                  <a:moveTo>
                    <a:pt x="1247" y="1"/>
                  </a:moveTo>
                  <a:cubicBezTo>
                    <a:pt x="1017" y="1"/>
                    <a:pt x="787" y="104"/>
                    <a:pt x="614" y="340"/>
                  </a:cubicBezTo>
                  <a:cubicBezTo>
                    <a:pt x="168" y="897"/>
                    <a:pt x="195" y="2068"/>
                    <a:pt x="168" y="2737"/>
                  </a:cubicBezTo>
                  <a:cubicBezTo>
                    <a:pt x="0" y="4660"/>
                    <a:pt x="28" y="6556"/>
                    <a:pt x="586" y="8423"/>
                  </a:cubicBezTo>
                  <a:lnTo>
                    <a:pt x="586" y="8479"/>
                  </a:lnTo>
                  <a:cubicBezTo>
                    <a:pt x="745" y="8984"/>
                    <a:pt x="1158" y="9767"/>
                    <a:pt x="1775" y="9767"/>
                  </a:cubicBezTo>
                  <a:cubicBezTo>
                    <a:pt x="1806" y="9767"/>
                    <a:pt x="1837" y="9765"/>
                    <a:pt x="1868" y="9761"/>
                  </a:cubicBezTo>
                  <a:cubicBezTo>
                    <a:pt x="2230" y="9734"/>
                    <a:pt x="2509" y="9427"/>
                    <a:pt x="2593" y="9120"/>
                  </a:cubicBezTo>
                  <a:cubicBezTo>
                    <a:pt x="2816" y="8591"/>
                    <a:pt x="2732" y="7894"/>
                    <a:pt x="2788" y="7336"/>
                  </a:cubicBezTo>
                  <a:cubicBezTo>
                    <a:pt x="2816" y="6667"/>
                    <a:pt x="2844" y="5998"/>
                    <a:pt x="2844" y="5357"/>
                  </a:cubicBezTo>
                  <a:cubicBezTo>
                    <a:pt x="2844" y="3991"/>
                    <a:pt x="2704" y="2653"/>
                    <a:pt x="2398" y="1371"/>
                  </a:cubicBezTo>
                  <a:cubicBezTo>
                    <a:pt x="2314" y="1064"/>
                    <a:pt x="2230" y="702"/>
                    <a:pt x="2007" y="423"/>
                  </a:cubicBezTo>
                  <a:cubicBezTo>
                    <a:pt x="1822" y="160"/>
                    <a:pt x="1533" y="1"/>
                    <a:pt x="1247" y="1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6" name="Google Shape;596;p30"/>
            <p:cNvSpPr/>
            <p:nvPr/>
          </p:nvSpPr>
          <p:spPr>
            <a:xfrm>
              <a:off x="6474954" y="3109050"/>
              <a:ext cx="1155684" cy="249896"/>
            </a:xfrm>
            <a:custGeom>
              <a:avLst/>
              <a:gdLst/>
              <a:ahLst/>
              <a:cxnLst/>
              <a:rect l="l" t="t" r="r" b="b"/>
              <a:pathLst>
                <a:path w="46413" h="10036" extrusionOk="0">
                  <a:moveTo>
                    <a:pt x="46413" y="0"/>
                  </a:moveTo>
                  <a:cubicBezTo>
                    <a:pt x="33119" y="397"/>
                    <a:pt x="20235" y="461"/>
                    <a:pt x="13305" y="461"/>
                  </a:cubicBezTo>
                  <a:cubicBezTo>
                    <a:pt x="10006" y="461"/>
                    <a:pt x="8056" y="446"/>
                    <a:pt x="8056" y="446"/>
                  </a:cubicBezTo>
                  <a:cubicBezTo>
                    <a:pt x="4851" y="1422"/>
                    <a:pt x="0" y="3150"/>
                    <a:pt x="0" y="3150"/>
                  </a:cubicBezTo>
                  <a:lnTo>
                    <a:pt x="3206" y="8307"/>
                  </a:lnTo>
                  <a:lnTo>
                    <a:pt x="41395" y="10035"/>
                  </a:lnTo>
                  <a:lnTo>
                    <a:pt x="46413" y="0"/>
                  </a:lnTo>
                  <a:close/>
                </a:path>
              </a:pathLst>
            </a:custGeom>
            <a:solidFill>
              <a:srgbClr val="C481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7" name="Google Shape;597;p30"/>
            <p:cNvSpPr/>
            <p:nvPr/>
          </p:nvSpPr>
          <p:spPr>
            <a:xfrm>
              <a:off x="6368058" y="2683559"/>
              <a:ext cx="582386" cy="656638"/>
            </a:xfrm>
            <a:custGeom>
              <a:avLst/>
              <a:gdLst/>
              <a:ahLst/>
              <a:cxnLst/>
              <a:rect l="l" t="t" r="r" b="b"/>
              <a:pathLst>
                <a:path w="23389" h="26371" extrusionOk="0">
                  <a:moveTo>
                    <a:pt x="14031" y="0"/>
                  </a:moveTo>
                  <a:cubicBezTo>
                    <a:pt x="13204" y="0"/>
                    <a:pt x="12378" y="165"/>
                    <a:pt x="11625" y="502"/>
                  </a:cubicBezTo>
                  <a:cubicBezTo>
                    <a:pt x="9729" y="1339"/>
                    <a:pt x="8363" y="3178"/>
                    <a:pt x="8140" y="5213"/>
                  </a:cubicBezTo>
                  <a:cubicBezTo>
                    <a:pt x="7711" y="4163"/>
                    <a:pt x="6607" y="3481"/>
                    <a:pt x="5494" y="3481"/>
                  </a:cubicBezTo>
                  <a:cubicBezTo>
                    <a:pt x="5307" y="3481"/>
                    <a:pt x="5119" y="3501"/>
                    <a:pt x="4935" y="3541"/>
                  </a:cubicBezTo>
                  <a:cubicBezTo>
                    <a:pt x="3624" y="3819"/>
                    <a:pt x="2705" y="5130"/>
                    <a:pt x="2760" y="6440"/>
                  </a:cubicBezTo>
                  <a:cubicBezTo>
                    <a:pt x="2570" y="6344"/>
                    <a:pt x="2366" y="6301"/>
                    <a:pt x="2161" y="6301"/>
                  </a:cubicBezTo>
                  <a:cubicBezTo>
                    <a:pt x="1464" y="6301"/>
                    <a:pt x="742" y="6797"/>
                    <a:pt x="419" y="7443"/>
                  </a:cubicBezTo>
                  <a:cubicBezTo>
                    <a:pt x="1" y="8279"/>
                    <a:pt x="56" y="9283"/>
                    <a:pt x="196" y="10203"/>
                  </a:cubicBezTo>
                  <a:cubicBezTo>
                    <a:pt x="1116" y="16781"/>
                    <a:pt x="5854" y="22691"/>
                    <a:pt x="12071" y="25060"/>
                  </a:cubicBezTo>
                  <a:cubicBezTo>
                    <a:pt x="12975" y="25400"/>
                    <a:pt x="14001" y="25660"/>
                    <a:pt x="14975" y="25660"/>
                  </a:cubicBezTo>
                  <a:cubicBezTo>
                    <a:pt x="15922" y="25660"/>
                    <a:pt x="16819" y="25414"/>
                    <a:pt x="17506" y="24754"/>
                  </a:cubicBezTo>
                  <a:lnTo>
                    <a:pt x="17506" y="24754"/>
                  </a:lnTo>
                  <a:lnTo>
                    <a:pt x="16252" y="26371"/>
                  </a:lnTo>
                  <a:cubicBezTo>
                    <a:pt x="19235" y="24503"/>
                    <a:pt x="21270" y="21381"/>
                    <a:pt x="22273" y="18036"/>
                  </a:cubicBezTo>
                  <a:cubicBezTo>
                    <a:pt x="23304" y="14719"/>
                    <a:pt x="23388" y="11179"/>
                    <a:pt x="23081" y="7638"/>
                  </a:cubicBezTo>
                  <a:cubicBezTo>
                    <a:pt x="22942" y="6022"/>
                    <a:pt x="22691" y="4265"/>
                    <a:pt x="21743" y="2872"/>
                  </a:cubicBezTo>
                  <a:cubicBezTo>
                    <a:pt x="20978" y="1746"/>
                    <a:pt x="19685" y="911"/>
                    <a:pt x="18393" y="911"/>
                  </a:cubicBezTo>
                  <a:cubicBezTo>
                    <a:pt x="18086" y="911"/>
                    <a:pt x="17778" y="958"/>
                    <a:pt x="17479" y="1060"/>
                  </a:cubicBezTo>
                  <a:cubicBezTo>
                    <a:pt x="16481" y="361"/>
                    <a:pt x="15254" y="0"/>
                    <a:pt x="140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8" name="Google Shape;598;p30"/>
            <p:cNvSpPr/>
            <p:nvPr/>
          </p:nvSpPr>
          <p:spPr>
            <a:xfrm>
              <a:off x="6835879" y="2710625"/>
              <a:ext cx="52091" cy="433135"/>
            </a:xfrm>
            <a:custGeom>
              <a:avLst/>
              <a:gdLst/>
              <a:ahLst/>
              <a:cxnLst/>
              <a:rect l="l" t="t" r="r" b="b"/>
              <a:pathLst>
                <a:path w="2092" h="17395" extrusionOk="0">
                  <a:moveTo>
                    <a:pt x="781" y="1"/>
                  </a:moveTo>
                  <a:lnTo>
                    <a:pt x="781" y="1"/>
                  </a:lnTo>
                  <a:cubicBezTo>
                    <a:pt x="1478" y="2175"/>
                    <a:pt x="1785" y="4600"/>
                    <a:pt x="1673" y="7276"/>
                  </a:cubicBezTo>
                  <a:cubicBezTo>
                    <a:pt x="1534" y="10621"/>
                    <a:pt x="781" y="13938"/>
                    <a:pt x="29" y="17144"/>
                  </a:cubicBezTo>
                  <a:cubicBezTo>
                    <a:pt x="1" y="17283"/>
                    <a:pt x="84" y="17367"/>
                    <a:pt x="140" y="17395"/>
                  </a:cubicBezTo>
                  <a:lnTo>
                    <a:pt x="168" y="17395"/>
                  </a:lnTo>
                  <a:cubicBezTo>
                    <a:pt x="252" y="17395"/>
                    <a:pt x="307" y="17367"/>
                    <a:pt x="363" y="17255"/>
                  </a:cubicBezTo>
                  <a:cubicBezTo>
                    <a:pt x="1088" y="14050"/>
                    <a:pt x="1840" y="10705"/>
                    <a:pt x="1980" y="7332"/>
                  </a:cubicBezTo>
                  <a:cubicBezTo>
                    <a:pt x="2091" y="4684"/>
                    <a:pt x="1813" y="2314"/>
                    <a:pt x="1144" y="168"/>
                  </a:cubicBezTo>
                  <a:cubicBezTo>
                    <a:pt x="1004" y="112"/>
                    <a:pt x="921" y="84"/>
                    <a:pt x="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9" name="Google Shape;599;p30"/>
            <p:cNvSpPr/>
            <p:nvPr/>
          </p:nvSpPr>
          <p:spPr>
            <a:xfrm>
              <a:off x="6390269" y="2686348"/>
              <a:ext cx="385253" cy="637191"/>
            </a:xfrm>
            <a:custGeom>
              <a:avLst/>
              <a:gdLst/>
              <a:ahLst/>
              <a:cxnLst/>
              <a:rect l="l" t="t" r="r" b="b"/>
              <a:pathLst>
                <a:path w="15472" h="25590" extrusionOk="0">
                  <a:moveTo>
                    <a:pt x="7109" y="4990"/>
                  </a:moveTo>
                  <a:lnTo>
                    <a:pt x="7109" y="4990"/>
                  </a:lnTo>
                  <a:cubicBezTo>
                    <a:pt x="7109" y="4992"/>
                    <a:pt x="7109" y="4995"/>
                    <a:pt x="7110" y="4999"/>
                  </a:cubicBezTo>
                  <a:lnTo>
                    <a:pt x="7110" y="4999"/>
                  </a:lnTo>
                  <a:cubicBezTo>
                    <a:pt x="7109" y="4996"/>
                    <a:pt x="7109" y="4993"/>
                    <a:pt x="7109" y="4990"/>
                  </a:cubicBezTo>
                  <a:close/>
                  <a:moveTo>
                    <a:pt x="12349" y="0"/>
                  </a:moveTo>
                  <a:cubicBezTo>
                    <a:pt x="12266" y="0"/>
                    <a:pt x="12154" y="56"/>
                    <a:pt x="12043" y="56"/>
                  </a:cubicBezTo>
                  <a:cubicBezTo>
                    <a:pt x="12322" y="1366"/>
                    <a:pt x="12545" y="2732"/>
                    <a:pt x="12740" y="4042"/>
                  </a:cubicBezTo>
                  <a:cubicBezTo>
                    <a:pt x="13409" y="8167"/>
                    <a:pt x="14106" y="12405"/>
                    <a:pt x="14273" y="16669"/>
                  </a:cubicBezTo>
                  <a:cubicBezTo>
                    <a:pt x="14384" y="19234"/>
                    <a:pt x="14301" y="21826"/>
                    <a:pt x="14050" y="24391"/>
                  </a:cubicBezTo>
                  <a:cubicBezTo>
                    <a:pt x="14022" y="24363"/>
                    <a:pt x="13994" y="24307"/>
                    <a:pt x="13966" y="24252"/>
                  </a:cubicBezTo>
                  <a:lnTo>
                    <a:pt x="12628" y="15471"/>
                  </a:lnTo>
                  <a:cubicBezTo>
                    <a:pt x="11903" y="10704"/>
                    <a:pt x="11179" y="5770"/>
                    <a:pt x="9562" y="1087"/>
                  </a:cubicBezTo>
                  <a:cubicBezTo>
                    <a:pt x="9478" y="1171"/>
                    <a:pt x="9395" y="1227"/>
                    <a:pt x="9283" y="1310"/>
                  </a:cubicBezTo>
                  <a:cubicBezTo>
                    <a:pt x="10872" y="5910"/>
                    <a:pt x="11597" y="10788"/>
                    <a:pt x="12294" y="15527"/>
                  </a:cubicBezTo>
                  <a:lnTo>
                    <a:pt x="13464" y="23555"/>
                  </a:lnTo>
                  <a:cubicBezTo>
                    <a:pt x="9924" y="17701"/>
                    <a:pt x="7834" y="11094"/>
                    <a:pt x="7332" y="4265"/>
                  </a:cubicBezTo>
                  <a:cubicBezTo>
                    <a:pt x="7276" y="4544"/>
                    <a:pt x="7193" y="4850"/>
                    <a:pt x="7165" y="5129"/>
                  </a:cubicBezTo>
                  <a:cubicBezTo>
                    <a:pt x="7139" y="5079"/>
                    <a:pt x="7114" y="5028"/>
                    <a:pt x="7110" y="4999"/>
                  </a:cubicBezTo>
                  <a:lnTo>
                    <a:pt x="7110" y="4999"/>
                  </a:lnTo>
                  <a:cubicBezTo>
                    <a:pt x="7696" y="11853"/>
                    <a:pt x="9926" y="18456"/>
                    <a:pt x="13576" y="24307"/>
                  </a:cubicBezTo>
                  <a:cubicBezTo>
                    <a:pt x="10761" y="22077"/>
                    <a:pt x="8503" y="18676"/>
                    <a:pt x="6970" y="14495"/>
                  </a:cubicBezTo>
                  <a:cubicBezTo>
                    <a:pt x="5659" y="10927"/>
                    <a:pt x="5046" y="7164"/>
                    <a:pt x="4489" y="3429"/>
                  </a:cubicBezTo>
                  <a:cubicBezTo>
                    <a:pt x="4377" y="3429"/>
                    <a:pt x="4266" y="3457"/>
                    <a:pt x="4182" y="3457"/>
                  </a:cubicBezTo>
                  <a:cubicBezTo>
                    <a:pt x="4739" y="7192"/>
                    <a:pt x="5381" y="11011"/>
                    <a:pt x="6691" y="14607"/>
                  </a:cubicBezTo>
                  <a:cubicBezTo>
                    <a:pt x="8001" y="18314"/>
                    <a:pt x="9952" y="21408"/>
                    <a:pt x="12322" y="23638"/>
                  </a:cubicBezTo>
                  <a:cubicBezTo>
                    <a:pt x="9478" y="21464"/>
                    <a:pt x="7471" y="18732"/>
                    <a:pt x="6217" y="16502"/>
                  </a:cubicBezTo>
                  <a:cubicBezTo>
                    <a:pt x="4210" y="13018"/>
                    <a:pt x="2955" y="9199"/>
                    <a:pt x="1952" y="5547"/>
                  </a:cubicBezTo>
                  <a:cubicBezTo>
                    <a:pt x="1868" y="5826"/>
                    <a:pt x="1840" y="6077"/>
                    <a:pt x="1868" y="6356"/>
                  </a:cubicBezTo>
                  <a:lnTo>
                    <a:pt x="1840" y="6356"/>
                  </a:lnTo>
                  <a:cubicBezTo>
                    <a:pt x="2816" y="9812"/>
                    <a:pt x="4070" y="13352"/>
                    <a:pt x="5938" y="16669"/>
                  </a:cubicBezTo>
                  <a:cubicBezTo>
                    <a:pt x="7276" y="19011"/>
                    <a:pt x="9395" y="21938"/>
                    <a:pt x="12461" y="24168"/>
                  </a:cubicBezTo>
                  <a:cubicBezTo>
                    <a:pt x="11792" y="23806"/>
                    <a:pt x="11151" y="23415"/>
                    <a:pt x="10482" y="22969"/>
                  </a:cubicBezTo>
                  <a:cubicBezTo>
                    <a:pt x="4962" y="19318"/>
                    <a:pt x="1144" y="13101"/>
                    <a:pt x="279" y="6551"/>
                  </a:cubicBezTo>
                  <a:cubicBezTo>
                    <a:pt x="168" y="6634"/>
                    <a:pt x="56" y="6690"/>
                    <a:pt x="1" y="6774"/>
                  </a:cubicBezTo>
                  <a:cubicBezTo>
                    <a:pt x="921" y="13352"/>
                    <a:pt x="4767" y="19568"/>
                    <a:pt x="10315" y="23248"/>
                  </a:cubicBezTo>
                  <a:cubicBezTo>
                    <a:pt x="11457" y="24029"/>
                    <a:pt x="12600" y="24614"/>
                    <a:pt x="13743" y="25088"/>
                  </a:cubicBezTo>
                  <a:lnTo>
                    <a:pt x="13827" y="25450"/>
                  </a:lnTo>
                  <a:cubicBezTo>
                    <a:pt x="13827" y="25506"/>
                    <a:pt x="13883" y="25562"/>
                    <a:pt x="13938" y="25562"/>
                  </a:cubicBezTo>
                  <a:lnTo>
                    <a:pt x="13938" y="25590"/>
                  </a:lnTo>
                  <a:lnTo>
                    <a:pt x="14245" y="25590"/>
                  </a:lnTo>
                  <a:cubicBezTo>
                    <a:pt x="14245" y="25478"/>
                    <a:pt x="14273" y="25367"/>
                    <a:pt x="14273" y="25283"/>
                  </a:cubicBezTo>
                  <a:cubicBezTo>
                    <a:pt x="14412" y="25339"/>
                    <a:pt x="14579" y="25450"/>
                    <a:pt x="14719" y="25506"/>
                  </a:cubicBezTo>
                  <a:cubicBezTo>
                    <a:pt x="14970" y="25478"/>
                    <a:pt x="15221" y="25422"/>
                    <a:pt x="15471" y="25339"/>
                  </a:cubicBezTo>
                  <a:cubicBezTo>
                    <a:pt x="15193" y="25283"/>
                    <a:pt x="14830" y="25171"/>
                    <a:pt x="14440" y="25032"/>
                  </a:cubicBezTo>
                  <a:cubicBezTo>
                    <a:pt x="14412" y="25032"/>
                    <a:pt x="14412" y="25004"/>
                    <a:pt x="14384" y="25004"/>
                  </a:cubicBezTo>
                  <a:cubicBezTo>
                    <a:pt x="14384" y="24948"/>
                    <a:pt x="14384" y="24921"/>
                    <a:pt x="14329" y="24893"/>
                  </a:cubicBezTo>
                  <a:lnTo>
                    <a:pt x="14329" y="24865"/>
                  </a:lnTo>
                  <a:cubicBezTo>
                    <a:pt x="14607" y="22133"/>
                    <a:pt x="14691" y="19373"/>
                    <a:pt x="14579" y="16669"/>
                  </a:cubicBezTo>
                  <a:cubicBezTo>
                    <a:pt x="14412" y="12405"/>
                    <a:pt x="13715" y="8140"/>
                    <a:pt x="13046" y="4014"/>
                  </a:cubicBezTo>
                  <a:cubicBezTo>
                    <a:pt x="12851" y="2704"/>
                    <a:pt x="12628" y="1338"/>
                    <a:pt x="123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0" name="Google Shape;600;p30"/>
            <p:cNvSpPr/>
            <p:nvPr/>
          </p:nvSpPr>
          <p:spPr>
            <a:xfrm>
              <a:off x="6763694" y="2691900"/>
              <a:ext cx="69446" cy="569861"/>
            </a:xfrm>
            <a:custGeom>
              <a:avLst/>
              <a:gdLst/>
              <a:ahLst/>
              <a:cxnLst/>
              <a:rect l="l" t="t" r="r" b="b"/>
              <a:pathLst>
                <a:path w="2789" h="22886" extrusionOk="0">
                  <a:moveTo>
                    <a:pt x="1" y="0"/>
                  </a:moveTo>
                  <a:cubicBezTo>
                    <a:pt x="2342" y="7303"/>
                    <a:pt x="2509" y="15248"/>
                    <a:pt x="447" y="22690"/>
                  </a:cubicBezTo>
                  <a:cubicBezTo>
                    <a:pt x="419" y="22746"/>
                    <a:pt x="502" y="22858"/>
                    <a:pt x="558" y="22886"/>
                  </a:cubicBezTo>
                  <a:lnTo>
                    <a:pt x="586" y="22886"/>
                  </a:lnTo>
                  <a:cubicBezTo>
                    <a:pt x="670" y="22886"/>
                    <a:pt x="725" y="22858"/>
                    <a:pt x="725" y="22774"/>
                  </a:cubicBezTo>
                  <a:cubicBezTo>
                    <a:pt x="2788" y="15387"/>
                    <a:pt x="2649" y="7443"/>
                    <a:pt x="363" y="139"/>
                  </a:cubicBezTo>
                  <a:cubicBezTo>
                    <a:pt x="251" y="56"/>
                    <a:pt x="112" y="28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1" name="Google Shape;601;p30"/>
            <p:cNvSpPr/>
            <p:nvPr/>
          </p:nvSpPr>
          <p:spPr>
            <a:xfrm>
              <a:off x="6778958" y="3323514"/>
              <a:ext cx="11827" cy="11130"/>
            </a:xfrm>
            <a:custGeom>
              <a:avLst/>
              <a:gdLst/>
              <a:ahLst/>
              <a:cxnLst/>
              <a:rect l="l" t="t" r="r" b="b"/>
              <a:pathLst>
                <a:path w="475" h="447" extrusionOk="0">
                  <a:moveTo>
                    <a:pt x="335" y="1"/>
                  </a:moveTo>
                  <a:lnTo>
                    <a:pt x="1" y="447"/>
                  </a:lnTo>
                  <a:lnTo>
                    <a:pt x="29" y="447"/>
                  </a:lnTo>
                  <a:cubicBezTo>
                    <a:pt x="140" y="391"/>
                    <a:pt x="196" y="335"/>
                    <a:pt x="196" y="307"/>
                  </a:cubicBezTo>
                  <a:lnTo>
                    <a:pt x="196" y="251"/>
                  </a:lnTo>
                  <a:cubicBezTo>
                    <a:pt x="224" y="251"/>
                    <a:pt x="224" y="251"/>
                    <a:pt x="280" y="279"/>
                  </a:cubicBezTo>
                  <a:lnTo>
                    <a:pt x="308" y="279"/>
                  </a:lnTo>
                  <a:cubicBezTo>
                    <a:pt x="363" y="279"/>
                    <a:pt x="447" y="251"/>
                    <a:pt x="447" y="168"/>
                  </a:cubicBezTo>
                  <a:cubicBezTo>
                    <a:pt x="475" y="112"/>
                    <a:pt x="419" y="28"/>
                    <a:pt x="3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2" name="Google Shape;602;p30"/>
            <p:cNvSpPr/>
            <p:nvPr/>
          </p:nvSpPr>
          <p:spPr>
            <a:xfrm>
              <a:off x="6368058" y="2684231"/>
              <a:ext cx="565728" cy="274896"/>
            </a:xfrm>
            <a:custGeom>
              <a:avLst/>
              <a:gdLst/>
              <a:ahLst/>
              <a:cxnLst/>
              <a:rect l="l" t="t" r="r" b="b"/>
              <a:pathLst>
                <a:path w="22720" h="11040" extrusionOk="0">
                  <a:moveTo>
                    <a:pt x="14031" y="1"/>
                  </a:moveTo>
                  <a:cubicBezTo>
                    <a:pt x="13204" y="1"/>
                    <a:pt x="12378" y="166"/>
                    <a:pt x="11625" y="503"/>
                  </a:cubicBezTo>
                  <a:cubicBezTo>
                    <a:pt x="9729" y="1339"/>
                    <a:pt x="8363" y="3207"/>
                    <a:pt x="8140" y="5214"/>
                  </a:cubicBezTo>
                  <a:cubicBezTo>
                    <a:pt x="7711" y="4164"/>
                    <a:pt x="6607" y="3482"/>
                    <a:pt x="5494" y="3482"/>
                  </a:cubicBezTo>
                  <a:cubicBezTo>
                    <a:pt x="5307" y="3482"/>
                    <a:pt x="5119" y="3501"/>
                    <a:pt x="4935" y="3542"/>
                  </a:cubicBezTo>
                  <a:cubicBezTo>
                    <a:pt x="3624" y="3820"/>
                    <a:pt x="2705" y="5158"/>
                    <a:pt x="2760" y="6441"/>
                  </a:cubicBezTo>
                  <a:cubicBezTo>
                    <a:pt x="2570" y="6345"/>
                    <a:pt x="2366" y="6302"/>
                    <a:pt x="2161" y="6302"/>
                  </a:cubicBezTo>
                  <a:cubicBezTo>
                    <a:pt x="1464" y="6302"/>
                    <a:pt x="742" y="6798"/>
                    <a:pt x="419" y="7444"/>
                  </a:cubicBezTo>
                  <a:cubicBezTo>
                    <a:pt x="1" y="8280"/>
                    <a:pt x="56" y="9284"/>
                    <a:pt x="196" y="10204"/>
                  </a:cubicBezTo>
                  <a:cubicBezTo>
                    <a:pt x="224" y="10483"/>
                    <a:pt x="279" y="10761"/>
                    <a:pt x="335" y="11040"/>
                  </a:cubicBezTo>
                  <a:cubicBezTo>
                    <a:pt x="475" y="10622"/>
                    <a:pt x="614" y="10204"/>
                    <a:pt x="837" y="9786"/>
                  </a:cubicBezTo>
                  <a:cubicBezTo>
                    <a:pt x="1433" y="8770"/>
                    <a:pt x="2553" y="8000"/>
                    <a:pt x="3686" y="8000"/>
                  </a:cubicBezTo>
                  <a:cubicBezTo>
                    <a:pt x="3984" y="8000"/>
                    <a:pt x="4282" y="8053"/>
                    <a:pt x="4572" y="8169"/>
                  </a:cubicBezTo>
                  <a:cubicBezTo>
                    <a:pt x="4935" y="7110"/>
                    <a:pt x="5966" y="6301"/>
                    <a:pt x="7081" y="6218"/>
                  </a:cubicBezTo>
                  <a:cubicBezTo>
                    <a:pt x="7123" y="6216"/>
                    <a:pt x="7164" y="6214"/>
                    <a:pt x="7206" y="6214"/>
                  </a:cubicBezTo>
                  <a:cubicBezTo>
                    <a:pt x="8279" y="6214"/>
                    <a:pt x="9328" y="6897"/>
                    <a:pt x="9757" y="7890"/>
                  </a:cubicBezTo>
                  <a:cubicBezTo>
                    <a:pt x="9813" y="6580"/>
                    <a:pt x="10175" y="5214"/>
                    <a:pt x="10984" y="4183"/>
                  </a:cubicBezTo>
                  <a:cubicBezTo>
                    <a:pt x="11763" y="3162"/>
                    <a:pt x="13008" y="2451"/>
                    <a:pt x="14295" y="2451"/>
                  </a:cubicBezTo>
                  <a:cubicBezTo>
                    <a:pt x="14344" y="2451"/>
                    <a:pt x="14392" y="2452"/>
                    <a:pt x="14440" y="2454"/>
                  </a:cubicBezTo>
                  <a:cubicBezTo>
                    <a:pt x="15750" y="2538"/>
                    <a:pt x="17060" y="3514"/>
                    <a:pt x="17283" y="4824"/>
                  </a:cubicBezTo>
                  <a:cubicBezTo>
                    <a:pt x="17811" y="4003"/>
                    <a:pt x="18791" y="3607"/>
                    <a:pt x="19772" y="3607"/>
                  </a:cubicBezTo>
                  <a:cubicBezTo>
                    <a:pt x="20190" y="3607"/>
                    <a:pt x="20608" y="3679"/>
                    <a:pt x="20991" y="3820"/>
                  </a:cubicBezTo>
                  <a:cubicBezTo>
                    <a:pt x="21660" y="4071"/>
                    <a:pt x="22245" y="4489"/>
                    <a:pt x="22719" y="5019"/>
                  </a:cubicBezTo>
                  <a:cubicBezTo>
                    <a:pt x="22524" y="4238"/>
                    <a:pt x="22245" y="3486"/>
                    <a:pt x="21799" y="2817"/>
                  </a:cubicBezTo>
                  <a:cubicBezTo>
                    <a:pt x="21038" y="1742"/>
                    <a:pt x="19736" y="901"/>
                    <a:pt x="18430" y="901"/>
                  </a:cubicBezTo>
                  <a:cubicBezTo>
                    <a:pt x="18111" y="901"/>
                    <a:pt x="17791" y="951"/>
                    <a:pt x="17479" y="1061"/>
                  </a:cubicBezTo>
                  <a:cubicBezTo>
                    <a:pt x="16481" y="362"/>
                    <a:pt x="15254" y="1"/>
                    <a:pt x="14031" y="1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3" name="Google Shape;603;p30"/>
            <p:cNvSpPr/>
            <p:nvPr/>
          </p:nvSpPr>
          <p:spPr>
            <a:xfrm>
              <a:off x="6635285" y="2801510"/>
              <a:ext cx="408161" cy="595284"/>
            </a:xfrm>
            <a:custGeom>
              <a:avLst/>
              <a:gdLst/>
              <a:ahLst/>
              <a:cxnLst/>
              <a:rect l="l" t="t" r="r" b="b"/>
              <a:pathLst>
                <a:path w="16392" h="23907" extrusionOk="0">
                  <a:moveTo>
                    <a:pt x="11580" y="0"/>
                  </a:moveTo>
                  <a:cubicBezTo>
                    <a:pt x="11405" y="0"/>
                    <a:pt x="11230" y="38"/>
                    <a:pt x="11067" y="114"/>
                  </a:cubicBezTo>
                  <a:cubicBezTo>
                    <a:pt x="10315" y="504"/>
                    <a:pt x="10175" y="1480"/>
                    <a:pt x="10175" y="2316"/>
                  </a:cubicBezTo>
                  <a:cubicBezTo>
                    <a:pt x="10121" y="1776"/>
                    <a:pt x="9597" y="1367"/>
                    <a:pt x="9057" y="1367"/>
                  </a:cubicBezTo>
                  <a:cubicBezTo>
                    <a:pt x="9040" y="1367"/>
                    <a:pt x="9022" y="1367"/>
                    <a:pt x="9004" y="1368"/>
                  </a:cubicBezTo>
                  <a:cubicBezTo>
                    <a:pt x="8475" y="1368"/>
                    <a:pt x="8001" y="1758"/>
                    <a:pt x="7666" y="2204"/>
                  </a:cubicBezTo>
                  <a:cubicBezTo>
                    <a:pt x="7360" y="2678"/>
                    <a:pt x="7220" y="3208"/>
                    <a:pt x="7109" y="3738"/>
                  </a:cubicBezTo>
                  <a:cubicBezTo>
                    <a:pt x="6440" y="7055"/>
                    <a:pt x="6691" y="10539"/>
                    <a:pt x="5492" y="13689"/>
                  </a:cubicBezTo>
                  <a:cubicBezTo>
                    <a:pt x="5074" y="14804"/>
                    <a:pt x="4433" y="15808"/>
                    <a:pt x="3680" y="16672"/>
                  </a:cubicBezTo>
                  <a:cubicBezTo>
                    <a:pt x="2565" y="18038"/>
                    <a:pt x="1" y="19097"/>
                    <a:pt x="1450" y="21104"/>
                  </a:cubicBezTo>
                  <a:cubicBezTo>
                    <a:pt x="2593" y="22693"/>
                    <a:pt x="4656" y="23752"/>
                    <a:pt x="6607" y="23891"/>
                  </a:cubicBezTo>
                  <a:cubicBezTo>
                    <a:pt x="6763" y="23902"/>
                    <a:pt x="6918" y="23907"/>
                    <a:pt x="7073" y="23907"/>
                  </a:cubicBezTo>
                  <a:cubicBezTo>
                    <a:pt x="9833" y="23907"/>
                    <a:pt x="12466" y="22287"/>
                    <a:pt x="14050" y="20017"/>
                  </a:cubicBezTo>
                  <a:cubicBezTo>
                    <a:pt x="15750" y="17619"/>
                    <a:pt x="16391" y="14609"/>
                    <a:pt x="16363" y="11682"/>
                  </a:cubicBezTo>
                  <a:cubicBezTo>
                    <a:pt x="16363" y="8783"/>
                    <a:pt x="15694" y="5912"/>
                    <a:pt x="15053" y="3041"/>
                  </a:cubicBezTo>
                  <a:cubicBezTo>
                    <a:pt x="14914" y="2427"/>
                    <a:pt x="14747" y="1731"/>
                    <a:pt x="14273" y="1312"/>
                  </a:cubicBezTo>
                  <a:cubicBezTo>
                    <a:pt x="14057" y="1133"/>
                    <a:pt x="13769" y="1040"/>
                    <a:pt x="13491" y="1040"/>
                  </a:cubicBezTo>
                  <a:cubicBezTo>
                    <a:pt x="13122" y="1040"/>
                    <a:pt x="12771" y="1202"/>
                    <a:pt x="12628" y="1535"/>
                  </a:cubicBezTo>
                  <a:cubicBezTo>
                    <a:pt x="12795" y="1117"/>
                    <a:pt x="12684" y="616"/>
                    <a:pt x="12349" y="281"/>
                  </a:cubicBezTo>
                  <a:cubicBezTo>
                    <a:pt x="12128" y="94"/>
                    <a:pt x="11854" y="0"/>
                    <a:pt x="1158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4" name="Google Shape;604;p30"/>
            <p:cNvSpPr/>
            <p:nvPr/>
          </p:nvSpPr>
          <p:spPr>
            <a:xfrm>
              <a:off x="6726917" y="2827630"/>
              <a:ext cx="265857" cy="551435"/>
            </a:xfrm>
            <a:custGeom>
              <a:avLst/>
              <a:gdLst/>
              <a:ahLst/>
              <a:cxnLst/>
              <a:rect l="l" t="t" r="r" b="b"/>
              <a:pathLst>
                <a:path w="10677" h="22146" extrusionOk="0">
                  <a:moveTo>
                    <a:pt x="9792" y="0"/>
                  </a:moveTo>
                  <a:cubicBezTo>
                    <a:pt x="9760" y="0"/>
                    <a:pt x="9729" y="3"/>
                    <a:pt x="9701" y="13"/>
                  </a:cubicBezTo>
                  <a:cubicBezTo>
                    <a:pt x="10119" y="2493"/>
                    <a:pt x="10398" y="5030"/>
                    <a:pt x="10342" y="7567"/>
                  </a:cubicBezTo>
                  <a:cubicBezTo>
                    <a:pt x="10203" y="10912"/>
                    <a:pt x="9394" y="13811"/>
                    <a:pt x="7945" y="16152"/>
                  </a:cubicBezTo>
                  <a:cubicBezTo>
                    <a:pt x="6161" y="18968"/>
                    <a:pt x="3234" y="21086"/>
                    <a:pt x="0" y="21978"/>
                  </a:cubicBezTo>
                  <a:cubicBezTo>
                    <a:pt x="140" y="22034"/>
                    <a:pt x="223" y="22118"/>
                    <a:pt x="363" y="22146"/>
                  </a:cubicBezTo>
                  <a:cubicBezTo>
                    <a:pt x="3568" y="21198"/>
                    <a:pt x="6439" y="19079"/>
                    <a:pt x="8168" y="16292"/>
                  </a:cubicBezTo>
                  <a:cubicBezTo>
                    <a:pt x="9673" y="13922"/>
                    <a:pt x="10481" y="10968"/>
                    <a:pt x="10621" y="7567"/>
                  </a:cubicBezTo>
                  <a:cubicBezTo>
                    <a:pt x="10676" y="5030"/>
                    <a:pt x="10398" y="2493"/>
                    <a:pt x="9980" y="13"/>
                  </a:cubicBezTo>
                  <a:cubicBezTo>
                    <a:pt x="9924" y="13"/>
                    <a:pt x="9856" y="0"/>
                    <a:pt x="97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5" name="Google Shape;605;p30"/>
            <p:cNvSpPr/>
            <p:nvPr/>
          </p:nvSpPr>
          <p:spPr>
            <a:xfrm>
              <a:off x="6713720" y="2800863"/>
              <a:ext cx="216580" cy="570559"/>
            </a:xfrm>
            <a:custGeom>
              <a:avLst/>
              <a:gdLst/>
              <a:ahLst/>
              <a:cxnLst/>
              <a:rect l="l" t="t" r="r" b="b"/>
              <a:pathLst>
                <a:path w="8698" h="22914" extrusionOk="0">
                  <a:moveTo>
                    <a:pt x="8280" y="0"/>
                  </a:moveTo>
                  <a:cubicBezTo>
                    <a:pt x="8391" y="3987"/>
                    <a:pt x="8224" y="8865"/>
                    <a:pt x="6635" y="13353"/>
                  </a:cubicBezTo>
                  <a:cubicBezTo>
                    <a:pt x="5297" y="17339"/>
                    <a:pt x="2928" y="20600"/>
                    <a:pt x="1" y="22719"/>
                  </a:cubicBezTo>
                  <a:cubicBezTo>
                    <a:pt x="56" y="22802"/>
                    <a:pt x="168" y="22830"/>
                    <a:pt x="279" y="22914"/>
                  </a:cubicBezTo>
                  <a:cubicBezTo>
                    <a:pt x="3206" y="20740"/>
                    <a:pt x="5576" y="17478"/>
                    <a:pt x="6969" y="13492"/>
                  </a:cubicBezTo>
                  <a:cubicBezTo>
                    <a:pt x="8530" y="8976"/>
                    <a:pt x="8698" y="4042"/>
                    <a:pt x="8642" y="56"/>
                  </a:cubicBezTo>
                  <a:cubicBezTo>
                    <a:pt x="8475" y="0"/>
                    <a:pt x="8363" y="0"/>
                    <a:pt x="82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6" name="Google Shape;606;p30"/>
            <p:cNvSpPr/>
            <p:nvPr/>
          </p:nvSpPr>
          <p:spPr>
            <a:xfrm>
              <a:off x="6687351" y="2835573"/>
              <a:ext cx="175620" cy="515729"/>
            </a:xfrm>
            <a:custGeom>
              <a:avLst/>
              <a:gdLst/>
              <a:ahLst/>
              <a:cxnLst/>
              <a:rect l="l" t="t" r="r" b="b"/>
              <a:pathLst>
                <a:path w="7053" h="20712" extrusionOk="0">
                  <a:moveTo>
                    <a:pt x="6941" y="0"/>
                  </a:moveTo>
                  <a:cubicBezTo>
                    <a:pt x="6830" y="0"/>
                    <a:pt x="6774" y="28"/>
                    <a:pt x="6663" y="28"/>
                  </a:cubicBezTo>
                  <a:cubicBezTo>
                    <a:pt x="6774" y="4154"/>
                    <a:pt x="6356" y="7777"/>
                    <a:pt x="5380" y="11067"/>
                  </a:cubicBezTo>
                  <a:cubicBezTo>
                    <a:pt x="4265" y="14774"/>
                    <a:pt x="2425" y="18036"/>
                    <a:pt x="0" y="20489"/>
                  </a:cubicBezTo>
                  <a:lnTo>
                    <a:pt x="223" y="20712"/>
                  </a:lnTo>
                  <a:cubicBezTo>
                    <a:pt x="2648" y="18203"/>
                    <a:pt x="4544" y="14913"/>
                    <a:pt x="5659" y="11150"/>
                  </a:cubicBezTo>
                  <a:cubicBezTo>
                    <a:pt x="6635" y="7833"/>
                    <a:pt x="7053" y="4182"/>
                    <a:pt x="69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7" name="Google Shape;607;p30"/>
            <p:cNvSpPr/>
            <p:nvPr/>
          </p:nvSpPr>
          <p:spPr>
            <a:xfrm>
              <a:off x="6293806" y="2931339"/>
              <a:ext cx="541401" cy="488762"/>
            </a:xfrm>
            <a:custGeom>
              <a:avLst/>
              <a:gdLst/>
              <a:ahLst/>
              <a:cxnLst/>
              <a:rect l="l" t="t" r="r" b="b"/>
              <a:pathLst>
                <a:path w="21743" h="19629" extrusionOk="0">
                  <a:moveTo>
                    <a:pt x="3234" y="1"/>
                  </a:moveTo>
                  <a:cubicBezTo>
                    <a:pt x="2119" y="1"/>
                    <a:pt x="1004" y="670"/>
                    <a:pt x="502" y="1701"/>
                  </a:cubicBezTo>
                  <a:cubicBezTo>
                    <a:pt x="0" y="2789"/>
                    <a:pt x="167" y="4043"/>
                    <a:pt x="474" y="5186"/>
                  </a:cubicBezTo>
                  <a:cubicBezTo>
                    <a:pt x="1422" y="8921"/>
                    <a:pt x="3512" y="12322"/>
                    <a:pt x="6411" y="14886"/>
                  </a:cubicBezTo>
                  <a:cubicBezTo>
                    <a:pt x="9283" y="17423"/>
                    <a:pt x="12906" y="19068"/>
                    <a:pt x="16753" y="19542"/>
                  </a:cubicBezTo>
                  <a:cubicBezTo>
                    <a:pt x="17205" y="19595"/>
                    <a:pt x="17664" y="19629"/>
                    <a:pt x="18116" y="19629"/>
                  </a:cubicBezTo>
                  <a:cubicBezTo>
                    <a:pt x="18613" y="19629"/>
                    <a:pt x="19102" y="19588"/>
                    <a:pt x="19568" y="19486"/>
                  </a:cubicBezTo>
                  <a:cubicBezTo>
                    <a:pt x="20377" y="19291"/>
                    <a:pt x="21743" y="18845"/>
                    <a:pt x="20516" y="18176"/>
                  </a:cubicBezTo>
                  <a:cubicBezTo>
                    <a:pt x="18788" y="17256"/>
                    <a:pt x="17422" y="16169"/>
                    <a:pt x="16419" y="14413"/>
                  </a:cubicBezTo>
                  <a:cubicBezTo>
                    <a:pt x="15331" y="12517"/>
                    <a:pt x="14885" y="10287"/>
                    <a:pt x="14774" y="8085"/>
                  </a:cubicBezTo>
                  <a:cubicBezTo>
                    <a:pt x="14718" y="7221"/>
                    <a:pt x="14718" y="6301"/>
                    <a:pt x="14495" y="5465"/>
                  </a:cubicBezTo>
                  <a:cubicBezTo>
                    <a:pt x="14244" y="4628"/>
                    <a:pt x="13687" y="3820"/>
                    <a:pt x="12851" y="3513"/>
                  </a:cubicBezTo>
                  <a:cubicBezTo>
                    <a:pt x="12665" y="3445"/>
                    <a:pt x="12467" y="3413"/>
                    <a:pt x="12269" y="3413"/>
                  </a:cubicBezTo>
                  <a:cubicBezTo>
                    <a:pt x="11573" y="3413"/>
                    <a:pt x="10871" y="3810"/>
                    <a:pt x="10676" y="4461"/>
                  </a:cubicBezTo>
                  <a:cubicBezTo>
                    <a:pt x="10453" y="3736"/>
                    <a:pt x="10202" y="2956"/>
                    <a:pt x="9756" y="2287"/>
                  </a:cubicBezTo>
                  <a:cubicBezTo>
                    <a:pt x="9338" y="1646"/>
                    <a:pt x="8697" y="1088"/>
                    <a:pt x="7944" y="893"/>
                  </a:cubicBezTo>
                  <a:cubicBezTo>
                    <a:pt x="7805" y="863"/>
                    <a:pt x="7661" y="848"/>
                    <a:pt x="7518" y="848"/>
                  </a:cubicBezTo>
                  <a:cubicBezTo>
                    <a:pt x="6861" y="848"/>
                    <a:pt x="6207" y="1157"/>
                    <a:pt x="5910" y="1729"/>
                  </a:cubicBezTo>
                  <a:cubicBezTo>
                    <a:pt x="5464" y="726"/>
                    <a:pt x="4376" y="1"/>
                    <a:pt x="32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8" name="Google Shape;608;p30"/>
            <p:cNvSpPr/>
            <p:nvPr/>
          </p:nvSpPr>
          <p:spPr>
            <a:xfrm>
              <a:off x="6484665" y="2952877"/>
              <a:ext cx="322081" cy="460899"/>
            </a:xfrm>
            <a:custGeom>
              <a:avLst/>
              <a:gdLst/>
              <a:ahLst/>
              <a:cxnLst/>
              <a:rect l="l" t="t" r="r" b="b"/>
              <a:pathLst>
                <a:path w="12935" h="18510" extrusionOk="0">
                  <a:moveTo>
                    <a:pt x="1" y="0"/>
                  </a:moveTo>
                  <a:cubicBezTo>
                    <a:pt x="196" y="2620"/>
                    <a:pt x="475" y="5269"/>
                    <a:pt x="1199" y="7833"/>
                  </a:cubicBezTo>
                  <a:cubicBezTo>
                    <a:pt x="2175" y="11234"/>
                    <a:pt x="3820" y="13938"/>
                    <a:pt x="6022" y="15722"/>
                  </a:cubicBezTo>
                  <a:cubicBezTo>
                    <a:pt x="6774" y="16335"/>
                    <a:pt x="7611" y="16865"/>
                    <a:pt x="8558" y="17311"/>
                  </a:cubicBezTo>
                  <a:cubicBezTo>
                    <a:pt x="9757" y="17812"/>
                    <a:pt x="11011" y="18203"/>
                    <a:pt x="12266" y="18509"/>
                  </a:cubicBezTo>
                  <a:cubicBezTo>
                    <a:pt x="12517" y="18426"/>
                    <a:pt x="12712" y="18370"/>
                    <a:pt x="12935" y="18258"/>
                  </a:cubicBezTo>
                  <a:cubicBezTo>
                    <a:pt x="9646" y="17143"/>
                    <a:pt x="6914" y="14774"/>
                    <a:pt x="5715" y="11847"/>
                  </a:cubicBezTo>
                  <a:cubicBezTo>
                    <a:pt x="4489" y="8920"/>
                    <a:pt x="4684" y="5575"/>
                    <a:pt x="4963" y="2565"/>
                  </a:cubicBezTo>
                  <a:cubicBezTo>
                    <a:pt x="4879" y="2537"/>
                    <a:pt x="4795" y="2537"/>
                    <a:pt x="4684" y="2537"/>
                  </a:cubicBezTo>
                  <a:cubicBezTo>
                    <a:pt x="4433" y="5575"/>
                    <a:pt x="4210" y="8948"/>
                    <a:pt x="5464" y="11959"/>
                  </a:cubicBezTo>
                  <a:cubicBezTo>
                    <a:pt x="6607" y="14718"/>
                    <a:pt x="9032" y="16976"/>
                    <a:pt x="11987" y="18203"/>
                  </a:cubicBezTo>
                  <a:cubicBezTo>
                    <a:pt x="9646" y="17645"/>
                    <a:pt x="7722" y="16725"/>
                    <a:pt x="6189" y="15471"/>
                  </a:cubicBezTo>
                  <a:cubicBezTo>
                    <a:pt x="4071" y="13743"/>
                    <a:pt x="2426" y="11039"/>
                    <a:pt x="1506" y="7749"/>
                  </a:cubicBezTo>
                  <a:cubicBezTo>
                    <a:pt x="753" y="5241"/>
                    <a:pt x="475" y="2620"/>
                    <a:pt x="279" y="28"/>
                  </a:cubicBezTo>
                  <a:cubicBezTo>
                    <a:pt x="168" y="0"/>
                    <a:pt x="112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9" name="Google Shape;609;p30"/>
            <p:cNvSpPr/>
            <p:nvPr/>
          </p:nvSpPr>
          <p:spPr>
            <a:xfrm>
              <a:off x="6362506" y="2932036"/>
              <a:ext cx="424122" cy="485201"/>
            </a:xfrm>
            <a:custGeom>
              <a:avLst/>
              <a:gdLst/>
              <a:ahLst/>
              <a:cxnLst/>
              <a:rect l="l" t="t" r="r" b="b"/>
              <a:pathLst>
                <a:path w="17033" h="19486" extrusionOk="0">
                  <a:moveTo>
                    <a:pt x="335" y="1"/>
                  </a:moveTo>
                  <a:cubicBezTo>
                    <a:pt x="224" y="1"/>
                    <a:pt x="168" y="1"/>
                    <a:pt x="56" y="29"/>
                  </a:cubicBezTo>
                  <a:cubicBezTo>
                    <a:pt x="1" y="4712"/>
                    <a:pt x="1952" y="9506"/>
                    <a:pt x="5436" y="13130"/>
                  </a:cubicBezTo>
                  <a:cubicBezTo>
                    <a:pt x="8308" y="16141"/>
                    <a:pt x="12182" y="18343"/>
                    <a:pt x="16559" y="19486"/>
                  </a:cubicBezTo>
                  <a:cubicBezTo>
                    <a:pt x="16642" y="19486"/>
                    <a:pt x="16754" y="19430"/>
                    <a:pt x="16809" y="19430"/>
                  </a:cubicBezTo>
                  <a:cubicBezTo>
                    <a:pt x="16893" y="19430"/>
                    <a:pt x="16949" y="19402"/>
                    <a:pt x="17033" y="19374"/>
                  </a:cubicBezTo>
                  <a:cubicBezTo>
                    <a:pt x="15750" y="19068"/>
                    <a:pt x="14524" y="18677"/>
                    <a:pt x="13464" y="18148"/>
                  </a:cubicBezTo>
                  <a:cubicBezTo>
                    <a:pt x="10426" y="16949"/>
                    <a:pt x="7750" y="15165"/>
                    <a:pt x="5631" y="12963"/>
                  </a:cubicBezTo>
                  <a:cubicBezTo>
                    <a:pt x="2175" y="9367"/>
                    <a:pt x="279" y="4628"/>
                    <a:pt x="3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0" name="Google Shape;610;p30"/>
            <p:cNvSpPr/>
            <p:nvPr/>
          </p:nvSpPr>
          <p:spPr>
            <a:xfrm>
              <a:off x="6297268" y="2932036"/>
              <a:ext cx="361648" cy="177711"/>
            </a:xfrm>
            <a:custGeom>
              <a:avLst/>
              <a:gdLst/>
              <a:ahLst/>
              <a:cxnLst/>
              <a:rect l="l" t="t" r="r" b="b"/>
              <a:pathLst>
                <a:path w="14524" h="7137" extrusionOk="0">
                  <a:moveTo>
                    <a:pt x="3067" y="1"/>
                  </a:moveTo>
                  <a:cubicBezTo>
                    <a:pt x="1952" y="1"/>
                    <a:pt x="837" y="670"/>
                    <a:pt x="335" y="1701"/>
                  </a:cubicBezTo>
                  <a:cubicBezTo>
                    <a:pt x="56" y="2315"/>
                    <a:pt x="0" y="2956"/>
                    <a:pt x="28" y="3625"/>
                  </a:cubicBezTo>
                  <a:cubicBezTo>
                    <a:pt x="840" y="2948"/>
                    <a:pt x="1835" y="2508"/>
                    <a:pt x="2887" y="2508"/>
                  </a:cubicBezTo>
                  <a:cubicBezTo>
                    <a:pt x="2919" y="2508"/>
                    <a:pt x="2951" y="2509"/>
                    <a:pt x="2983" y="2510"/>
                  </a:cubicBezTo>
                  <a:cubicBezTo>
                    <a:pt x="4070" y="2538"/>
                    <a:pt x="5157" y="3151"/>
                    <a:pt x="5659" y="4071"/>
                  </a:cubicBezTo>
                  <a:cubicBezTo>
                    <a:pt x="6093" y="3453"/>
                    <a:pt x="6828" y="3099"/>
                    <a:pt x="7539" y="3099"/>
                  </a:cubicBezTo>
                  <a:cubicBezTo>
                    <a:pt x="7695" y="3099"/>
                    <a:pt x="7850" y="3116"/>
                    <a:pt x="8001" y="3151"/>
                  </a:cubicBezTo>
                  <a:cubicBezTo>
                    <a:pt x="8893" y="3290"/>
                    <a:pt x="9617" y="3903"/>
                    <a:pt x="10063" y="4628"/>
                  </a:cubicBezTo>
                  <a:cubicBezTo>
                    <a:pt x="10509" y="5409"/>
                    <a:pt x="10705" y="6273"/>
                    <a:pt x="10705" y="7137"/>
                  </a:cubicBezTo>
                  <a:cubicBezTo>
                    <a:pt x="10872" y="6691"/>
                    <a:pt x="11011" y="6217"/>
                    <a:pt x="11318" y="5827"/>
                  </a:cubicBezTo>
                  <a:cubicBezTo>
                    <a:pt x="11585" y="5453"/>
                    <a:pt x="12005" y="5156"/>
                    <a:pt x="12481" y="5156"/>
                  </a:cubicBezTo>
                  <a:cubicBezTo>
                    <a:pt x="12502" y="5156"/>
                    <a:pt x="12523" y="5157"/>
                    <a:pt x="12544" y="5158"/>
                  </a:cubicBezTo>
                  <a:cubicBezTo>
                    <a:pt x="13046" y="5158"/>
                    <a:pt x="13520" y="5548"/>
                    <a:pt x="13854" y="5938"/>
                  </a:cubicBezTo>
                  <a:cubicBezTo>
                    <a:pt x="14105" y="6161"/>
                    <a:pt x="14300" y="6412"/>
                    <a:pt x="14523" y="6691"/>
                  </a:cubicBezTo>
                  <a:cubicBezTo>
                    <a:pt x="14496" y="6273"/>
                    <a:pt x="14412" y="5855"/>
                    <a:pt x="14300" y="5464"/>
                  </a:cubicBezTo>
                  <a:cubicBezTo>
                    <a:pt x="14077" y="4628"/>
                    <a:pt x="13520" y="3848"/>
                    <a:pt x="12684" y="3513"/>
                  </a:cubicBezTo>
                  <a:cubicBezTo>
                    <a:pt x="12498" y="3445"/>
                    <a:pt x="12300" y="3413"/>
                    <a:pt x="12102" y="3413"/>
                  </a:cubicBezTo>
                  <a:cubicBezTo>
                    <a:pt x="11406" y="3413"/>
                    <a:pt x="10705" y="3810"/>
                    <a:pt x="10509" y="4461"/>
                  </a:cubicBezTo>
                  <a:cubicBezTo>
                    <a:pt x="10259" y="3736"/>
                    <a:pt x="10036" y="2956"/>
                    <a:pt x="9562" y="2315"/>
                  </a:cubicBezTo>
                  <a:cubicBezTo>
                    <a:pt x="9144" y="1646"/>
                    <a:pt x="8530" y="1088"/>
                    <a:pt x="7750" y="921"/>
                  </a:cubicBezTo>
                  <a:cubicBezTo>
                    <a:pt x="7607" y="884"/>
                    <a:pt x="7458" y="866"/>
                    <a:pt x="7308" y="866"/>
                  </a:cubicBezTo>
                  <a:cubicBezTo>
                    <a:pt x="6669" y="866"/>
                    <a:pt x="6014" y="1192"/>
                    <a:pt x="5743" y="1757"/>
                  </a:cubicBezTo>
                  <a:cubicBezTo>
                    <a:pt x="5297" y="726"/>
                    <a:pt x="4210" y="1"/>
                    <a:pt x="3067" y="1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1" name="Google Shape;611;p30"/>
            <p:cNvSpPr/>
            <p:nvPr/>
          </p:nvSpPr>
          <p:spPr>
            <a:xfrm>
              <a:off x="6888643" y="2920233"/>
              <a:ext cx="2092" cy="4905"/>
            </a:xfrm>
            <a:custGeom>
              <a:avLst/>
              <a:gdLst/>
              <a:ahLst/>
              <a:cxnLst/>
              <a:rect l="l" t="t" r="r" b="b"/>
              <a:pathLst>
                <a:path w="84" h="197" extrusionOk="0">
                  <a:moveTo>
                    <a:pt x="0" y="1"/>
                  </a:moveTo>
                  <a:cubicBezTo>
                    <a:pt x="0" y="57"/>
                    <a:pt x="0" y="140"/>
                    <a:pt x="56" y="196"/>
                  </a:cubicBezTo>
                  <a:cubicBezTo>
                    <a:pt x="84" y="85"/>
                    <a:pt x="56" y="29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2" name="Google Shape;612;p30"/>
            <p:cNvSpPr/>
            <p:nvPr/>
          </p:nvSpPr>
          <p:spPr>
            <a:xfrm>
              <a:off x="6801866" y="2801535"/>
              <a:ext cx="213119" cy="169395"/>
            </a:xfrm>
            <a:custGeom>
              <a:avLst/>
              <a:gdLst/>
              <a:ahLst/>
              <a:cxnLst/>
              <a:rect l="l" t="t" r="r" b="b"/>
              <a:pathLst>
                <a:path w="8559" h="6803" extrusionOk="0">
                  <a:moveTo>
                    <a:pt x="4879" y="1"/>
                  </a:moveTo>
                  <a:cubicBezTo>
                    <a:pt x="4708" y="1"/>
                    <a:pt x="4536" y="39"/>
                    <a:pt x="4377" y="113"/>
                  </a:cubicBezTo>
                  <a:cubicBezTo>
                    <a:pt x="3625" y="503"/>
                    <a:pt x="3485" y="1479"/>
                    <a:pt x="3485" y="2315"/>
                  </a:cubicBezTo>
                  <a:cubicBezTo>
                    <a:pt x="3457" y="1757"/>
                    <a:pt x="2872" y="1367"/>
                    <a:pt x="2314" y="1367"/>
                  </a:cubicBezTo>
                  <a:cubicBezTo>
                    <a:pt x="1757" y="1423"/>
                    <a:pt x="1255" y="1757"/>
                    <a:pt x="976" y="2203"/>
                  </a:cubicBezTo>
                  <a:cubicBezTo>
                    <a:pt x="670" y="2677"/>
                    <a:pt x="530" y="3235"/>
                    <a:pt x="419" y="3737"/>
                  </a:cubicBezTo>
                  <a:cubicBezTo>
                    <a:pt x="224" y="4768"/>
                    <a:pt x="112" y="5772"/>
                    <a:pt x="1" y="6803"/>
                  </a:cubicBezTo>
                  <a:cubicBezTo>
                    <a:pt x="419" y="6190"/>
                    <a:pt x="893" y="5632"/>
                    <a:pt x="1367" y="5075"/>
                  </a:cubicBezTo>
                  <a:cubicBezTo>
                    <a:pt x="1673" y="4712"/>
                    <a:pt x="2064" y="4350"/>
                    <a:pt x="2510" y="4266"/>
                  </a:cubicBezTo>
                  <a:cubicBezTo>
                    <a:pt x="2554" y="4260"/>
                    <a:pt x="2599" y="4257"/>
                    <a:pt x="2645" y="4257"/>
                  </a:cubicBezTo>
                  <a:cubicBezTo>
                    <a:pt x="3002" y="4257"/>
                    <a:pt x="3386" y="4447"/>
                    <a:pt x="3485" y="4768"/>
                  </a:cubicBezTo>
                  <a:cubicBezTo>
                    <a:pt x="3457" y="4210"/>
                    <a:pt x="3931" y="3597"/>
                    <a:pt x="4489" y="3569"/>
                  </a:cubicBezTo>
                  <a:cubicBezTo>
                    <a:pt x="4503" y="3569"/>
                    <a:pt x="4518" y="3568"/>
                    <a:pt x="4533" y="3568"/>
                  </a:cubicBezTo>
                  <a:cubicBezTo>
                    <a:pt x="5183" y="3568"/>
                    <a:pt x="5742" y="4169"/>
                    <a:pt x="5687" y="4824"/>
                  </a:cubicBezTo>
                  <a:cubicBezTo>
                    <a:pt x="5966" y="4266"/>
                    <a:pt x="6551" y="3960"/>
                    <a:pt x="7137" y="3820"/>
                  </a:cubicBezTo>
                  <a:cubicBezTo>
                    <a:pt x="7406" y="3760"/>
                    <a:pt x="7659" y="3733"/>
                    <a:pt x="7908" y="3733"/>
                  </a:cubicBezTo>
                  <a:cubicBezTo>
                    <a:pt x="8125" y="3733"/>
                    <a:pt x="8339" y="3754"/>
                    <a:pt x="8558" y="3792"/>
                  </a:cubicBezTo>
                  <a:cubicBezTo>
                    <a:pt x="8475" y="3541"/>
                    <a:pt x="8447" y="3291"/>
                    <a:pt x="8363" y="3040"/>
                  </a:cubicBezTo>
                  <a:cubicBezTo>
                    <a:pt x="8224" y="2426"/>
                    <a:pt x="8057" y="1730"/>
                    <a:pt x="7583" y="1311"/>
                  </a:cubicBezTo>
                  <a:cubicBezTo>
                    <a:pt x="7365" y="1130"/>
                    <a:pt x="7064" y="1033"/>
                    <a:pt x="6776" y="1033"/>
                  </a:cubicBezTo>
                  <a:cubicBezTo>
                    <a:pt x="6425" y="1033"/>
                    <a:pt x="6095" y="1178"/>
                    <a:pt x="5963" y="1494"/>
                  </a:cubicBezTo>
                  <a:lnTo>
                    <a:pt x="5963" y="1494"/>
                  </a:lnTo>
                  <a:cubicBezTo>
                    <a:pt x="6093" y="1088"/>
                    <a:pt x="5976" y="598"/>
                    <a:pt x="5659" y="308"/>
                  </a:cubicBezTo>
                  <a:cubicBezTo>
                    <a:pt x="5435" y="101"/>
                    <a:pt x="5157" y="1"/>
                    <a:pt x="4879" y="1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3" name="Google Shape;613;p30"/>
            <p:cNvSpPr/>
            <p:nvPr/>
          </p:nvSpPr>
          <p:spPr>
            <a:xfrm>
              <a:off x="6357650" y="3069484"/>
              <a:ext cx="123579" cy="158912"/>
            </a:xfrm>
            <a:custGeom>
              <a:avLst/>
              <a:gdLst/>
              <a:ahLst/>
              <a:cxnLst/>
              <a:rect l="l" t="t" r="r" b="b"/>
              <a:pathLst>
                <a:path w="4963" h="6382" extrusionOk="0">
                  <a:moveTo>
                    <a:pt x="1378" y="1"/>
                  </a:moveTo>
                  <a:cubicBezTo>
                    <a:pt x="1284" y="1"/>
                    <a:pt x="1187" y="10"/>
                    <a:pt x="1088" y="28"/>
                  </a:cubicBezTo>
                  <a:cubicBezTo>
                    <a:pt x="614" y="84"/>
                    <a:pt x="251" y="335"/>
                    <a:pt x="168" y="836"/>
                  </a:cubicBezTo>
                  <a:cubicBezTo>
                    <a:pt x="1" y="2035"/>
                    <a:pt x="530" y="3485"/>
                    <a:pt x="1199" y="4488"/>
                  </a:cubicBezTo>
                  <a:cubicBezTo>
                    <a:pt x="1673" y="5101"/>
                    <a:pt x="2203" y="5631"/>
                    <a:pt x="2844" y="6021"/>
                  </a:cubicBezTo>
                  <a:cubicBezTo>
                    <a:pt x="3156" y="6212"/>
                    <a:pt x="3565" y="6381"/>
                    <a:pt x="3944" y="6381"/>
                  </a:cubicBezTo>
                  <a:cubicBezTo>
                    <a:pt x="4174" y="6381"/>
                    <a:pt x="4393" y="6319"/>
                    <a:pt x="4572" y="6161"/>
                  </a:cubicBezTo>
                  <a:cubicBezTo>
                    <a:pt x="4962" y="5798"/>
                    <a:pt x="4962" y="5213"/>
                    <a:pt x="4879" y="4683"/>
                  </a:cubicBezTo>
                  <a:cubicBezTo>
                    <a:pt x="4656" y="3262"/>
                    <a:pt x="3987" y="1896"/>
                    <a:pt x="2927" y="836"/>
                  </a:cubicBezTo>
                  <a:cubicBezTo>
                    <a:pt x="2516" y="377"/>
                    <a:pt x="2000" y="1"/>
                    <a:pt x="1378" y="1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4" name="Google Shape;614;p30"/>
            <p:cNvSpPr/>
            <p:nvPr/>
          </p:nvSpPr>
          <p:spPr>
            <a:xfrm>
              <a:off x="6964289" y="3024365"/>
              <a:ext cx="68052" cy="233935"/>
            </a:xfrm>
            <a:custGeom>
              <a:avLst/>
              <a:gdLst/>
              <a:ahLst/>
              <a:cxnLst/>
              <a:rect l="l" t="t" r="r" b="b"/>
              <a:pathLst>
                <a:path w="2733" h="9395" fill="none" extrusionOk="0">
                  <a:moveTo>
                    <a:pt x="2203" y="0"/>
                  </a:moveTo>
                  <a:cubicBezTo>
                    <a:pt x="2732" y="3262"/>
                    <a:pt x="1924" y="6718"/>
                    <a:pt x="1" y="9394"/>
                  </a:cubicBezTo>
                </a:path>
              </a:pathLst>
            </a:custGeom>
            <a:noFill/>
            <a:ln w="6275" cap="rnd" cmpd="sng">
              <a:solidFill>
                <a:srgbClr val="2A331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5" name="Google Shape;615;p30"/>
            <p:cNvSpPr/>
            <p:nvPr/>
          </p:nvSpPr>
          <p:spPr>
            <a:xfrm>
              <a:off x="6913617" y="3302000"/>
              <a:ext cx="30577" cy="24327"/>
            </a:xfrm>
            <a:custGeom>
              <a:avLst/>
              <a:gdLst/>
              <a:ahLst/>
              <a:cxnLst/>
              <a:rect l="l" t="t" r="r" b="b"/>
              <a:pathLst>
                <a:path w="1228" h="977" fill="none" extrusionOk="0">
                  <a:moveTo>
                    <a:pt x="1227" y="0"/>
                  </a:moveTo>
                  <a:cubicBezTo>
                    <a:pt x="809" y="307"/>
                    <a:pt x="447" y="642"/>
                    <a:pt x="1" y="976"/>
                  </a:cubicBezTo>
                </a:path>
              </a:pathLst>
            </a:custGeom>
            <a:noFill/>
            <a:ln w="6275" cap="rnd" cmpd="sng">
              <a:solidFill>
                <a:srgbClr val="2A331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6" name="Google Shape;616;p30"/>
            <p:cNvSpPr/>
            <p:nvPr/>
          </p:nvSpPr>
          <p:spPr>
            <a:xfrm>
              <a:off x="6531178" y="3330461"/>
              <a:ext cx="98579" cy="52066"/>
            </a:xfrm>
            <a:custGeom>
              <a:avLst/>
              <a:gdLst/>
              <a:ahLst/>
              <a:cxnLst/>
              <a:rect l="l" t="t" r="r" b="b"/>
              <a:pathLst>
                <a:path w="3959" h="2091" fill="none" extrusionOk="0">
                  <a:moveTo>
                    <a:pt x="0" y="0"/>
                  </a:moveTo>
                  <a:cubicBezTo>
                    <a:pt x="1060" y="1087"/>
                    <a:pt x="2453" y="1812"/>
                    <a:pt x="3959" y="2091"/>
                  </a:cubicBezTo>
                </a:path>
              </a:pathLst>
            </a:custGeom>
            <a:noFill/>
            <a:ln w="6275" cap="rnd" cmpd="sng">
              <a:solidFill>
                <a:srgbClr val="2A331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7" name="Google Shape;617;p30"/>
            <p:cNvSpPr/>
            <p:nvPr/>
          </p:nvSpPr>
          <p:spPr>
            <a:xfrm>
              <a:off x="6751892" y="2555149"/>
              <a:ext cx="613611" cy="1061611"/>
            </a:xfrm>
            <a:custGeom>
              <a:avLst/>
              <a:gdLst/>
              <a:ahLst/>
              <a:cxnLst/>
              <a:rect l="l" t="t" r="r" b="b"/>
              <a:pathLst>
                <a:path w="24643" h="42635" extrusionOk="0">
                  <a:moveTo>
                    <a:pt x="13214" y="1"/>
                  </a:moveTo>
                  <a:cubicBezTo>
                    <a:pt x="13130" y="419"/>
                    <a:pt x="13102" y="642"/>
                    <a:pt x="13019" y="1088"/>
                  </a:cubicBezTo>
                  <a:cubicBezTo>
                    <a:pt x="12823" y="2426"/>
                    <a:pt x="12071" y="3597"/>
                    <a:pt x="10984" y="4293"/>
                  </a:cubicBezTo>
                  <a:cubicBezTo>
                    <a:pt x="8921" y="5631"/>
                    <a:pt x="5604" y="8168"/>
                    <a:pt x="4879" y="12015"/>
                  </a:cubicBezTo>
                  <a:cubicBezTo>
                    <a:pt x="3346" y="20322"/>
                    <a:pt x="1785" y="28628"/>
                    <a:pt x="252" y="36963"/>
                  </a:cubicBezTo>
                  <a:cubicBezTo>
                    <a:pt x="1" y="38357"/>
                    <a:pt x="976" y="39890"/>
                    <a:pt x="2426" y="40252"/>
                  </a:cubicBezTo>
                  <a:cubicBezTo>
                    <a:pt x="5158" y="41005"/>
                    <a:pt x="6468" y="41284"/>
                    <a:pt x="9088" y="41730"/>
                  </a:cubicBezTo>
                  <a:cubicBezTo>
                    <a:pt x="11736" y="42176"/>
                    <a:pt x="13019" y="42343"/>
                    <a:pt x="15722" y="42622"/>
                  </a:cubicBezTo>
                  <a:cubicBezTo>
                    <a:pt x="15809" y="42630"/>
                    <a:pt x="15895" y="42634"/>
                    <a:pt x="15981" y="42634"/>
                  </a:cubicBezTo>
                  <a:cubicBezTo>
                    <a:pt x="17309" y="42634"/>
                    <a:pt x="18555" y="41645"/>
                    <a:pt x="18817" y="40336"/>
                  </a:cubicBezTo>
                  <a:cubicBezTo>
                    <a:pt x="20378" y="32169"/>
                    <a:pt x="22301" y="24085"/>
                    <a:pt x="23890" y="15945"/>
                  </a:cubicBezTo>
                  <a:cubicBezTo>
                    <a:pt x="24643" y="12071"/>
                    <a:pt x="22468" y="8224"/>
                    <a:pt x="20935" y="6189"/>
                  </a:cubicBezTo>
                  <a:cubicBezTo>
                    <a:pt x="20099" y="5074"/>
                    <a:pt x="19792" y="3680"/>
                    <a:pt x="19987" y="2314"/>
                  </a:cubicBezTo>
                  <a:cubicBezTo>
                    <a:pt x="20071" y="1868"/>
                    <a:pt x="20099" y="1645"/>
                    <a:pt x="20182" y="1199"/>
                  </a:cubicBezTo>
                  <a:cubicBezTo>
                    <a:pt x="18789" y="948"/>
                    <a:pt x="18092" y="865"/>
                    <a:pt x="16698" y="614"/>
                  </a:cubicBezTo>
                  <a:cubicBezTo>
                    <a:pt x="15304" y="363"/>
                    <a:pt x="14607" y="251"/>
                    <a:pt x="1321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8" name="Google Shape;618;p30"/>
            <p:cNvSpPr/>
            <p:nvPr/>
          </p:nvSpPr>
          <p:spPr>
            <a:xfrm>
              <a:off x="7057987" y="2500120"/>
              <a:ext cx="219369" cy="116582"/>
            </a:xfrm>
            <a:custGeom>
              <a:avLst/>
              <a:gdLst/>
              <a:ahLst/>
              <a:cxnLst/>
              <a:rect l="l" t="t" r="r" b="b"/>
              <a:pathLst>
                <a:path w="8810" h="4682" extrusionOk="0">
                  <a:moveTo>
                    <a:pt x="1028" y="1"/>
                  </a:moveTo>
                  <a:cubicBezTo>
                    <a:pt x="748" y="1"/>
                    <a:pt x="469" y="233"/>
                    <a:pt x="419" y="510"/>
                  </a:cubicBezTo>
                  <a:cubicBezTo>
                    <a:pt x="307" y="1179"/>
                    <a:pt x="224" y="1848"/>
                    <a:pt x="84" y="2517"/>
                  </a:cubicBezTo>
                  <a:cubicBezTo>
                    <a:pt x="1" y="2824"/>
                    <a:pt x="224" y="3130"/>
                    <a:pt x="558" y="3214"/>
                  </a:cubicBezTo>
                  <a:cubicBezTo>
                    <a:pt x="2900" y="3688"/>
                    <a:pt x="5269" y="4190"/>
                    <a:pt x="7611" y="4664"/>
                  </a:cubicBezTo>
                  <a:cubicBezTo>
                    <a:pt x="7655" y="4676"/>
                    <a:pt x="7699" y="4681"/>
                    <a:pt x="7743" y="4681"/>
                  </a:cubicBezTo>
                  <a:cubicBezTo>
                    <a:pt x="8008" y="4681"/>
                    <a:pt x="8264" y="4476"/>
                    <a:pt x="8335" y="4190"/>
                  </a:cubicBezTo>
                  <a:cubicBezTo>
                    <a:pt x="8475" y="3409"/>
                    <a:pt x="8614" y="2712"/>
                    <a:pt x="8754" y="1960"/>
                  </a:cubicBezTo>
                  <a:cubicBezTo>
                    <a:pt x="8809" y="1597"/>
                    <a:pt x="8614" y="1291"/>
                    <a:pt x="8252" y="1207"/>
                  </a:cubicBezTo>
                  <a:lnTo>
                    <a:pt x="1116" y="8"/>
                  </a:lnTo>
                  <a:cubicBezTo>
                    <a:pt x="1087" y="3"/>
                    <a:pt x="1058" y="1"/>
                    <a:pt x="10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9" name="Google Shape;619;p30"/>
            <p:cNvSpPr/>
            <p:nvPr/>
          </p:nvSpPr>
          <p:spPr>
            <a:xfrm>
              <a:off x="6784511" y="2839906"/>
              <a:ext cx="519215" cy="745506"/>
            </a:xfrm>
            <a:custGeom>
              <a:avLst/>
              <a:gdLst/>
              <a:ahLst/>
              <a:cxnLst/>
              <a:rect l="l" t="t" r="r" b="b"/>
              <a:pathLst>
                <a:path w="20852" h="29940" extrusionOk="0">
                  <a:moveTo>
                    <a:pt x="8120" y="1"/>
                  </a:moveTo>
                  <a:cubicBezTo>
                    <a:pt x="6965" y="1"/>
                    <a:pt x="5866" y="328"/>
                    <a:pt x="4768" y="718"/>
                  </a:cubicBezTo>
                  <a:lnTo>
                    <a:pt x="4768" y="774"/>
                  </a:lnTo>
                  <a:lnTo>
                    <a:pt x="3987" y="5039"/>
                  </a:lnTo>
                  <a:cubicBezTo>
                    <a:pt x="2677" y="11924"/>
                    <a:pt x="1395" y="18837"/>
                    <a:pt x="140" y="25722"/>
                  </a:cubicBezTo>
                  <a:cubicBezTo>
                    <a:pt x="1" y="26475"/>
                    <a:pt x="642" y="27367"/>
                    <a:pt x="1450" y="27562"/>
                  </a:cubicBezTo>
                  <a:cubicBezTo>
                    <a:pt x="3876" y="28231"/>
                    <a:pt x="5130" y="28510"/>
                    <a:pt x="7276" y="28900"/>
                  </a:cubicBezTo>
                  <a:lnTo>
                    <a:pt x="7973" y="29039"/>
                  </a:lnTo>
                  <a:cubicBezTo>
                    <a:pt x="10649" y="29513"/>
                    <a:pt x="11959" y="29653"/>
                    <a:pt x="14496" y="29931"/>
                  </a:cubicBezTo>
                  <a:cubicBezTo>
                    <a:pt x="14546" y="29937"/>
                    <a:pt x="14596" y="29939"/>
                    <a:pt x="14646" y="29939"/>
                  </a:cubicBezTo>
                  <a:cubicBezTo>
                    <a:pt x="15381" y="29939"/>
                    <a:pt x="16122" y="29380"/>
                    <a:pt x="16252" y="28649"/>
                  </a:cubicBezTo>
                  <a:cubicBezTo>
                    <a:pt x="17033" y="24468"/>
                    <a:pt x="17953" y="20259"/>
                    <a:pt x="18817" y="16189"/>
                  </a:cubicBezTo>
                  <a:cubicBezTo>
                    <a:pt x="19486" y="13039"/>
                    <a:pt x="20183" y="9806"/>
                    <a:pt x="20852" y="6600"/>
                  </a:cubicBezTo>
                  <a:cubicBezTo>
                    <a:pt x="19737" y="6377"/>
                    <a:pt x="18649" y="6015"/>
                    <a:pt x="17646" y="5401"/>
                  </a:cubicBezTo>
                  <a:cubicBezTo>
                    <a:pt x="16113" y="4537"/>
                    <a:pt x="14831" y="3283"/>
                    <a:pt x="13381" y="2168"/>
                  </a:cubicBezTo>
                  <a:cubicBezTo>
                    <a:pt x="11987" y="1081"/>
                    <a:pt x="10398" y="105"/>
                    <a:pt x="8614" y="21"/>
                  </a:cubicBezTo>
                  <a:cubicBezTo>
                    <a:pt x="8448" y="8"/>
                    <a:pt x="8284" y="1"/>
                    <a:pt x="8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0" name="Google Shape;620;p30"/>
            <p:cNvSpPr/>
            <p:nvPr/>
          </p:nvSpPr>
          <p:spPr>
            <a:xfrm>
              <a:off x="6925420" y="3011940"/>
              <a:ext cx="88868" cy="93848"/>
            </a:xfrm>
            <a:custGeom>
              <a:avLst/>
              <a:gdLst/>
              <a:ahLst/>
              <a:cxnLst/>
              <a:rect l="l" t="t" r="r" b="b"/>
              <a:pathLst>
                <a:path w="3569" h="3769" extrusionOk="0">
                  <a:moveTo>
                    <a:pt x="2316" y="1"/>
                  </a:moveTo>
                  <a:cubicBezTo>
                    <a:pt x="1762" y="1"/>
                    <a:pt x="1153" y="456"/>
                    <a:pt x="809" y="778"/>
                  </a:cubicBezTo>
                  <a:cubicBezTo>
                    <a:pt x="335" y="1196"/>
                    <a:pt x="1" y="1754"/>
                    <a:pt x="56" y="2367"/>
                  </a:cubicBezTo>
                  <a:cubicBezTo>
                    <a:pt x="135" y="3154"/>
                    <a:pt x="880" y="3768"/>
                    <a:pt x="1665" y="3768"/>
                  </a:cubicBezTo>
                  <a:cubicBezTo>
                    <a:pt x="1714" y="3768"/>
                    <a:pt x="1763" y="3766"/>
                    <a:pt x="1812" y="3761"/>
                  </a:cubicBezTo>
                  <a:cubicBezTo>
                    <a:pt x="2649" y="3677"/>
                    <a:pt x="3346" y="2980"/>
                    <a:pt x="3485" y="2172"/>
                  </a:cubicBezTo>
                  <a:cubicBezTo>
                    <a:pt x="3569" y="1503"/>
                    <a:pt x="3346" y="527"/>
                    <a:pt x="2788" y="137"/>
                  </a:cubicBezTo>
                  <a:cubicBezTo>
                    <a:pt x="2641" y="41"/>
                    <a:pt x="2481" y="1"/>
                    <a:pt x="23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1" name="Google Shape;621;p30"/>
            <p:cNvSpPr/>
            <p:nvPr/>
          </p:nvSpPr>
          <p:spPr>
            <a:xfrm>
              <a:off x="7030971" y="2956587"/>
              <a:ext cx="69396" cy="36553"/>
            </a:xfrm>
            <a:custGeom>
              <a:avLst/>
              <a:gdLst/>
              <a:ahLst/>
              <a:cxnLst/>
              <a:rect l="l" t="t" r="r" b="b"/>
              <a:pathLst>
                <a:path w="2787" h="1468" extrusionOk="0">
                  <a:moveTo>
                    <a:pt x="1344" y="0"/>
                  </a:moveTo>
                  <a:cubicBezTo>
                    <a:pt x="796" y="0"/>
                    <a:pt x="1" y="138"/>
                    <a:pt x="249" y="771"/>
                  </a:cubicBezTo>
                  <a:cubicBezTo>
                    <a:pt x="361" y="1078"/>
                    <a:pt x="640" y="1329"/>
                    <a:pt x="946" y="1412"/>
                  </a:cubicBezTo>
                  <a:cubicBezTo>
                    <a:pt x="1058" y="1468"/>
                    <a:pt x="1169" y="1468"/>
                    <a:pt x="1253" y="1468"/>
                  </a:cubicBezTo>
                  <a:cubicBezTo>
                    <a:pt x="2201" y="1468"/>
                    <a:pt x="2786" y="269"/>
                    <a:pt x="1671" y="18"/>
                  </a:cubicBezTo>
                  <a:cubicBezTo>
                    <a:pt x="1587" y="8"/>
                    <a:pt x="1472" y="0"/>
                    <a:pt x="13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2" name="Google Shape;622;p30"/>
            <p:cNvSpPr/>
            <p:nvPr/>
          </p:nvSpPr>
          <p:spPr>
            <a:xfrm>
              <a:off x="7063540" y="3239650"/>
              <a:ext cx="105925" cy="88071"/>
            </a:xfrm>
            <a:custGeom>
              <a:avLst/>
              <a:gdLst/>
              <a:ahLst/>
              <a:cxnLst/>
              <a:rect l="l" t="t" r="r" b="b"/>
              <a:pathLst>
                <a:path w="4254" h="3537" extrusionOk="0">
                  <a:moveTo>
                    <a:pt x="1472" y="0"/>
                  </a:moveTo>
                  <a:cubicBezTo>
                    <a:pt x="739" y="0"/>
                    <a:pt x="62" y="323"/>
                    <a:pt x="29" y="1166"/>
                  </a:cubicBezTo>
                  <a:cubicBezTo>
                    <a:pt x="1" y="2170"/>
                    <a:pt x="753" y="3118"/>
                    <a:pt x="1645" y="3424"/>
                  </a:cubicBezTo>
                  <a:cubicBezTo>
                    <a:pt x="1883" y="3501"/>
                    <a:pt x="2103" y="3537"/>
                    <a:pt x="2302" y="3537"/>
                  </a:cubicBezTo>
                  <a:cubicBezTo>
                    <a:pt x="3906" y="3537"/>
                    <a:pt x="4254" y="1275"/>
                    <a:pt x="2816" y="358"/>
                  </a:cubicBezTo>
                  <a:cubicBezTo>
                    <a:pt x="2453" y="138"/>
                    <a:pt x="1950" y="0"/>
                    <a:pt x="1472" y="0"/>
                  </a:cubicBezTo>
                  <a:close/>
                </a:path>
              </a:pathLst>
            </a:custGeom>
            <a:solidFill>
              <a:srgbClr val="EAE7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3" name="Google Shape;623;p30"/>
            <p:cNvSpPr/>
            <p:nvPr/>
          </p:nvSpPr>
          <p:spPr>
            <a:xfrm>
              <a:off x="7117000" y="3163880"/>
              <a:ext cx="58316" cy="55851"/>
            </a:xfrm>
            <a:custGeom>
              <a:avLst/>
              <a:gdLst/>
              <a:ahLst/>
              <a:cxnLst/>
              <a:rect l="l" t="t" r="r" b="b"/>
              <a:pathLst>
                <a:path w="2342" h="2243" extrusionOk="0">
                  <a:moveTo>
                    <a:pt x="1023" y="0"/>
                  </a:moveTo>
                  <a:cubicBezTo>
                    <a:pt x="749" y="0"/>
                    <a:pt x="480" y="95"/>
                    <a:pt x="279" y="307"/>
                  </a:cubicBezTo>
                  <a:cubicBezTo>
                    <a:pt x="84" y="558"/>
                    <a:pt x="0" y="892"/>
                    <a:pt x="84" y="1227"/>
                  </a:cubicBezTo>
                  <a:cubicBezTo>
                    <a:pt x="140" y="1533"/>
                    <a:pt x="335" y="1812"/>
                    <a:pt x="641" y="1979"/>
                  </a:cubicBezTo>
                  <a:cubicBezTo>
                    <a:pt x="830" y="2121"/>
                    <a:pt x="1099" y="2243"/>
                    <a:pt x="1363" y="2243"/>
                  </a:cubicBezTo>
                  <a:cubicBezTo>
                    <a:pt x="1411" y="2243"/>
                    <a:pt x="1459" y="2239"/>
                    <a:pt x="1505" y="2230"/>
                  </a:cubicBezTo>
                  <a:cubicBezTo>
                    <a:pt x="1701" y="2202"/>
                    <a:pt x="1896" y="2063"/>
                    <a:pt x="2035" y="1868"/>
                  </a:cubicBezTo>
                  <a:cubicBezTo>
                    <a:pt x="2258" y="1533"/>
                    <a:pt x="2342" y="1032"/>
                    <a:pt x="2119" y="669"/>
                  </a:cubicBezTo>
                  <a:cubicBezTo>
                    <a:pt x="1928" y="254"/>
                    <a:pt x="1470" y="0"/>
                    <a:pt x="1023" y="0"/>
                  </a:cubicBezTo>
                  <a:close/>
                </a:path>
              </a:pathLst>
            </a:custGeom>
            <a:solidFill>
              <a:srgbClr val="EAE7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4" name="Google Shape;624;p30"/>
            <p:cNvSpPr/>
            <p:nvPr/>
          </p:nvSpPr>
          <p:spPr>
            <a:xfrm>
              <a:off x="6933761" y="3218909"/>
              <a:ext cx="85058" cy="67803"/>
            </a:xfrm>
            <a:custGeom>
              <a:avLst/>
              <a:gdLst/>
              <a:ahLst/>
              <a:cxnLst/>
              <a:rect l="l" t="t" r="r" b="b"/>
              <a:pathLst>
                <a:path w="3416" h="2723" extrusionOk="0">
                  <a:moveTo>
                    <a:pt x="1551" y="1"/>
                  </a:moveTo>
                  <a:cubicBezTo>
                    <a:pt x="854" y="1"/>
                    <a:pt x="190" y="467"/>
                    <a:pt x="112" y="1247"/>
                  </a:cubicBezTo>
                  <a:cubicBezTo>
                    <a:pt x="0" y="2167"/>
                    <a:pt x="892" y="2557"/>
                    <a:pt x="1645" y="2696"/>
                  </a:cubicBezTo>
                  <a:cubicBezTo>
                    <a:pt x="1737" y="2714"/>
                    <a:pt x="1825" y="2723"/>
                    <a:pt x="1909" y="2723"/>
                  </a:cubicBezTo>
                  <a:cubicBezTo>
                    <a:pt x="3114" y="2723"/>
                    <a:pt x="3416" y="949"/>
                    <a:pt x="2425" y="271"/>
                  </a:cubicBezTo>
                  <a:cubicBezTo>
                    <a:pt x="2157" y="87"/>
                    <a:pt x="1851" y="1"/>
                    <a:pt x="1551" y="1"/>
                  </a:cubicBezTo>
                  <a:close/>
                </a:path>
              </a:pathLst>
            </a:custGeom>
            <a:solidFill>
              <a:srgbClr val="EAE7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5" name="Google Shape;625;p30"/>
            <p:cNvSpPr/>
            <p:nvPr/>
          </p:nvSpPr>
          <p:spPr>
            <a:xfrm>
              <a:off x="7144341" y="3045854"/>
              <a:ext cx="49028" cy="50024"/>
            </a:xfrm>
            <a:custGeom>
              <a:avLst/>
              <a:gdLst/>
              <a:ahLst/>
              <a:cxnLst/>
              <a:rect l="l" t="t" r="r" b="b"/>
              <a:pathLst>
                <a:path w="1969" h="2009" extrusionOk="0">
                  <a:moveTo>
                    <a:pt x="1112" y="0"/>
                  </a:moveTo>
                  <a:cubicBezTo>
                    <a:pt x="554" y="0"/>
                    <a:pt x="1" y="730"/>
                    <a:pt x="101" y="1256"/>
                  </a:cubicBezTo>
                  <a:cubicBezTo>
                    <a:pt x="129" y="1590"/>
                    <a:pt x="407" y="1869"/>
                    <a:pt x="714" y="1981"/>
                  </a:cubicBezTo>
                  <a:cubicBezTo>
                    <a:pt x="777" y="1999"/>
                    <a:pt x="841" y="2008"/>
                    <a:pt x="905" y="2008"/>
                  </a:cubicBezTo>
                  <a:cubicBezTo>
                    <a:pt x="1127" y="2008"/>
                    <a:pt x="1350" y="1902"/>
                    <a:pt x="1522" y="1730"/>
                  </a:cubicBezTo>
                  <a:cubicBezTo>
                    <a:pt x="1941" y="1312"/>
                    <a:pt x="1968" y="280"/>
                    <a:pt x="1299" y="29"/>
                  </a:cubicBezTo>
                  <a:cubicBezTo>
                    <a:pt x="1238" y="10"/>
                    <a:pt x="1175" y="0"/>
                    <a:pt x="1112" y="0"/>
                  </a:cubicBezTo>
                  <a:close/>
                </a:path>
              </a:pathLst>
            </a:custGeom>
            <a:solidFill>
              <a:srgbClr val="EAE7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6" name="Google Shape;626;p30"/>
            <p:cNvSpPr/>
            <p:nvPr/>
          </p:nvSpPr>
          <p:spPr>
            <a:xfrm>
              <a:off x="7011250" y="3330311"/>
              <a:ext cx="50921" cy="43650"/>
            </a:xfrm>
            <a:custGeom>
              <a:avLst/>
              <a:gdLst/>
              <a:ahLst/>
              <a:cxnLst/>
              <a:rect l="l" t="t" r="r" b="b"/>
              <a:pathLst>
                <a:path w="2045" h="1753" extrusionOk="0">
                  <a:moveTo>
                    <a:pt x="685" y="1"/>
                  </a:moveTo>
                  <a:cubicBezTo>
                    <a:pt x="28" y="1"/>
                    <a:pt x="0" y="1055"/>
                    <a:pt x="456" y="1512"/>
                  </a:cubicBezTo>
                  <a:cubicBezTo>
                    <a:pt x="627" y="1668"/>
                    <a:pt x="856" y="1752"/>
                    <a:pt x="1073" y="1752"/>
                  </a:cubicBezTo>
                  <a:cubicBezTo>
                    <a:pt x="1280" y="1752"/>
                    <a:pt x="1476" y="1675"/>
                    <a:pt x="1599" y="1512"/>
                  </a:cubicBezTo>
                  <a:cubicBezTo>
                    <a:pt x="2045" y="982"/>
                    <a:pt x="1460" y="174"/>
                    <a:pt x="902" y="34"/>
                  </a:cubicBezTo>
                  <a:cubicBezTo>
                    <a:pt x="823" y="11"/>
                    <a:pt x="751" y="1"/>
                    <a:pt x="685" y="1"/>
                  </a:cubicBezTo>
                  <a:close/>
                </a:path>
              </a:pathLst>
            </a:custGeom>
            <a:solidFill>
              <a:srgbClr val="EAE7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7" name="Google Shape;627;p30"/>
            <p:cNvSpPr/>
            <p:nvPr/>
          </p:nvSpPr>
          <p:spPr>
            <a:xfrm>
              <a:off x="6899748" y="3425878"/>
              <a:ext cx="83241" cy="40114"/>
            </a:xfrm>
            <a:custGeom>
              <a:avLst/>
              <a:gdLst/>
              <a:ahLst/>
              <a:cxnLst/>
              <a:rect l="l" t="t" r="r" b="b"/>
              <a:pathLst>
                <a:path w="3343" h="1611" extrusionOk="0">
                  <a:moveTo>
                    <a:pt x="1204" y="1"/>
                  </a:moveTo>
                  <a:cubicBezTo>
                    <a:pt x="521" y="1"/>
                    <a:pt x="1" y="319"/>
                    <a:pt x="641" y="1102"/>
                  </a:cubicBezTo>
                  <a:cubicBezTo>
                    <a:pt x="864" y="1353"/>
                    <a:pt x="1143" y="1492"/>
                    <a:pt x="1450" y="1576"/>
                  </a:cubicBezTo>
                  <a:cubicBezTo>
                    <a:pt x="1505" y="1576"/>
                    <a:pt x="1589" y="1604"/>
                    <a:pt x="1617" y="1604"/>
                  </a:cubicBezTo>
                  <a:cubicBezTo>
                    <a:pt x="1661" y="1608"/>
                    <a:pt x="1705" y="1611"/>
                    <a:pt x="1749" y="1611"/>
                  </a:cubicBezTo>
                  <a:cubicBezTo>
                    <a:pt x="1983" y="1611"/>
                    <a:pt x="2210" y="1545"/>
                    <a:pt x="2397" y="1381"/>
                  </a:cubicBezTo>
                  <a:cubicBezTo>
                    <a:pt x="3342" y="580"/>
                    <a:pt x="2126" y="1"/>
                    <a:pt x="1204" y="1"/>
                  </a:cubicBezTo>
                  <a:close/>
                </a:path>
              </a:pathLst>
            </a:custGeom>
            <a:solidFill>
              <a:srgbClr val="EAE7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8" name="Google Shape;628;p30"/>
            <p:cNvSpPr/>
            <p:nvPr/>
          </p:nvSpPr>
          <p:spPr>
            <a:xfrm>
              <a:off x="7080522" y="3459667"/>
              <a:ext cx="52937" cy="34113"/>
            </a:xfrm>
            <a:custGeom>
              <a:avLst/>
              <a:gdLst/>
              <a:ahLst/>
              <a:cxnLst/>
              <a:rect l="l" t="t" r="r" b="b"/>
              <a:pathLst>
                <a:path w="2126" h="1370" extrusionOk="0">
                  <a:moveTo>
                    <a:pt x="1138" y="0"/>
                  </a:moveTo>
                  <a:cubicBezTo>
                    <a:pt x="369" y="0"/>
                    <a:pt x="1" y="1233"/>
                    <a:pt x="880" y="1362"/>
                  </a:cubicBezTo>
                  <a:cubicBezTo>
                    <a:pt x="909" y="1367"/>
                    <a:pt x="938" y="1369"/>
                    <a:pt x="966" y="1369"/>
                  </a:cubicBezTo>
                  <a:cubicBezTo>
                    <a:pt x="1599" y="1369"/>
                    <a:pt x="2126" y="237"/>
                    <a:pt x="1326" y="24"/>
                  </a:cubicBezTo>
                  <a:cubicBezTo>
                    <a:pt x="1261" y="8"/>
                    <a:pt x="1199" y="0"/>
                    <a:pt x="1138" y="0"/>
                  </a:cubicBezTo>
                  <a:close/>
                </a:path>
              </a:pathLst>
            </a:custGeom>
            <a:solidFill>
              <a:srgbClr val="EAE7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9" name="Google Shape;629;p30"/>
            <p:cNvSpPr/>
            <p:nvPr/>
          </p:nvSpPr>
          <p:spPr>
            <a:xfrm>
              <a:off x="6915012" y="2696806"/>
              <a:ext cx="192975" cy="237496"/>
            </a:xfrm>
            <a:custGeom>
              <a:avLst/>
              <a:gdLst/>
              <a:ahLst/>
              <a:cxnLst/>
              <a:rect l="l" t="t" r="r" b="b"/>
              <a:pathLst>
                <a:path w="7750" h="9538" extrusionOk="0">
                  <a:moveTo>
                    <a:pt x="6063" y="1"/>
                  </a:moveTo>
                  <a:cubicBezTo>
                    <a:pt x="5580" y="1"/>
                    <a:pt x="5060" y="148"/>
                    <a:pt x="4600" y="361"/>
                  </a:cubicBezTo>
                  <a:cubicBezTo>
                    <a:pt x="3931" y="667"/>
                    <a:pt x="3345" y="1113"/>
                    <a:pt x="2816" y="1615"/>
                  </a:cubicBezTo>
                  <a:cubicBezTo>
                    <a:pt x="1701" y="2730"/>
                    <a:pt x="837" y="4096"/>
                    <a:pt x="335" y="5573"/>
                  </a:cubicBezTo>
                  <a:cubicBezTo>
                    <a:pt x="140" y="6270"/>
                    <a:pt x="0" y="7051"/>
                    <a:pt x="84" y="7747"/>
                  </a:cubicBezTo>
                  <a:cubicBezTo>
                    <a:pt x="223" y="8472"/>
                    <a:pt x="697" y="9169"/>
                    <a:pt x="1394" y="9420"/>
                  </a:cubicBezTo>
                  <a:cubicBezTo>
                    <a:pt x="1616" y="9501"/>
                    <a:pt x="1845" y="9538"/>
                    <a:pt x="2077" y="9538"/>
                  </a:cubicBezTo>
                  <a:cubicBezTo>
                    <a:pt x="2719" y="9538"/>
                    <a:pt x="3378" y="9259"/>
                    <a:pt x="3931" y="8890"/>
                  </a:cubicBezTo>
                  <a:cubicBezTo>
                    <a:pt x="6133" y="7497"/>
                    <a:pt x="7583" y="4960"/>
                    <a:pt x="7722" y="2340"/>
                  </a:cubicBezTo>
                  <a:cubicBezTo>
                    <a:pt x="7750" y="1894"/>
                    <a:pt x="7722" y="1448"/>
                    <a:pt x="7583" y="1030"/>
                  </a:cubicBezTo>
                  <a:cubicBezTo>
                    <a:pt x="7309" y="274"/>
                    <a:pt x="6721" y="1"/>
                    <a:pt x="6063" y="1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0" name="Google Shape;630;p30"/>
            <p:cNvSpPr/>
            <p:nvPr/>
          </p:nvSpPr>
          <p:spPr>
            <a:xfrm>
              <a:off x="7085054" y="2522530"/>
              <a:ext cx="6275" cy="28486"/>
            </a:xfrm>
            <a:custGeom>
              <a:avLst/>
              <a:gdLst/>
              <a:ahLst/>
              <a:cxnLst/>
              <a:rect l="l" t="t" r="r" b="b"/>
              <a:pathLst>
                <a:path w="252" h="1144" fill="none" extrusionOk="0">
                  <a:moveTo>
                    <a:pt x="252" y="0"/>
                  </a:moveTo>
                  <a:cubicBezTo>
                    <a:pt x="168" y="391"/>
                    <a:pt x="57" y="781"/>
                    <a:pt x="1" y="1143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1" name="Google Shape;631;p30"/>
            <p:cNvSpPr/>
            <p:nvPr/>
          </p:nvSpPr>
          <p:spPr>
            <a:xfrm>
              <a:off x="7108659" y="2528780"/>
              <a:ext cx="6972" cy="30552"/>
            </a:xfrm>
            <a:custGeom>
              <a:avLst/>
              <a:gdLst/>
              <a:ahLst/>
              <a:cxnLst/>
              <a:rect l="l" t="t" r="r" b="b"/>
              <a:pathLst>
                <a:path w="280" h="1227" fill="none" extrusionOk="0">
                  <a:moveTo>
                    <a:pt x="279" y="0"/>
                  </a:moveTo>
                  <a:cubicBezTo>
                    <a:pt x="168" y="418"/>
                    <a:pt x="84" y="781"/>
                    <a:pt x="1" y="1227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2" name="Google Shape;632;p30"/>
            <p:cNvSpPr/>
            <p:nvPr/>
          </p:nvSpPr>
          <p:spPr>
            <a:xfrm>
              <a:off x="7138514" y="2530175"/>
              <a:ext cx="6972" cy="34711"/>
            </a:xfrm>
            <a:custGeom>
              <a:avLst/>
              <a:gdLst/>
              <a:ahLst/>
              <a:cxnLst/>
              <a:rect l="l" t="t" r="r" b="b"/>
              <a:pathLst>
                <a:path w="280" h="1394" fill="none" extrusionOk="0">
                  <a:moveTo>
                    <a:pt x="279" y="0"/>
                  </a:moveTo>
                  <a:cubicBezTo>
                    <a:pt x="195" y="474"/>
                    <a:pt x="84" y="920"/>
                    <a:pt x="0" y="1394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3" name="Google Shape;633;p30"/>
            <p:cNvSpPr/>
            <p:nvPr/>
          </p:nvSpPr>
          <p:spPr>
            <a:xfrm>
              <a:off x="7166278" y="2537097"/>
              <a:ext cx="6275" cy="37524"/>
            </a:xfrm>
            <a:custGeom>
              <a:avLst/>
              <a:gdLst/>
              <a:ahLst/>
              <a:cxnLst/>
              <a:rect l="l" t="t" r="r" b="b"/>
              <a:pathLst>
                <a:path w="252" h="1507" fill="none" extrusionOk="0">
                  <a:moveTo>
                    <a:pt x="251" y="1"/>
                  </a:moveTo>
                  <a:cubicBezTo>
                    <a:pt x="195" y="503"/>
                    <a:pt x="84" y="1004"/>
                    <a:pt x="0" y="1506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4" name="Google Shape;634;p30"/>
            <p:cNvSpPr/>
            <p:nvPr/>
          </p:nvSpPr>
          <p:spPr>
            <a:xfrm>
              <a:off x="7196108" y="2536400"/>
              <a:ext cx="9761" cy="40288"/>
            </a:xfrm>
            <a:custGeom>
              <a:avLst/>
              <a:gdLst/>
              <a:ahLst/>
              <a:cxnLst/>
              <a:rect l="l" t="t" r="r" b="b"/>
              <a:pathLst>
                <a:path w="392" h="1618" fill="none" extrusionOk="0">
                  <a:moveTo>
                    <a:pt x="391" y="1"/>
                  </a:moveTo>
                  <a:cubicBezTo>
                    <a:pt x="252" y="531"/>
                    <a:pt x="140" y="1032"/>
                    <a:pt x="1" y="1618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5" name="Google Shape;635;p30"/>
            <p:cNvSpPr/>
            <p:nvPr/>
          </p:nvSpPr>
          <p:spPr>
            <a:xfrm>
              <a:off x="7234304" y="2544044"/>
              <a:ext cx="3486" cy="43052"/>
            </a:xfrm>
            <a:custGeom>
              <a:avLst/>
              <a:gdLst/>
              <a:ahLst/>
              <a:cxnLst/>
              <a:rect l="l" t="t" r="r" b="b"/>
              <a:pathLst>
                <a:path w="140" h="1729" fill="none" extrusionOk="0">
                  <a:moveTo>
                    <a:pt x="139" y="1"/>
                  </a:moveTo>
                  <a:cubicBezTo>
                    <a:pt x="112" y="558"/>
                    <a:pt x="28" y="1171"/>
                    <a:pt x="0" y="1729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6" name="Google Shape;636;p30"/>
            <p:cNvSpPr/>
            <p:nvPr/>
          </p:nvSpPr>
          <p:spPr>
            <a:xfrm>
              <a:off x="7241924" y="2729375"/>
              <a:ext cx="72907" cy="186028"/>
            </a:xfrm>
            <a:custGeom>
              <a:avLst/>
              <a:gdLst/>
              <a:ahLst/>
              <a:cxnLst/>
              <a:rect l="l" t="t" r="r" b="b"/>
              <a:pathLst>
                <a:path w="2928" h="7471" fill="none" extrusionOk="0">
                  <a:moveTo>
                    <a:pt x="1" y="0"/>
                  </a:moveTo>
                  <a:cubicBezTo>
                    <a:pt x="1840" y="2007"/>
                    <a:pt x="2928" y="4711"/>
                    <a:pt x="2928" y="7471"/>
                  </a:cubicBezTo>
                </a:path>
              </a:pathLst>
            </a:custGeom>
            <a:solidFill>
              <a:schemeClr val="lt1"/>
            </a:solidFill>
            <a:ln w="62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7" name="Google Shape;637;p30"/>
            <p:cNvSpPr/>
            <p:nvPr/>
          </p:nvSpPr>
          <p:spPr>
            <a:xfrm>
              <a:off x="7313412" y="2941772"/>
              <a:ext cx="2116" cy="22236"/>
            </a:xfrm>
            <a:custGeom>
              <a:avLst/>
              <a:gdLst/>
              <a:ahLst/>
              <a:cxnLst/>
              <a:rect l="l" t="t" r="r" b="b"/>
              <a:pathLst>
                <a:path w="85" h="893" fill="none" extrusionOk="0">
                  <a:moveTo>
                    <a:pt x="85" y="0"/>
                  </a:moveTo>
                  <a:cubicBezTo>
                    <a:pt x="57" y="307"/>
                    <a:pt x="29" y="586"/>
                    <a:pt x="1" y="892"/>
                  </a:cubicBezTo>
                </a:path>
              </a:pathLst>
            </a:custGeom>
            <a:noFill/>
            <a:ln w="6275" cap="rnd" cmpd="sng">
              <a:solidFill>
                <a:srgbClr val="F9F8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8" name="Google Shape;638;p30"/>
            <p:cNvSpPr/>
            <p:nvPr/>
          </p:nvSpPr>
          <p:spPr>
            <a:xfrm>
              <a:off x="6926117" y="3531055"/>
              <a:ext cx="167303" cy="31947"/>
            </a:xfrm>
            <a:custGeom>
              <a:avLst/>
              <a:gdLst/>
              <a:ahLst/>
              <a:cxnLst/>
              <a:rect l="l" t="t" r="r" b="b"/>
              <a:pathLst>
                <a:path w="6719" h="1283" fill="none" extrusionOk="0">
                  <a:moveTo>
                    <a:pt x="0" y="0"/>
                  </a:moveTo>
                  <a:cubicBezTo>
                    <a:pt x="2203" y="586"/>
                    <a:pt x="4460" y="1004"/>
                    <a:pt x="6718" y="1282"/>
                  </a:cubicBezTo>
                </a:path>
              </a:pathLst>
            </a:custGeom>
            <a:noFill/>
            <a:ln w="6275" cap="rnd" cmpd="sng">
              <a:solidFill>
                <a:srgbClr val="2A331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9" name="Google Shape;639;p30"/>
            <p:cNvSpPr/>
            <p:nvPr/>
          </p:nvSpPr>
          <p:spPr>
            <a:xfrm>
              <a:off x="7121856" y="3552569"/>
              <a:ext cx="22236" cy="2092"/>
            </a:xfrm>
            <a:custGeom>
              <a:avLst/>
              <a:gdLst/>
              <a:ahLst/>
              <a:cxnLst/>
              <a:rect l="l" t="t" r="r" b="b"/>
              <a:pathLst>
                <a:path w="893" h="84" fill="none" extrusionOk="0">
                  <a:moveTo>
                    <a:pt x="0" y="84"/>
                  </a:moveTo>
                  <a:cubicBezTo>
                    <a:pt x="279" y="56"/>
                    <a:pt x="614" y="28"/>
                    <a:pt x="892" y="0"/>
                  </a:cubicBezTo>
                </a:path>
              </a:pathLst>
            </a:custGeom>
            <a:noFill/>
            <a:ln w="6275" cap="rnd" cmpd="sng">
              <a:solidFill>
                <a:srgbClr val="2A331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0" name="Google Shape;640;p30"/>
            <p:cNvSpPr/>
            <p:nvPr/>
          </p:nvSpPr>
          <p:spPr>
            <a:xfrm>
              <a:off x="7416149" y="2843292"/>
              <a:ext cx="247805" cy="129057"/>
            </a:xfrm>
            <a:custGeom>
              <a:avLst/>
              <a:gdLst/>
              <a:ahLst/>
              <a:cxnLst/>
              <a:rect l="l" t="t" r="r" b="b"/>
              <a:pathLst>
                <a:path w="9952" h="5183" extrusionOk="0">
                  <a:moveTo>
                    <a:pt x="6909" y="0"/>
                  </a:moveTo>
                  <a:cubicBezTo>
                    <a:pt x="6261" y="0"/>
                    <a:pt x="5607" y="108"/>
                    <a:pt x="4990" y="303"/>
                  </a:cubicBezTo>
                  <a:cubicBezTo>
                    <a:pt x="3596" y="722"/>
                    <a:pt x="1589" y="1641"/>
                    <a:pt x="837" y="3007"/>
                  </a:cubicBezTo>
                  <a:cubicBezTo>
                    <a:pt x="0" y="4513"/>
                    <a:pt x="2314" y="5182"/>
                    <a:pt x="3401" y="5182"/>
                  </a:cubicBezTo>
                  <a:cubicBezTo>
                    <a:pt x="3433" y="5182"/>
                    <a:pt x="3464" y="5183"/>
                    <a:pt x="3495" y="5183"/>
                  </a:cubicBezTo>
                  <a:cubicBezTo>
                    <a:pt x="4773" y="5183"/>
                    <a:pt x="6020" y="4633"/>
                    <a:pt x="7081" y="3844"/>
                  </a:cubicBezTo>
                  <a:cubicBezTo>
                    <a:pt x="8168" y="3035"/>
                    <a:pt x="9060" y="2060"/>
                    <a:pt x="9952" y="1056"/>
                  </a:cubicBezTo>
                  <a:cubicBezTo>
                    <a:pt x="9107" y="317"/>
                    <a:pt x="8018" y="0"/>
                    <a:pt x="69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1" name="Google Shape;641;p30"/>
            <p:cNvSpPr/>
            <p:nvPr/>
          </p:nvSpPr>
          <p:spPr>
            <a:xfrm>
              <a:off x="7447374" y="2876509"/>
              <a:ext cx="157592" cy="82618"/>
            </a:xfrm>
            <a:custGeom>
              <a:avLst/>
              <a:gdLst/>
              <a:ahLst/>
              <a:cxnLst/>
              <a:rect l="l" t="t" r="r" b="b"/>
              <a:pathLst>
                <a:path w="6329" h="3318" fill="none" extrusionOk="0">
                  <a:moveTo>
                    <a:pt x="1" y="3318"/>
                  </a:moveTo>
                  <a:cubicBezTo>
                    <a:pt x="2091" y="2203"/>
                    <a:pt x="4182" y="1116"/>
                    <a:pt x="6329" y="1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2" name="Google Shape;642;p30"/>
            <p:cNvSpPr/>
            <p:nvPr/>
          </p:nvSpPr>
          <p:spPr>
            <a:xfrm>
              <a:off x="7404346" y="2764758"/>
              <a:ext cx="137448" cy="197855"/>
            </a:xfrm>
            <a:custGeom>
              <a:avLst/>
              <a:gdLst/>
              <a:ahLst/>
              <a:cxnLst/>
              <a:rect l="l" t="t" r="r" b="b"/>
              <a:pathLst>
                <a:path w="5520" h="7946" fill="none" extrusionOk="0">
                  <a:moveTo>
                    <a:pt x="1" y="7945"/>
                  </a:moveTo>
                  <a:cubicBezTo>
                    <a:pt x="1143" y="4879"/>
                    <a:pt x="3067" y="2119"/>
                    <a:pt x="5520" y="1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3" name="Google Shape;643;p30"/>
            <p:cNvSpPr/>
            <p:nvPr/>
          </p:nvSpPr>
          <p:spPr>
            <a:xfrm>
              <a:off x="7033013" y="2880194"/>
              <a:ext cx="571953" cy="557138"/>
            </a:xfrm>
            <a:custGeom>
              <a:avLst/>
              <a:gdLst/>
              <a:ahLst/>
              <a:cxnLst/>
              <a:rect l="l" t="t" r="r" b="b"/>
              <a:pathLst>
                <a:path w="22970" h="22375" extrusionOk="0">
                  <a:moveTo>
                    <a:pt x="11003" y="1"/>
                  </a:moveTo>
                  <a:cubicBezTo>
                    <a:pt x="9420" y="1"/>
                    <a:pt x="7845" y="323"/>
                    <a:pt x="6439" y="996"/>
                  </a:cubicBezTo>
                  <a:cubicBezTo>
                    <a:pt x="2621" y="2808"/>
                    <a:pt x="0" y="6961"/>
                    <a:pt x="28" y="11226"/>
                  </a:cubicBezTo>
                  <a:cubicBezTo>
                    <a:pt x="56" y="16104"/>
                    <a:pt x="3652" y="20731"/>
                    <a:pt x="8363" y="22014"/>
                  </a:cubicBezTo>
                  <a:cubicBezTo>
                    <a:pt x="9260" y="22258"/>
                    <a:pt x="10184" y="22375"/>
                    <a:pt x="11108" y="22375"/>
                  </a:cubicBezTo>
                  <a:cubicBezTo>
                    <a:pt x="15036" y="22375"/>
                    <a:pt x="18977" y="20264"/>
                    <a:pt x="20962" y="16857"/>
                  </a:cubicBezTo>
                  <a:cubicBezTo>
                    <a:pt x="22970" y="13456"/>
                    <a:pt x="22774" y="9303"/>
                    <a:pt x="21102" y="5818"/>
                  </a:cubicBezTo>
                  <a:cubicBezTo>
                    <a:pt x="19513" y="2417"/>
                    <a:pt x="16614" y="745"/>
                    <a:pt x="12934" y="159"/>
                  </a:cubicBezTo>
                  <a:cubicBezTo>
                    <a:pt x="12296" y="54"/>
                    <a:pt x="11649" y="1"/>
                    <a:pt x="110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4" name="Google Shape;644;p30"/>
            <p:cNvSpPr/>
            <p:nvPr/>
          </p:nvSpPr>
          <p:spPr>
            <a:xfrm>
              <a:off x="7436268" y="3084050"/>
              <a:ext cx="123579" cy="259607"/>
            </a:xfrm>
            <a:custGeom>
              <a:avLst/>
              <a:gdLst/>
              <a:ahLst/>
              <a:cxnLst/>
              <a:rect l="l" t="t" r="r" b="b"/>
              <a:pathLst>
                <a:path w="4963" h="10426" fill="none" extrusionOk="0">
                  <a:moveTo>
                    <a:pt x="4433" y="1"/>
                  </a:moveTo>
                  <a:cubicBezTo>
                    <a:pt x="4963" y="1952"/>
                    <a:pt x="4823" y="4098"/>
                    <a:pt x="4015" y="5966"/>
                  </a:cubicBezTo>
                  <a:cubicBezTo>
                    <a:pt x="3206" y="7834"/>
                    <a:pt x="1785" y="9395"/>
                    <a:pt x="1" y="10426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5" name="Google Shape;645;p30"/>
            <p:cNvSpPr/>
            <p:nvPr/>
          </p:nvSpPr>
          <p:spPr>
            <a:xfrm>
              <a:off x="7367569" y="3364474"/>
              <a:ext cx="38197" cy="15986"/>
            </a:xfrm>
            <a:custGeom>
              <a:avLst/>
              <a:gdLst/>
              <a:ahLst/>
              <a:cxnLst/>
              <a:rect l="l" t="t" r="r" b="b"/>
              <a:pathLst>
                <a:path w="1534" h="642" fill="none" extrusionOk="0">
                  <a:moveTo>
                    <a:pt x="1533" y="0"/>
                  </a:moveTo>
                  <a:cubicBezTo>
                    <a:pt x="1032" y="195"/>
                    <a:pt x="530" y="446"/>
                    <a:pt x="0" y="641"/>
                  </a:cubicBezTo>
                </a:path>
              </a:pathLst>
            </a:custGeom>
            <a:noFill/>
            <a:ln w="6275" cap="rnd" cmpd="sng">
              <a:solidFill>
                <a:srgbClr val="2A331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6" name="Google Shape;646;p30"/>
            <p:cNvSpPr/>
            <p:nvPr/>
          </p:nvSpPr>
          <p:spPr>
            <a:xfrm>
              <a:off x="7096159" y="3215224"/>
              <a:ext cx="92354" cy="144420"/>
            </a:xfrm>
            <a:custGeom>
              <a:avLst/>
              <a:gdLst/>
              <a:ahLst/>
              <a:cxnLst/>
              <a:rect l="l" t="t" r="r" b="b"/>
              <a:pathLst>
                <a:path w="3709" h="5800" fill="none" extrusionOk="0">
                  <a:moveTo>
                    <a:pt x="1" y="1"/>
                  </a:moveTo>
                  <a:cubicBezTo>
                    <a:pt x="140" y="2398"/>
                    <a:pt x="1618" y="4656"/>
                    <a:pt x="3708" y="5799"/>
                  </a:cubicBezTo>
                </a:path>
              </a:pathLst>
            </a:custGeom>
            <a:noFill/>
            <a:ln w="6275" cap="rnd" cmpd="sng">
              <a:solidFill>
                <a:srgbClr val="2A331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7" name="Google Shape;647;p30"/>
            <p:cNvSpPr/>
            <p:nvPr/>
          </p:nvSpPr>
          <p:spPr>
            <a:xfrm>
              <a:off x="7112817" y="2920781"/>
              <a:ext cx="264089" cy="228831"/>
            </a:xfrm>
            <a:custGeom>
              <a:avLst/>
              <a:gdLst/>
              <a:ahLst/>
              <a:cxnLst/>
              <a:rect l="l" t="t" r="r" b="b"/>
              <a:pathLst>
                <a:path w="10606" h="9190" extrusionOk="0">
                  <a:moveTo>
                    <a:pt x="7985" y="0"/>
                  </a:moveTo>
                  <a:cubicBezTo>
                    <a:pt x="6754" y="0"/>
                    <a:pt x="5366" y="379"/>
                    <a:pt x="4600" y="704"/>
                  </a:cubicBezTo>
                  <a:cubicBezTo>
                    <a:pt x="3039" y="1401"/>
                    <a:pt x="1673" y="2571"/>
                    <a:pt x="809" y="4077"/>
                  </a:cubicBezTo>
                  <a:cubicBezTo>
                    <a:pt x="335" y="4885"/>
                    <a:pt x="1" y="5833"/>
                    <a:pt x="57" y="6753"/>
                  </a:cubicBezTo>
                  <a:cubicBezTo>
                    <a:pt x="140" y="7700"/>
                    <a:pt x="670" y="8648"/>
                    <a:pt x="1534" y="8983"/>
                  </a:cubicBezTo>
                  <a:cubicBezTo>
                    <a:pt x="1842" y="9128"/>
                    <a:pt x="2168" y="9190"/>
                    <a:pt x="2499" y="9190"/>
                  </a:cubicBezTo>
                  <a:cubicBezTo>
                    <a:pt x="3247" y="9190"/>
                    <a:pt x="4018" y="8876"/>
                    <a:pt x="4656" y="8509"/>
                  </a:cubicBezTo>
                  <a:cubicBezTo>
                    <a:pt x="6691" y="7422"/>
                    <a:pt x="8419" y="5833"/>
                    <a:pt x="9674" y="3909"/>
                  </a:cubicBezTo>
                  <a:cubicBezTo>
                    <a:pt x="10036" y="3380"/>
                    <a:pt x="10343" y="2794"/>
                    <a:pt x="10426" y="2153"/>
                  </a:cubicBezTo>
                  <a:cubicBezTo>
                    <a:pt x="10605" y="500"/>
                    <a:pt x="9398" y="0"/>
                    <a:pt x="7985" y="0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8" name="Google Shape;648;p30"/>
            <p:cNvSpPr/>
            <p:nvPr/>
          </p:nvSpPr>
          <p:spPr>
            <a:xfrm>
              <a:off x="7348819" y="3109050"/>
              <a:ext cx="515032" cy="1502715"/>
            </a:xfrm>
            <a:custGeom>
              <a:avLst/>
              <a:gdLst/>
              <a:ahLst/>
              <a:cxnLst/>
              <a:rect l="l" t="t" r="r" b="b"/>
              <a:pathLst>
                <a:path w="20684" h="60350" extrusionOk="0">
                  <a:moveTo>
                    <a:pt x="11318" y="0"/>
                  </a:moveTo>
                  <a:lnTo>
                    <a:pt x="5074" y="3150"/>
                  </a:lnTo>
                  <a:cubicBezTo>
                    <a:pt x="5074" y="3150"/>
                    <a:pt x="1032" y="13129"/>
                    <a:pt x="530" y="13547"/>
                  </a:cubicBezTo>
                  <a:cubicBezTo>
                    <a:pt x="1" y="13966"/>
                    <a:pt x="530" y="32280"/>
                    <a:pt x="530" y="32280"/>
                  </a:cubicBezTo>
                  <a:lnTo>
                    <a:pt x="9004" y="60350"/>
                  </a:lnTo>
                  <a:cubicBezTo>
                    <a:pt x="14914" y="57646"/>
                    <a:pt x="18119" y="54998"/>
                    <a:pt x="19653" y="53465"/>
                  </a:cubicBezTo>
                  <a:cubicBezTo>
                    <a:pt x="20405" y="52684"/>
                    <a:pt x="20684" y="51569"/>
                    <a:pt x="20350" y="50538"/>
                  </a:cubicBezTo>
                  <a:cubicBezTo>
                    <a:pt x="19095" y="46747"/>
                    <a:pt x="16001" y="37046"/>
                    <a:pt x="14802" y="30161"/>
                  </a:cubicBezTo>
                  <a:cubicBezTo>
                    <a:pt x="12851" y="18899"/>
                    <a:pt x="11318" y="0"/>
                    <a:pt x="113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9" name="Google Shape;649;p30"/>
            <p:cNvSpPr/>
            <p:nvPr/>
          </p:nvSpPr>
          <p:spPr>
            <a:xfrm>
              <a:off x="6297965" y="3187460"/>
              <a:ext cx="1276449" cy="1468527"/>
            </a:xfrm>
            <a:custGeom>
              <a:avLst/>
              <a:gdLst/>
              <a:ahLst/>
              <a:cxnLst/>
              <a:rect l="l" t="t" r="r" b="b"/>
              <a:pathLst>
                <a:path w="51263" h="58977" extrusionOk="0">
                  <a:moveTo>
                    <a:pt x="2481" y="1"/>
                  </a:moveTo>
                  <a:cubicBezTo>
                    <a:pt x="1896" y="5074"/>
                    <a:pt x="586" y="19932"/>
                    <a:pt x="307" y="29911"/>
                  </a:cubicBezTo>
                  <a:cubicBezTo>
                    <a:pt x="0" y="41173"/>
                    <a:pt x="84" y="49981"/>
                    <a:pt x="140" y="54497"/>
                  </a:cubicBezTo>
                  <a:cubicBezTo>
                    <a:pt x="168" y="56365"/>
                    <a:pt x="1617" y="57898"/>
                    <a:pt x="3457" y="58065"/>
                  </a:cubicBezTo>
                  <a:cubicBezTo>
                    <a:pt x="9477" y="58673"/>
                    <a:pt x="16316" y="58977"/>
                    <a:pt x="23293" y="58977"/>
                  </a:cubicBezTo>
                  <a:cubicBezTo>
                    <a:pt x="32953" y="58977"/>
                    <a:pt x="42879" y="58394"/>
                    <a:pt x="51263" y="57229"/>
                  </a:cubicBezTo>
                  <a:cubicBezTo>
                    <a:pt x="51263" y="57201"/>
                    <a:pt x="48169" y="37800"/>
                    <a:pt x="47500" y="27235"/>
                  </a:cubicBezTo>
                  <a:cubicBezTo>
                    <a:pt x="46719" y="15360"/>
                    <a:pt x="46970" y="5214"/>
                    <a:pt x="47277" y="1"/>
                  </a:cubicBezTo>
                  <a:lnTo>
                    <a:pt x="47277" y="1"/>
                  </a:lnTo>
                  <a:cubicBezTo>
                    <a:pt x="41776" y="703"/>
                    <a:pt x="35044" y="945"/>
                    <a:pt x="28382" y="945"/>
                  </a:cubicBezTo>
                  <a:cubicBezTo>
                    <a:pt x="17861" y="945"/>
                    <a:pt x="7516" y="342"/>
                    <a:pt x="24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0" name="Google Shape;650;p30"/>
            <p:cNvSpPr/>
            <p:nvPr/>
          </p:nvSpPr>
          <p:spPr>
            <a:xfrm>
              <a:off x="6611008" y="3640217"/>
              <a:ext cx="548348" cy="531814"/>
            </a:xfrm>
            <a:custGeom>
              <a:avLst/>
              <a:gdLst/>
              <a:ahLst/>
              <a:cxnLst/>
              <a:rect l="l" t="t" r="r" b="b"/>
              <a:pathLst>
                <a:path w="22022" h="21358" extrusionOk="0">
                  <a:moveTo>
                    <a:pt x="12290" y="0"/>
                  </a:moveTo>
                  <a:cubicBezTo>
                    <a:pt x="10067" y="0"/>
                    <a:pt x="7805" y="698"/>
                    <a:pt x="5937" y="1832"/>
                  </a:cubicBezTo>
                  <a:cubicBezTo>
                    <a:pt x="4655" y="2724"/>
                    <a:pt x="3457" y="3756"/>
                    <a:pt x="2509" y="5038"/>
                  </a:cubicBezTo>
                  <a:cubicBezTo>
                    <a:pt x="502" y="7909"/>
                    <a:pt x="0" y="11923"/>
                    <a:pt x="1477" y="15129"/>
                  </a:cubicBezTo>
                  <a:cubicBezTo>
                    <a:pt x="2983" y="18418"/>
                    <a:pt x="6746" y="20648"/>
                    <a:pt x="10258" y="21206"/>
                  </a:cubicBezTo>
                  <a:cubicBezTo>
                    <a:pt x="10896" y="21305"/>
                    <a:pt x="11561" y="21357"/>
                    <a:pt x="12234" y="21357"/>
                  </a:cubicBezTo>
                  <a:cubicBezTo>
                    <a:pt x="15145" y="21357"/>
                    <a:pt x="18205" y="20378"/>
                    <a:pt x="19903" y="18000"/>
                  </a:cubicBezTo>
                  <a:cubicBezTo>
                    <a:pt x="21799" y="15352"/>
                    <a:pt x="22022" y="11672"/>
                    <a:pt x="21548" y="8522"/>
                  </a:cubicBezTo>
                  <a:cubicBezTo>
                    <a:pt x="21018" y="5289"/>
                    <a:pt x="19206" y="2195"/>
                    <a:pt x="16140" y="801"/>
                  </a:cubicBezTo>
                  <a:cubicBezTo>
                    <a:pt x="14931" y="249"/>
                    <a:pt x="13617" y="0"/>
                    <a:pt x="122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1" name="Google Shape;651;p30"/>
            <p:cNvSpPr/>
            <p:nvPr/>
          </p:nvSpPr>
          <p:spPr>
            <a:xfrm>
              <a:off x="6756050" y="3801743"/>
              <a:ext cx="137473" cy="228383"/>
            </a:xfrm>
            <a:custGeom>
              <a:avLst/>
              <a:gdLst/>
              <a:ahLst/>
              <a:cxnLst/>
              <a:rect l="l" t="t" r="r" b="b"/>
              <a:pathLst>
                <a:path w="5521" h="9172" extrusionOk="0">
                  <a:moveTo>
                    <a:pt x="1367" y="1"/>
                  </a:moveTo>
                  <a:cubicBezTo>
                    <a:pt x="419" y="865"/>
                    <a:pt x="1" y="2231"/>
                    <a:pt x="140" y="3513"/>
                  </a:cubicBezTo>
                  <a:cubicBezTo>
                    <a:pt x="280" y="4795"/>
                    <a:pt x="921" y="5994"/>
                    <a:pt x="1701" y="6969"/>
                  </a:cubicBezTo>
                  <a:cubicBezTo>
                    <a:pt x="2259" y="7611"/>
                    <a:pt x="2900" y="8224"/>
                    <a:pt x="3513" y="8781"/>
                  </a:cubicBezTo>
                  <a:cubicBezTo>
                    <a:pt x="3625" y="8837"/>
                    <a:pt x="3708" y="8921"/>
                    <a:pt x="3792" y="8976"/>
                  </a:cubicBezTo>
                  <a:cubicBezTo>
                    <a:pt x="3792" y="8837"/>
                    <a:pt x="3764" y="8726"/>
                    <a:pt x="3764" y="8586"/>
                  </a:cubicBezTo>
                  <a:cubicBezTo>
                    <a:pt x="3736" y="8168"/>
                    <a:pt x="3681" y="7750"/>
                    <a:pt x="3597" y="7388"/>
                  </a:cubicBezTo>
                  <a:cubicBezTo>
                    <a:pt x="3374" y="6523"/>
                    <a:pt x="2928" y="5826"/>
                    <a:pt x="2538" y="5074"/>
                  </a:cubicBezTo>
                  <a:cubicBezTo>
                    <a:pt x="2147" y="4349"/>
                    <a:pt x="1813" y="3513"/>
                    <a:pt x="1841" y="2677"/>
                  </a:cubicBezTo>
                  <a:lnTo>
                    <a:pt x="1841" y="2677"/>
                  </a:lnTo>
                  <a:cubicBezTo>
                    <a:pt x="2370" y="4182"/>
                    <a:pt x="3597" y="5325"/>
                    <a:pt x="4238" y="6746"/>
                  </a:cubicBezTo>
                  <a:cubicBezTo>
                    <a:pt x="4600" y="7499"/>
                    <a:pt x="4768" y="8335"/>
                    <a:pt x="4768" y="9172"/>
                  </a:cubicBezTo>
                  <a:cubicBezTo>
                    <a:pt x="4879" y="9088"/>
                    <a:pt x="4991" y="8893"/>
                    <a:pt x="5074" y="8614"/>
                  </a:cubicBezTo>
                  <a:cubicBezTo>
                    <a:pt x="5520" y="7192"/>
                    <a:pt x="5325" y="5576"/>
                    <a:pt x="4768" y="4210"/>
                  </a:cubicBezTo>
                  <a:cubicBezTo>
                    <a:pt x="4071" y="2537"/>
                    <a:pt x="2789" y="1143"/>
                    <a:pt x="13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2" name="Google Shape;652;p30"/>
            <p:cNvSpPr/>
            <p:nvPr/>
          </p:nvSpPr>
          <p:spPr>
            <a:xfrm>
              <a:off x="6899051" y="3783641"/>
              <a:ext cx="95118" cy="144445"/>
            </a:xfrm>
            <a:custGeom>
              <a:avLst/>
              <a:gdLst/>
              <a:ahLst/>
              <a:cxnLst/>
              <a:rect l="l" t="t" r="r" b="b"/>
              <a:pathLst>
                <a:path w="3820" h="5801" extrusionOk="0">
                  <a:moveTo>
                    <a:pt x="3434" y="1"/>
                  </a:moveTo>
                  <a:cubicBezTo>
                    <a:pt x="2675" y="1"/>
                    <a:pt x="1939" y="342"/>
                    <a:pt x="1366" y="867"/>
                  </a:cubicBezTo>
                  <a:cubicBezTo>
                    <a:pt x="753" y="1480"/>
                    <a:pt x="363" y="2316"/>
                    <a:pt x="195" y="3181"/>
                  </a:cubicBezTo>
                  <a:cubicBezTo>
                    <a:pt x="56" y="3766"/>
                    <a:pt x="0" y="4379"/>
                    <a:pt x="0" y="4965"/>
                  </a:cubicBezTo>
                  <a:lnTo>
                    <a:pt x="0" y="5215"/>
                  </a:lnTo>
                  <a:cubicBezTo>
                    <a:pt x="84" y="5132"/>
                    <a:pt x="140" y="5104"/>
                    <a:pt x="195" y="5020"/>
                  </a:cubicBezTo>
                  <a:cubicBezTo>
                    <a:pt x="391" y="4825"/>
                    <a:pt x="614" y="4658"/>
                    <a:pt x="781" y="4407"/>
                  </a:cubicBezTo>
                  <a:cubicBezTo>
                    <a:pt x="1115" y="3961"/>
                    <a:pt x="1338" y="3404"/>
                    <a:pt x="1533" y="2846"/>
                  </a:cubicBezTo>
                  <a:cubicBezTo>
                    <a:pt x="1784" y="2316"/>
                    <a:pt x="2063" y="1759"/>
                    <a:pt x="2509" y="1397"/>
                  </a:cubicBezTo>
                  <a:lnTo>
                    <a:pt x="2509" y="1397"/>
                  </a:lnTo>
                  <a:cubicBezTo>
                    <a:pt x="1924" y="2316"/>
                    <a:pt x="1812" y="3487"/>
                    <a:pt x="1338" y="4463"/>
                  </a:cubicBezTo>
                  <a:cubicBezTo>
                    <a:pt x="1087" y="4992"/>
                    <a:pt x="697" y="5466"/>
                    <a:pt x="251" y="5801"/>
                  </a:cubicBezTo>
                  <a:cubicBezTo>
                    <a:pt x="363" y="5801"/>
                    <a:pt x="502" y="5801"/>
                    <a:pt x="669" y="5745"/>
                  </a:cubicBezTo>
                  <a:cubicBezTo>
                    <a:pt x="1729" y="5383"/>
                    <a:pt x="2509" y="4574"/>
                    <a:pt x="3011" y="3682"/>
                  </a:cubicBezTo>
                  <a:cubicBezTo>
                    <a:pt x="3596" y="2567"/>
                    <a:pt x="3819" y="1285"/>
                    <a:pt x="3819" y="31"/>
                  </a:cubicBezTo>
                  <a:cubicBezTo>
                    <a:pt x="3691" y="11"/>
                    <a:pt x="3562" y="1"/>
                    <a:pt x="34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3" name="Google Shape;653;p30"/>
            <p:cNvSpPr/>
            <p:nvPr/>
          </p:nvSpPr>
          <p:spPr>
            <a:xfrm>
              <a:off x="7587586" y="4354946"/>
              <a:ext cx="245041" cy="216580"/>
            </a:xfrm>
            <a:custGeom>
              <a:avLst/>
              <a:gdLst/>
              <a:ahLst/>
              <a:cxnLst/>
              <a:rect l="l" t="t" r="r" b="b"/>
              <a:pathLst>
                <a:path w="9841" h="8698" fill="none" extrusionOk="0">
                  <a:moveTo>
                    <a:pt x="1" y="8697"/>
                  </a:moveTo>
                  <a:cubicBezTo>
                    <a:pt x="921" y="5826"/>
                    <a:pt x="1868" y="2927"/>
                    <a:pt x="2816" y="0"/>
                  </a:cubicBezTo>
                  <a:cubicBezTo>
                    <a:pt x="5297" y="725"/>
                    <a:pt x="7388" y="725"/>
                    <a:pt x="9841" y="1450"/>
                  </a:cubicBezTo>
                </a:path>
              </a:pathLst>
            </a:custGeom>
            <a:noFill/>
            <a:ln w="6275" cap="rnd" cmpd="sng">
              <a:solidFill>
                <a:srgbClr val="2A331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4" name="Google Shape;654;p30"/>
            <p:cNvSpPr/>
            <p:nvPr/>
          </p:nvSpPr>
          <p:spPr>
            <a:xfrm>
              <a:off x="7549414" y="3275631"/>
              <a:ext cx="108315" cy="1080038"/>
            </a:xfrm>
            <a:custGeom>
              <a:avLst/>
              <a:gdLst/>
              <a:ahLst/>
              <a:cxnLst/>
              <a:rect l="l" t="t" r="r" b="b"/>
              <a:pathLst>
                <a:path w="4350" h="43375" fill="none" extrusionOk="0">
                  <a:moveTo>
                    <a:pt x="4349" y="43374"/>
                  </a:moveTo>
                  <a:cubicBezTo>
                    <a:pt x="1422" y="29353"/>
                    <a:pt x="0" y="14300"/>
                    <a:pt x="642" y="0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5" name="Google Shape;655;p30"/>
            <p:cNvSpPr/>
            <p:nvPr/>
          </p:nvSpPr>
          <p:spPr>
            <a:xfrm>
              <a:off x="7491098" y="3143736"/>
              <a:ext cx="129131" cy="131920"/>
            </a:xfrm>
            <a:custGeom>
              <a:avLst/>
              <a:gdLst/>
              <a:ahLst/>
              <a:cxnLst/>
              <a:rect l="l" t="t" r="r" b="b"/>
              <a:pathLst>
                <a:path w="5186" h="5298" fill="none" extrusionOk="0">
                  <a:moveTo>
                    <a:pt x="1" y="2593"/>
                  </a:moveTo>
                  <a:cubicBezTo>
                    <a:pt x="1004" y="3485"/>
                    <a:pt x="1980" y="4405"/>
                    <a:pt x="2984" y="5297"/>
                  </a:cubicBezTo>
                  <a:cubicBezTo>
                    <a:pt x="3736" y="3513"/>
                    <a:pt x="4461" y="1757"/>
                    <a:pt x="5186" y="1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6" name="Google Shape;656;p30"/>
            <p:cNvSpPr/>
            <p:nvPr/>
          </p:nvSpPr>
          <p:spPr>
            <a:xfrm>
              <a:off x="7401583" y="3595596"/>
              <a:ext cx="48605" cy="714257"/>
            </a:xfrm>
            <a:custGeom>
              <a:avLst/>
              <a:gdLst/>
              <a:ahLst/>
              <a:cxnLst/>
              <a:rect l="l" t="t" r="r" b="b"/>
              <a:pathLst>
                <a:path w="1952" h="28685" fill="none" extrusionOk="0">
                  <a:moveTo>
                    <a:pt x="390" y="1"/>
                  </a:moveTo>
                  <a:cubicBezTo>
                    <a:pt x="0" y="9590"/>
                    <a:pt x="530" y="19207"/>
                    <a:pt x="1951" y="28684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7" name="Google Shape;657;p30"/>
            <p:cNvSpPr/>
            <p:nvPr/>
          </p:nvSpPr>
          <p:spPr>
            <a:xfrm>
              <a:off x="7455715" y="4357710"/>
              <a:ext cx="5578" cy="56249"/>
            </a:xfrm>
            <a:custGeom>
              <a:avLst/>
              <a:gdLst/>
              <a:ahLst/>
              <a:cxnLst/>
              <a:rect l="l" t="t" r="r" b="b"/>
              <a:pathLst>
                <a:path w="224" h="2259" fill="none" extrusionOk="0">
                  <a:moveTo>
                    <a:pt x="0" y="1"/>
                  </a:moveTo>
                  <a:cubicBezTo>
                    <a:pt x="56" y="753"/>
                    <a:pt x="168" y="1534"/>
                    <a:pt x="223" y="2259"/>
                  </a:cubicBezTo>
                </a:path>
              </a:pathLst>
            </a:custGeom>
            <a:noFill/>
            <a:ln w="6275" cap="rnd" cmpd="sng">
              <a:solidFill>
                <a:srgbClr val="2A331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8" name="Google Shape;658;p30"/>
            <p:cNvSpPr/>
            <p:nvPr/>
          </p:nvSpPr>
          <p:spPr>
            <a:xfrm>
              <a:off x="6860879" y="4603423"/>
              <a:ext cx="326240" cy="22236"/>
            </a:xfrm>
            <a:custGeom>
              <a:avLst/>
              <a:gdLst/>
              <a:ahLst/>
              <a:cxnLst/>
              <a:rect l="l" t="t" r="r" b="b"/>
              <a:pathLst>
                <a:path w="13102" h="893" fill="none" extrusionOk="0">
                  <a:moveTo>
                    <a:pt x="0" y="335"/>
                  </a:moveTo>
                  <a:cubicBezTo>
                    <a:pt x="4377" y="892"/>
                    <a:pt x="8781" y="781"/>
                    <a:pt x="13102" y="0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9" name="Google Shape;659;p30"/>
            <p:cNvSpPr/>
            <p:nvPr/>
          </p:nvSpPr>
          <p:spPr>
            <a:xfrm>
              <a:off x="6893498" y="3844073"/>
              <a:ext cx="242949" cy="299896"/>
            </a:xfrm>
            <a:custGeom>
              <a:avLst/>
              <a:gdLst/>
              <a:ahLst/>
              <a:cxnLst/>
              <a:rect l="l" t="t" r="r" b="b"/>
              <a:pathLst>
                <a:path w="9757" h="12044" fill="none" extrusionOk="0">
                  <a:moveTo>
                    <a:pt x="8474" y="1"/>
                  </a:moveTo>
                  <a:cubicBezTo>
                    <a:pt x="9757" y="2649"/>
                    <a:pt x="9394" y="5994"/>
                    <a:pt x="7694" y="8364"/>
                  </a:cubicBezTo>
                  <a:cubicBezTo>
                    <a:pt x="5938" y="10733"/>
                    <a:pt x="2899" y="12043"/>
                    <a:pt x="0" y="11709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0" name="Google Shape;660;p30"/>
            <p:cNvSpPr/>
            <p:nvPr/>
          </p:nvSpPr>
          <p:spPr>
            <a:xfrm>
              <a:off x="6484665" y="3286164"/>
              <a:ext cx="198553" cy="509703"/>
            </a:xfrm>
            <a:custGeom>
              <a:avLst/>
              <a:gdLst/>
              <a:ahLst/>
              <a:cxnLst/>
              <a:rect l="l" t="t" r="r" b="b"/>
              <a:pathLst>
                <a:path w="7974" h="20470" extrusionOk="0">
                  <a:moveTo>
                    <a:pt x="4590" y="1"/>
                  </a:moveTo>
                  <a:cubicBezTo>
                    <a:pt x="4079" y="1"/>
                    <a:pt x="3560" y="165"/>
                    <a:pt x="3067" y="497"/>
                  </a:cubicBezTo>
                  <a:cubicBezTo>
                    <a:pt x="252" y="2365"/>
                    <a:pt x="252" y="7103"/>
                    <a:pt x="112" y="10114"/>
                  </a:cubicBezTo>
                  <a:cubicBezTo>
                    <a:pt x="1" y="12400"/>
                    <a:pt x="112" y="14713"/>
                    <a:pt x="419" y="16971"/>
                  </a:cubicBezTo>
                  <a:cubicBezTo>
                    <a:pt x="586" y="18226"/>
                    <a:pt x="976" y="19647"/>
                    <a:pt x="2119" y="20233"/>
                  </a:cubicBezTo>
                  <a:cubicBezTo>
                    <a:pt x="2444" y="20395"/>
                    <a:pt x="2793" y="20469"/>
                    <a:pt x="3143" y="20469"/>
                  </a:cubicBezTo>
                  <a:cubicBezTo>
                    <a:pt x="3812" y="20469"/>
                    <a:pt x="4487" y="20198"/>
                    <a:pt x="5018" y="19759"/>
                  </a:cubicBezTo>
                  <a:cubicBezTo>
                    <a:pt x="5799" y="19090"/>
                    <a:pt x="6273" y="18114"/>
                    <a:pt x="6663" y="17139"/>
                  </a:cubicBezTo>
                  <a:cubicBezTo>
                    <a:pt x="7973" y="13598"/>
                    <a:pt x="7945" y="9640"/>
                    <a:pt x="7917" y="5849"/>
                  </a:cubicBezTo>
                  <a:cubicBezTo>
                    <a:pt x="7862" y="4065"/>
                    <a:pt x="7806" y="2058"/>
                    <a:pt x="6412" y="776"/>
                  </a:cubicBezTo>
                  <a:cubicBezTo>
                    <a:pt x="5867" y="262"/>
                    <a:pt x="5236" y="1"/>
                    <a:pt x="4590" y="1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1" name="Google Shape;661;p30"/>
            <p:cNvSpPr/>
            <p:nvPr/>
          </p:nvSpPr>
          <p:spPr>
            <a:xfrm>
              <a:off x="7271779" y="4126588"/>
              <a:ext cx="1173736" cy="580867"/>
            </a:xfrm>
            <a:custGeom>
              <a:avLst/>
              <a:gdLst/>
              <a:ahLst/>
              <a:cxnLst/>
              <a:rect l="l" t="t" r="r" b="b"/>
              <a:pathLst>
                <a:path w="47138" h="23328" extrusionOk="0">
                  <a:moveTo>
                    <a:pt x="0" y="0"/>
                  </a:moveTo>
                  <a:lnTo>
                    <a:pt x="0" y="0"/>
                  </a:lnTo>
                  <a:cubicBezTo>
                    <a:pt x="948" y="6411"/>
                    <a:pt x="2704" y="11262"/>
                    <a:pt x="5743" y="15415"/>
                  </a:cubicBezTo>
                  <a:cubicBezTo>
                    <a:pt x="9693" y="20776"/>
                    <a:pt x="16297" y="23327"/>
                    <a:pt x="22951" y="23327"/>
                  </a:cubicBezTo>
                  <a:cubicBezTo>
                    <a:pt x="28926" y="23327"/>
                    <a:pt x="34942" y="21269"/>
                    <a:pt x="39109" y="17339"/>
                  </a:cubicBezTo>
                  <a:cubicBezTo>
                    <a:pt x="43374" y="13325"/>
                    <a:pt x="45298" y="7471"/>
                    <a:pt x="47138" y="2063"/>
                  </a:cubicBezTo>
                  <a:lnTo>
                    <a:pt x="47138" y="2063"/>
                  </a:lnTo>
                  <a:cubicBezTo>
                    <a:pt x="45082" y="2096"/>
                    <a:pt x="43016" y="2113"/>
                    <a:pt x="40941" y="2113"/>
                  </a:cubicBezTo>
                  <a:cubicBezTo>
                    <a:pt x="27369" y="2113"/>
                    <a:pt x="13444" y="1403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2" name="Google Shape;662;p30"/>
            <p:cNvSpPr/>
            <p:nvPr/>
          </p:nvSpPr>
          <p:spPr>
            <a:xfrm>
              <a:off x="7715995" y="4432759"/>
              <a:ext cx="103783" cy="272730"/>
            </a:xfrm>
            <a:custGeom>
              <a:avLst/>
              <a:gdLst/>
              <a:ahLst/>
              <a:cxnLst/>
              <a:rect l="l" t="t" r="r" b="b"/>
              <a:pathLst>
                <a:path w="4168" h="10953" extrusionOk="0">
                  <a:moveTo>
                    <a:pt x="2678" y="1"/>
                  </a:moveTo>
                  <a:cubicBezTo>
                    <a:pt x="1902" y="1"/>
                    <a:pt x="1074" y="495"/>
                    <a:pt x="976" y="1475"/>
                  </a:cubicBezTo>
                  <a:cubicBezTo>
                    <a:pt x="642" y="4485"/>
                    <a:pt x="307" y="7496"/>
                    <a:pt x="1" y="10506"/>
                  </a:cubicBezTo>
                  <a:cubicBezTo>
                    <a:pt x="1004" y="10701"/>
                    <a:pt x="2008" y="10841"/>
                    <a:pt x="3011" y="10952"/>
                  </a:cubicBezTo>
                  <a:cubicBezTo>
                    <a:pt x="3373" y="7774"/>
                    <a:pt x="3708" y="4652"/>
                    <a:pt x="4070" y="1475"/>
                  </a:cubicBezTo>
                  <a:cubicBezTo>
                    <a:pt x="4168" y="489"/>
                    <a:pt x="3448" y="1"/>
                    <a:pt x="26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3" name="Google Shape;663;p30"/>
            <p:cNvSpPr/>
            <p:nvPr/>
          </p:nvSpPr>
          <p:spPr>
            <a:xfrm>
              <a:off x="7355069" y="4278653"/>
              <a:ext cx="243273" cy="199847"/>
            </a:xfrm>
            <a:custGeom>
              <a:avLst/>
              <a:gdLst/>
              <a:ahLst/>
              <a:cxnLst/>
              <a:rect l="l" t="t" r="r" b="b"/>
              <a:pathLst>
                <a:path w="9770" h="8026" extrusionOk="0">
                  <a:moveTo>
                    <a:pt x="7338" y="0"/>
                  </a:moveTo>
                  <a:cubicBezTo>
                    <a:pt x="7000" y="0"/>
                    <a:pt x="6650" y="107"/>
                    <a:pt x="6328" y="360"/>
                  </a:cubicBezTo>
                  <a:cubicBezTo>
                    <a:pt x="4210" y="2033"/>
                    <a:pt x="2119" y="3650"/>
                    <a:pt x="0" y="5322"/>
                  </a:cubicBezTo>
                  <a:cubicBezTo>
                    <a:pt x="446" y="6270"/>
                    <a:pt x="976" y="7190"/>
                    <a:pt x="1534" y="8026"/>
                  </a:cubicBezTo>
                  <a:cubicBezTo>
                    <a:pt x="3847" y="6158"/>
                    <a:pt x="6189" y="4346"/>
                    <a:pt x="8530" y="2535"/>
                  </a:cubicBezTo>
                  <a:cubicBezTo>
                    <a:pt x="9769" y="1583"/>
                    <a:pt x="8638" y="0"/>
                    <a:pt x="73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4" name="Google Shape;664;p30"/>
            <p:cNvSpPr/>
            <p:nvPr/>
          </p:nvSpPr>
          <p:spPr>
            <a:xfrm>
              <a:off x="7861037" y="4426534"/>
              <a:ext cx="115262" cy="278257"/>
            </a:xfrm>
            <a:custGeom>
              <a:avLst/>
              <a:gdLst/>
              <a:ahLst/>
              <a:cxnLst/>
              <a:rect l="l" t="t" r="r" b="b"/>
              <a:pathLst>
                <a:path w="4629" h="11175" extrusionOk="0">
                  <a:moveTo>
                    <a:pt x="1900" y="1"/>
                  </a:moveTo>
                  <a:cubicBezTo>
                    <a:pt x="1007" y="1"/>
                    <a:pt x="1" y="772"/>
                    <a:pt x="169" y="1948"/>
                  </a:cubicBezTo>
                  <a:cubicBezTo>
                    <a:pt x="643" y="5014"/>
                    <a:pt x="1089" y="8108"/>
                    <a:pt x="1590" y="11174"/>
                  </a:cubicBezTo>
                  <a:cubicBezTo>
                    <a:pt x="2594" y="11063"/>
                    <a:pt x="3597" y="10923"/>
                    <a:pt x="4629" y="10728"/>
                  </a:cubicBezTo>
                  <a:lnTo>
                    <a:pt x="3151" y="1111"/>
                  </a:lnTo>
                  <a:cubicBezTo>
                    <a:pt x="3030" y="336"/>
                    <a:pt x="2490" y="1"/>
                    <a:pt x="19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5" name="Google Shape;665;p30"/>
            <p:cNvSpPr/>
            <p:nvPr/>
          </p:nvSpPr>
          <p:spPr>
            <a:xfrm>
              <a:off x="7297451" y="4205472"/>
              <a:ext cx="182368" cy="123803"/>
            </a:xfrm>
            <a:custGeom>
              <a:avLst/>
              <a:gdLst/>
              <a:ahLst/>
              <a:cxnLst/>
              <a:rect l="l" t="t" r="r" b="b"/>
              <a:pathLst>
                <a:path w="7324" h="4972" extrusionOk="0">
                  <a:moveTo>
                    <a:pt x="4857" y="0"/>
                  </a:moveTo>
                  <a:cubicBezTo>
                    <a:pt x="4641" y="0"/>
                    <a:pt x="4413" y="46"/>
                    <a:pt x="4182" y="149"/>
                  </a:cubicBezTo>
                  <a:cubicBezTo>
                    <a:pt x="2788" y="790"/>
                    <a:pt x="1395" y="1376"/>
                    <a:pt x="1" y="1989"/>
                  </a:cubicBezTo>
                  <a:cubicBezTo>
                    <a:pt x="279" y="3048"/>
                    <a:pt x="558" y="4024"/>
                    <a:pt x="921" y="4972"/>
                  </a:cubicBezTo>
                  <a:cubicBezTo>
                    <a:pt x="2510" y="4275"/>
                    <a:pt x="4154" y="3522"/>
                    <a:pt x="5743" y="2825"/>
                  </a:cubicBezTo>
                  <a:cubicBezTo>
                    <a:pt x="7324" y="2145"/>
                    <a:pt x="6338" y="0"/>
                    <a:pt x="48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6" name="Google Shape;666;p30"/>
            <p:cNvSpPr/>
            <p:nvPr/>
          </p:nvSpPr>
          <p:spPr>
            <a:xfrm>
              <a:off x="7488334" y="4388213"/>
              <a:ext cx="210330" cy="243696"/>
            </a:xfrm>
            <a:custGeom>
              <a:avLst/>
              <a:gdLst/>
              <a:ahLst/>
              <a:cxnLst/>
              <a:rect l="l" t="t" r="r" b="b"/>
              <a:pathLst>
                <a:path w="8447" h="9787" extrusionOk="0">
                  <a:moveTo>
                    <a:pt x="6273" y="0"/>
                  </a:moveTo>
                  <a:cubicBezTo>
                    <a:pt x="5801" y="0"/>
                    <a:pt x="5325" y="205"/>
                    <a:pt x="4990" y="699"/>
                  </a:cubicBezTo>
                  <a:cubicBezTo>
                    <a:pt x="3318" y="3124"/>
                    <a:pt x="1673" y="5577"/>
                    <a:pt x="0" y="8002"/>
                  </a:cubicBezTo>
                  <a:cubicBezTo>
                    <a:pt x="809" y="8671"/>
                    <a:pt x="1645" y="9257"/>
                    <a:pt x="2537" y="9786"/>
                  </a:cubicBezTo>
                  <a:lnTo>
                    <a:pt x="7666" y="2260"/>
                  </a:lnTo>
                  <a:cubicBezTo>
                    <a:pt x="8446" y="1110"/>
                    <a:pt x="7371" y="0"/>
                    <a:pt x="62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7" name="Google Shape;667;p30"/>
            <p:cNvSpPr/>
            <p:nvPr/>
          </p:nvSpPr>
          <p:spPr>
            <a:xfrm>
              <a:off x="8169673" y="4227035"/>
              <a:ext cx="241829" cy="123081"/>
            </a:xfrm>
            <a:custGeom>
              <a:avLst/>
              <a:gdLst/>
              <a:ahLst/>
              <a:cxnLst/>
              <a:rect l="l" t="t" r="r" b="b"/>
              <a:pathLst>
                <a:path w="9712" h="4943" extrusionOk="0">
                  <a:moveTo>
                    <a:pt x="2155" y="1"/>
                  </a:moveTo>
                  <a:cubicBezTo>
                    <a:pt x="562" y="1"/>
                    <a:pt x="1" y="2535"/>
                    <a:pt x="1767" y="3047"/>
                  </a:cubicBezTo>
                  <a:lnTo>
                    <a:pt x="8569" y="4942"/>
                  </a:lnTo>
                  <a:cubicBezTo>
                    <a:pt x="8987" y="3994"/>
                    <a:pt x="9377" y="3019"/>
                    <a:pt x="9712" y="2043"/>
                  </a:cubicBezTo>
                  <a:cubicBezTo>
                    <a:pt x="7342" y="1346"/>
                    <a:pt x="4973" y="677"/>
                    <a:pt x="2603" y="64"/>
                  </a:cubicBezTo>
                  <a:cubicBezTo>
                    <a:pt x="2446" y="21"/>
                    <a:pt x="2297" y="1"/>
                    <a:pt x="215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8" name="Google Shape;668;p30"/>
            <p:cNvSpPr/>
            <p:nvPr/>
          </p:nvSpPr>
          <p:spPr>
            <a:xfrm>
              <a:off x="8094873" y="4338911"/>
              <a:ext cx="214588" cy="205550"/>
            </a:xfrm>
            <a:custGeom>
              <a:avLst/>
              <a:gdLst/>
              <a:ahLst/>
              <a:cxnLst/>
              <a:rect l="l" t="t" r="r" b="b"/>
              <a:pathLst>
                <a:path w="8618" h="8255" extrusionOk="0">
                  <a:moveTo>
                    <a:pt x="2167" y="1"/>
                  </a:moveTo>
                  <a:cubicBezTo>
                    <a:pt x="1038" y="1"/>
                    <a:pt x="1" y="1557"/>
                    <a:pt x="980" y="2707"/>
                  </a:cubicBezTo>
                  <a:cubicBezTo>
                    <a:pt x="2708" y="4714"/>
                    <a:pt x="4604" y="6582"/>
                    <a:pt x="6611" y="8254"/>
                  </a:cubicBezTo>
                  <a:cubicBezTo>
                    <a:pt x="7364" y="7501"/>
                    <a:pt x="8005" y="6721"/>
                    <a:pt x="8618" y="5885"/>
                  </a:cubicBezTo>
                  <a:cubicBezTo>
                    <a:pt x="6667" y="4240"/>
                    <a:pt x="4855" y="2456"/>
                    <a:pt x="3182" y="505"/>
                  </a:cubicBezTo>
                  <a:cubicBezTo>
                    <a:pt x="2873" y="149"/>
                    <a:pt x="2515" y="1"/>
                    <a:pt x="21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9" name="Google Shape;669;p30"/>
            <p:cNvSpPr/>
            <p:nvPr/>
          </p:nvSpPr>
          <p:spPr>
            <a:xfrm>
              <a:off x="7988401" y="4398496"/>
              <a:ext cx="158663" cy="265334"/>
            </a:xfrm>
            <a:custGeom>
              <a:avLst/>
              <a:gdLst/>
              <a:ahLst/>
              <a:cxnLst/>
              <a:rect l="l" t="t" r="r" b="b"/>
              <a:pathLst>
                <a:path w="6372" h="10656" extrusionOk="0">
                  <a:moveTo>
                    <a:pt x="1904" y="0"/>
                  </a:moveTo>
                  <a:cubicBezTo>
                    <a:pt x="946" y="0"/>
                    <a:pt x="0" y="743"/>
                    <a:pt x="406" y="1875"/>
                  </a:cubicBezTo>
                  <a:cubicBezTo>
                    <a:pt x="1465" y="4802"/>
                    <a:pt x="2524" y="7729"/>
                    <a:pt x="3584" y="10656"/>
                  </a:cubicBezTo>
                  <a:cubicBezTo>
                    <a:pt x="4559" y="10265"/>
                    <a:pt x="5507" y="9819"/>
                    <a:pt x="6371" y="9346"/>
                  </a:cubicBezTo>
                  <a:cubicBezTo>
                    <a:pt x="5396" y="6558"/>
                    <a:pt x="4392" y="3798"/>
                    <a:pt x="3416" y="1039"/>
                  </a:cubicBezTo>
                  <a:cubicBezTo>
                    <a:pt x="3153" y="314"/>
                    <a:pt x="2526" y="0"/>
                    <a:pt x="19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0" name="Google Shape;670;p30"/>
            <p:cNvSpPr/>
            <p:nvPr/>
          </p:nvSpPr>
          <p:spPr>
            <a:xfrm>
              <a:off x="7332859" y="4132838"/>
              <a:ext cx="1043235" cy="470685"/>
            </a:xfrm>
            <a:custGeom>
              <a:avLst/>
              <a:gdLst/>
              <a:ahLst/>
              <a:cxnLst/>
              <a:rect l="l" t="t" r="r" b="b"/>
              <a:pathLst>
                <a:path w="41897" h="18903" extrusionOk="0">
                  <a:moveTo>
                    <a:pt x="0" y="0"/>
                  </a:moveTo>
                  <a:lnTo>
                    <a:pt x="0" y="0"/>
                  </a:lnTo>
                  <a:cubicBezTo>
                    <a:pt x="1060" y="6272"/>
                    <a:pt x="4628" y="12126"/>
                    <a:pt x="9980" y="15582"/>
                  </a:cubicBezTo>
                  <a:cubicBezTo>
                    <a:pt x="13363" y="17770"/>
                    <a:pt x="17415" y="18903"/>
                    <a:pt x="21445" y="18903"/>
                  </a:cubicBezTo>
                  <a:cubicBezTo>
                    <a:pt x="25219" y="18903"/>
                    <a:pt x="28973" y="17910"/>
                    <a:pt x="32141" y="15861"/>
                  </a:cubicBezTo>
                  <a:cubicBezTo>
                    <a:pt x="35876" y="13464"/>
                    <a:pt x="38691" y="9784"/>
                    <a:pt x="40503" y="5714"/>
                  </a:cubicBezTo>
                  <a:cubicBezTo>
                    <a:pt x="41061" y="4460"/>
                    <a:pt x="41507" y="3178"/>
                    <a:pt x="41897" y="1840"/>
                  </a:cubicBezTo>
                  <a:lnTo>
                    <a:pt x="41897" y="1840"/>
                  </a:lnTo>
                  <a:cubicBezTo>
                    <a:pt x="40792" y="1849"/>
                    <a:pt x="39684" y="1853"/>
                    <a:pt x="38575" y="1853"/>
                  </a:cubicBezTo>
                  <a:cubicBezTo>
                    <a:pt x="25750" y="1853"/>
                    <a:pt x="12674" y="125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1" name="Google Shape;671;p30"/>
            <p:cNvSpPr/>
            <p:nvPr/>
          </p:nvSpPr>
          <p:spPr>
            <a:xfrm>
              <a:off x="7346728" y="4133511"/>
              <a:ext cx="1002997" cy="447204"/>
            </a:xfrm>
            <a:custGeom>
              <a:avLst/>
              <a:gdLst/>
              <a:ahLst/>
              <a:cxnLst/>
              <a:rect l="l" t="t" r="r" b="b"/>
              <a:pathLst>
                <a:path w="40281" h="17960" extrusionOk="0">
                  <a:moveTo>
                    <a:pt x="1" y="1"/>
                  </a:moveTo>
                  <a:lnTo>
                    <a:pt x="1" y="1"/>
                  </a:lnTo>
                  <a:cubicBezTo>
                    <a:pt x="809" y="4154"/>
                    <a:pt x="2733" y="8085"/>
                    <a:pt x="5576" y="11207"/>
                  </a:cubicBezTo>
                  <a:cubicBezTo>
                    <a:pt x="8726" y="14608"/>
                    <a:pt x="12963" y="16977"/>
                    <a:pt x="17534" y="17702"/>
                  </a:cubicBezTo>
                  <a:cubicBezTo>
                    <a:pt x="18577" y="17875"/>
                    <a:pt x="19633" y="17959"/>
                    <a:pt x="20688" y="17959"/>
                  </a:cubicBezTo>
                  <a:cubicBezTo>
                    <a:pt x="25418" y="17959"/>
                    <a:pt x="30147" y="16257"/>
                    <a:pt x="33702" y="13158"/>
                  </a:cubicBezTo>
                  <a:cubicBezTo>
                    <a:pt x="37075" y="10231"/>
                    <a:pt x="39417" y="6133"/>
                    <a:pt x="40281" y="1757"/>
                  </a:cubicBezTo>
                  <a:lnTo>
                    <a:pt x="40281" y="1757"/>
                  </a:lnTo>
                  <a:cubicBezTo>
                    <a:pt x="39002" y="1770"/>
                    <a:pt x="37720" y="1777"/>
                    <a:pt x="36434" y="1777"/>
                  </a:cubicBezTo>
                  <a:cubicBezTo>
                    <a:pt x="24351" y="1777"/>
                    <a:pt x="11994" y="118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2" name="Google Shape;672;p30"/>
            <p:cNvSpPr/>
            <p:nvPr/>
          </p:nvSpPr>
          <p:spPr>
            <a:xfrm>
              <a:off x="7761114" y="4206667"/>
              <a:ext cx="26394" cy="40463"/>
            </a:xfrm>
            <a:custGeom>
              <a:avLst/>
              <a:gdLst/>
              <a:ahLst/>
              <a:cxnLst/>
              <a:rect l="l" t="t" r="r" b="b"/>
              <a:pathLst>
                <a:path w="1060" h="1625" extrusionOk="0">
                  <a:moveTo>
                    <a:pt x="611" y="0"/>
                  </a:moveTo>
                  <a:cubicBezTo>
                    <a:pt x="249" y="0"/>
                    <a:pt x="54" y="955"/>
                    <a:pt x="28" y="1188"/>
                  </a:cubicBezTo>
                  <a:cubicBezTo>
                    <a:pt x="0" y="1328"/>
                    <a:pt x="0" y="1523"/>
                    <a:pt x="140" y="1607"/>
                  </a:cubicBezTo>
                  <a:cubicBezTo>
                    <a:pt x="163" y="1618"/>
                    <a:pt x="196" y="1625"/>
                    <a:pt x="230" y="1625"/>
                  </a:cubicBezTo>
                  <a:cubicBezTo>
                    <a:pt x="278" y="1625"/>
                    <a:pt x="330" y="1611"/>
                    <a:pt x="363" y="1579"/>
                  </a:cubicBezTo>
                  <a:cubicBezTo>
                    <a:pt x="446" y="1523"/>
                    <a:pt x="502" y="1411"/>
                    <a:pt x="558" y="1356"/>
                  </a:cubicBezTo>
                  <a:cubicBezTo>
                    <a:pt x="697" y="1105"/>
                    <a:pt x="1060" y="213"/>
                    <a:pt x="697" y="18"/>
                  </a:cubicBezTo>
                  <a:cubicBezTo>
                    <a:pt x="668" y="6"/>
                    <a:pt x="639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3" name="Google Shape;673;p30"/>
            <p:cNvSpPr/>
            <p:nvPr/>
          </p:nvSpPr>
          <p:spPr>
            <a:xfrm>
              <a:off x="7566769" y="4213639"/>
              <a:ext cx="37798" cy="32345"/>
            </a:xfrm>
            <a:custGeom>
              <a:avLst/>
              <a:gdLst/>
              <a:ahLst/>
              <a:cxnLst/>
              <a:rect l="l" t="t" r="r" b="b"/>
              <a:pathLst>
                <a:path w="1518" h="1299" extrusionOk="0">
                  <a:moveTo>
                    <a:pt x="1284" y="0"/>
                  </a:moveTo>
                  <a:cubicBezTo>
                    <a:pt x="1240" y="0"/>
                    <a:pt x="1185" y="14"/>
                    <a:pt x="1115" y="44"/>
                  </a:cubicBezTo>
                  <a:cubicBezTo>
                    <a:pt x="725" y="184"/>
                    <a:pt x="419" y="462"/>
                    <a:pt x="195" y="741"/>
                  </a:cubicBezTo>
                  <a:cubicBezTo>
                    <a:pt x="84" y="881"/>
                    <a:pt x="0" y="1020"/>
                    <a:pt x="56" y="1131"/>
                  </a:cubicBezTo>
                  <a:cubicBezTo>
                    <a:pt x="84" y="1243"/>
                    <a:pt x="223" y="1299"/>
                    <a:pt x="335" y="1299"/>
                  </a:cubicBezTo>
                  <a:cubicBezTo>
                    <a:pt x="446" y="1299"/>
                    <a:pt x="558" y="1243"/>
                    <a:pt x="642" y="1187"/>
                  </a:cubicBezTo>
                  <a:cubicBezTo>
                    <a:pt x="892" y="1048"/>
                    <a:pt x="1088" y="825"/>
                    <a:pt x="1255" y="630"/>
                  </a:cubicBezTo>
                  <a:cubicBezTo>
                    <a:pt x="1396" y="394"/>
                    <a:pt x="1517" y="0"/>
                    <a:pt x="12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4" name="Google Shape;674;p30"/>
            <p:cNvSpPr/>
            <p:nvPr/>
          </p:nvSpPr>
          <p:spPr>
            <a:xfrm>
              <a:off x="7631310" y="4307587"/>
              <a:ext cx="38197" cy="47659"/>
            </a:xfrm>
            <a:custGeom>
              <a:avLst/>
              <a:gdLst/>
              <a:ahLst/>
              <a:cxnLst/>
              <a:rect l="l" t="t" r="r" b="b"/>
              <a:pathLst>
                <a:path w="1534" h="1914" extrusionOk="0">
                  <a:moveTo>
                    <a:pt x="1038" y="1"/>
                  </a:moveTo>
                  <a:cubicBezTo>
                    <a:pt x="689" y="1"/>
                    <a:pt x="260" y="715"/>
                    <a:pt x="140" y="954"/>
                  </a:cubicBezTo>
                  <a:cubicBezTo>
                    <a:pt x="84" y="1150"/>
                    <a:pt x="1" y="1317"/>
                    <a:pt x="1" y="1484"/>
                  </a:cubicBezTo>
                  <a:cubicBezTo>
                    <a:pt x="1" y="1651"/>
                    <a:pt x="112" y="1874"/>
                    <a:pt x="280" y="1902"/>
                  </a:cubicBezTo>
                  <a:cubicBezTo>
                    <a:pt x="317" y="1910"/>
                    <a:pt x="354" y="1913"/>
                    <a:pt x="391" y="1913"/>
                  </a:cubicBezTo>
                  <a:cubicBezTo>
                    <a:pt x="492" y="1913"/>
                    <a:pt x="588" y="1887"/>
                    <a:pt x="670" y="1846"/>
                  </a:cubicBezTo>
                  <a:cubicBezTo>
                    <a:pt x="781" y="1763"/>
                    <a:pt x="893" y="1651"/>
                    <a:pt x="949" y="1540"/>
                  </a:cubicBezTo>
                  <a:cubicBezTo>
                    <a:pt x="1144" y="1261"/>
                    <a:pt x="1534" y="341"/>
                    <a:pt x="1199" y="62"/>
                  </a:cubicBezTo>
                  <a:cubicBezTo>
                    <a:pt x="1149" y="19"/>
                    <a:pt x="1094" y="1"/>
                    <a:pt x="1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5" name="Google Shape;675;p30"/>
            <p:cNvSpPr/>
            <p:nvPr/>
          </p:nvSpPr>
          <p:spPr>
            <a:xfrm>
              <a:off x="7843134" y="4331316"/>
              <a:ext cx="32320" cy="50024"/>
            </a:xfrm>
            <a:custGeom>
              <a:avLst/>
              <a:gdLst/>
              <a:ahLst/>
              <a:cxnLst/>
              <a:rect l="l" t="t" r="r" b="b"/>
              <a:pathLst>
                <a:path w="1298" h="2009" extrusionOk="0">
                  <a:moveTo>
                    <a:pt x="639" y="1"/>
                  </a:moveTo>
                  <a:cubicBezTo>
                    <a:pt x="1" y="1"/>
                    <a:pt x="191" y="1039"/>
                    <a:pt x="219" y="1479"/>
                  </a:cubicBezTo>
                  <a:cubicBezTo>
                    <a:pt x="247" y="1590"/>
                    <a:pt x="247" y="1730"/>
                    <a:pt x="330" y="1813"/>
                  </a:cubicBezTo>
                  <a:cubicBezTo>
                    <a:pt x="386" y="1925"/>
                    <a:pt x="498" y="2008"/>
                    <a:pt x="637" y="2008"/>
                  </a:cubicBezTo>
                  <a:cubicBezTo>
                    <a:pt x="721" y="2008"/>
                    <a:pt x="832" y="1897"/>
                    <a:pt x="888" y="1785"/>
                  </a:cubicBezTo>
                  <a:cubicBezTo>
                    <a:pt x="916" y="1674"/>
                    <a:pt x="944" y="1590"/>
                    <a:pt x="944" y="1479"/>
                  </a:cubicBezTo>
                  <a:cubicBezTo>
                    <a:pt x="971" y="1121"/>
                    <a:pt x="1298" y="1"/>
                    <a:pt x="687" y="1"/>
                  </a:cubicBezTo>
                  <a:cubicBezTo>
                    <a:pt x="680" y="1"/>
                    <a:pt x="672" y="1"/>
                    <a:pt x="665" y="1"/>
                  </a:cubicBezTo>
                  <a:cubicBezTo>
                    <a:pt x="656" y="1"/>
                    <a:pt x="648" y="1"/>
                    <a:pt x="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6" name="Google Shape;676;p30"/>
            <p:cNvSpPr/>
            <p:nvPr/>
          </p:nvSpPr>
          <p:spPr>
            <a:xfrm>
              <a:off x="8011682" y="4231393"/>
              <a:ext cx="35433" cy="41334"/>
            </a:xfrm>
            <a:custGeom>
              <a:avLst/>
              <a:gdLst/>
              <a:ahLst/>
              <a:cxnLst/>
              <a:rect l="l" t="t" r="r" b="b"/>
              <a:pathLst>
                <a:path w="1423" h="1660" extrusionOk="0">
                  <a:moveTo>
                    <a:pt x="866" y="0"/>
                  </a:moveTo>
                  <a:cubicBezTo>
                    <a:pt x="792" y="0"/>
                    <a:pt x="709" y="17"/>
                    <a:pt x="614" y="56"/>
                  </a:cubicBezTo>
                  <a:cubicBezTo>
                    <a:pt x="0" y="363"/>
                    <a:pt x="614" y="1227"/>
                    <a:pt x="948" y="1506"/>
                  </a:cubicBezTo>
                  <a:cubicBezTo>
                    <a:pt x="994" y="1574"/>
                    <a:pt x="1094" y="1660"/>
                    <a:pt x="1190" y="1660"/>
                  </a:cubicBezTo>
                  <a:cubicBezTo>
                    <a:pt x="1212" y="1660"/>
                    <a:pt x="1234" y="1655"/>
                    <a:pt x="1255" y="1645"/>
                  </a:cubicBezTo>
                  <a:cubicBezTo>
                    <a:pt x="1394" y="1617"/>
                    <a:pt x="1422" y="1422"/>
                    <a:pt x="1422" y="1227"/>
                  </a:cubicBezTo>
                  <a:cubicBezTo>
                    <a:pt x="1422" y="837"/>
                    <a:pt x="1380" y="0"/>
                    <a:pt x="8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7" name="Google Shape;677;p30"/>
            <p:cNvSpPr/>
            <p:nvPr/>
          </p:nvSpPr>
          <p:spPr>
            <a:xfrm>
              <a:off x="7997788" y="4300366"/>
              <a:ext cx="20169" cy="56672"/>
            </a:xfrm>
            <a:custGeom>
              <a:avLst/>
              <a:gdLst/>
              <a:ahLst/>
              <a:cxnLst/>
              <a:rect l="l" t="t" r="r" b="b"/>
              <a:pathLst>
                <a:path w="810" h="2276" extrusionOk="0">
                  <a:moveTo>
                    <a:pt x="287" y="1"/>
                  </a:moveTo>
                  <a:cubicBezTo>
                    <a:pt x="113" y="1"/>
                    <a:pt x="57" y="373"/>
                    <a:pt x="57" y="631"/>
                  </a:cubicBezTo>
                  <a:cubicBezTo>
                    <a:pt x="1" y="1105"/>
                    <a:pt x="57" y="1579"/>
                    <a:pt x="196" y="2025"/>
                  </a:cubicBezTo>
                  <a:cubicBezTo>
                    <a:pt x="252" y="2081"/>
                    <a:pt x="252" y="2164"/>
                    <a:pt x="280" y="2192"/>
                  </a:cubicBezTo>
                  <a:cubicBezTo>
                    <a:pt x="308" y="2220"/>
                    <a:pt x="391" y="2276"/>
                    <a:pt x="447" y="2276"/>
                  </a:cubicBezTo>
                  <a:cubicBezTo>
                    <a:pt x="531" y="2220"/>
                    <a:pt x="558" y="2164"/>
                    <a:pt x="586" y="2081"/>
                  </a:cubicBezTo>
                  <a:cubicBezTo>
                    <a:pt x="726" y="1663"/>
                    <a:pt x="809" y="1189"/>
                    <a:pt x="726" y="743"/>
                  </a:cubicBezTo>
                  <a:cubicBezTo>
                    <a:pt x="698" y="548"/>
                    <a:pt x="642" y="380"/>
                    <a:pt x="558" y="213"/>
                  </a:cubicBezTo>
                  <a:cubicBezTo>
                    <a:pt x="447" y="61"/>
                    <a:pt x="357" y="1"/>
                    <a:pt x="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8" name="Google Shape;678;p30"/>
            <p:cNvSpPr/>
            <p:nvPr/>
          </p:nvSpPr>
          <p:spPr>
            <a:xfrm>
              <a:off x="8144250" y="4245984"/>
              <a:ext cx="43749" cy="34810"/>
            </a:xfrm>
            <a:custGeom>
              <a:avLst/>
              <a:gdLst/>
              <a:ahLst/>
              <a:cxnLst/>
              <a:rect l="l" t="t" r="r" b="b"/>
              <a:pathLst>
                <a:path w="1757" h="1398" extrusionOk="0">
                  <a:moveTo>
                    <a:pt x="506" y="0"/>
                  </a:moveTo>
                  <a:cubicBezTo>
                    <a:pt x="354" y="0"/>
                    <a:pt x="223" y="56"/>
                    <a:pt x="168" y="223"/>
                  </a:cubicBezTo>
                  <a:cubicBezTo>
                    <a:pt x="1" y="557"/>
                    <a:pt x="586" y="920"/>
                    <a:pt x="809" y="1143"/>
                  </a:cubicBezTo>
                  <a:cubicBezTo>
                    <a:pt x="962" y="1270"/>
                    <a:pt x="1114" y="1397"/>
                    <a:pt x="1309" y="1397"/>
                  </a:cubicBezTo>
                  <a:cubicBezTo>
                    <a:pt x="1328" y="1397"/>
                    <a:pt x="1347" y="1396"/>
                    <a:pt x="1367" y="1393"/>
                  </a:cubicBezTo>
                  <a:cubicBezTo>
                    <a:pt x="1534" y="1338"/>
                    <a:pt x="1673" y="1170"/>
                    <a:pt x="1701" y="1003"/>
                  </a:cubicBezTo>
                  <a:cubicBezTo>
                    <a:pt x="1757" y="836"/>
                    <a:pt x="1673" y="641"/>
                    <a:pt x="1562" y="501"/>
                  </a:cubicBezTo>
                  <a:cubicBezTo>
                    <a:pt x="1478" y="362"/>
                    <a:pt x="1283" y="278"/>
                    <a:pt x="1144" y="195"/>
                  </a:cubicBezTo>
                  <a:cubicBezTo>
                    <a:pt x="1009" y="128"/>
                    <a:pt x="734" y="0"/>
                    <a:pt x="5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9" name="Google Shape;679;p30"/>
            <p:cNvSpPr/>
            <p:nvPr/>
          </p:nvSpPr>
          <p:spPr>
            <a:xfrm>
              <a:off x="8139469" y="4352033"/>
              <a:ext cx="42977" cy="34885"/>
            </a:xfrm>
            <a:custGeom>
              <a:avLst/>
              <a:gdLst/>
              <a:ahLst/>
              <a:cxnLst/>
              <a:rect l="l" t="t" r="r" b="b"/>
              <a:pathLst>
                <a:path w="1726" h="1401" extrusionOk="0">
                  <a:moveTo>
                    <a:pt x="690" y="1"/>
                  </a:moveTo>
                  <a:cubicBezTo>
                    <a:pt x="0" y="1"/>
                    <a:pt x="732" y="991"/>
                    <a:pt x="973" y="1232"/>
                  </a:cubicBezTo>
                  <a:cubicBezTo>
                    <a:pt x="1079" y="1316"/>
                    <a:pt x="1200" y="1401"/>
                    <a:pt x="1325" y="1401"/>
                  </a:cubicBezTo>
                  <a:cubicBezTo>
                    <a:pt x="1365" y="1401"/>
                    <a:pt x="1406" y="1392"/>
                    <a:pt x="1447" y="1372"/>
                  </a:cubicBezTo>
                  <a:cubicBezTo>
                    <a:pt x="1586" y="1316"/>
                    <a:pt x="1614" y="1121"/>
                    <a:pt x="1670" y="981"/>
                  </a:cubicBezTo>
                  <a:cubicBezTo>
                    <a:pt x="1698" y="842"/>
                    <a:pt x="1726" y="703"/>
                    <a:pt x="1698" y="563"/>
                  </a:cubicBezTo>
                  <a:cubicBezTo>
                    <a:pt x="1614" y="340"/>
                    <a:pt x="1391" y="229"/>
                    <a:pt x="1140" y="117"/>
                  </a:cubicBezTo>
                  <a:cubicBezTo>
                    <a:pt x="1029" y="89"/>
                    <a:pt x="917" y="6"/>
                    <a:pt x="778" y="6"/>
                  </a:cubicBezTo>
                  <a:cubicBezTo>
                    <a:pt x="746" y="2"/>
                    <a:pt x="717" y="1"/>
                    <a:pt x="6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0" name="Google Shape;680;p30"/>
            <p:cNvSpPr/>
            <p:nvPr/>
          </p:nvSpPr>
          <p:spPr>
            <a:xfrm>
              <a:off x="7931903" y="4443217"/>
              <a:ext cx="23580" cy="55602"/>
            </a:xfrm>
            <a:custGeom>
              <a:avLst/>
              <a:gdLst/>
              <a:ahLst/>
              <a:cxnLst/>
              <a:rect l="l" t="t" r="r" b="b"/>
              <a:pathLst>
                <a:path w="947" h="2233" extrusionOk="0">
                  <a:moveTo>
                    <a:pt x="395" y="1"/>
                  </a:moveTo>
                  <a:cubicBezTo>
                    <a:pt x="0" y="1"/>
                    <a:pt x="8" y="1502"/>
                    <a:pt x="55" y="1779"/>
                  </a:cubicBezTo>
                  <a:cubicBezTo>
                    <a:pt x="110" y="1919"/>
                    <a:pt x="138" y="2058"/>
                    <a:pt x="250" y="2142"/>
                  </a:cubicBezTo>
                  <a:cubicBezTo>
                    <a:pt x="308" y="2181"/>
                    <a:pt x="393" y="2233"/>
                    <a:pt x="487" y="2233"/>
                  </a:cubicBezTo>
                  <a:cubicBezTo>
                    <a:pt x="527" y="2233"/>
                    <a:pt x="570" y="2223"/>
                    <a:pt x="612" y="2197"/>
                  </a:cubicBezTo>
                  <a:cubicBezTo>
                    <a:pt x="724" y="2142"/>
                    <a:pt x="751" y="2030"/>
                    <a:pt x="807" y="1919"/>
                  </a:cubicBezTo>
                  <a:cubicBezTo>
                    <a:pt x="891" y="1584"/>
                    <a:pt x="947" y="1222"/>
                    <a:pt x="891" y="887"/>
                  </a:cubicBezTo>
                  <a:cubicBezTo>
                    <a:pt x="891" y="636"/>
                    <a:pt x="835" y="413"/>
                    <a:pt x="696" y="218"/>
                  </a:cubicBezTo>
                  <a:cubicBezTo>
                    <a:pt x="576" y="65"/>
                    <a:pt x="477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1" name="Google Shape;681;p30"/>
            <p:cNvSpPr/>
            <p:nvPr/>
          </p:nvSpPr>
          <p:spPr>
            <a:xfrm>
              <a:off x="7719456" y="4427306"/>
              <a:ext cx="31972" cy="51468"/>
            </a:xfrm>
            <a:custGeom>
              <a:avLst/>
              <a:gdLst/>
              <a:ahLst/>
              <a:cxnLst/>
              <a:rect l="l" t="t" r="r" b="b"/>
              <a:pathLst>
                <a:path w="1284" h="2067" extrusionOk="0">
                  <a:moveTo>
                    <a:pt x="923" y="1"/>
                  </a:moveTo>
                  <a:cubicBezTo>
                    <a:pt x="786" y="1"/>
                    <a:pt x="664" y="139"/>
                    <a:pt x="558" y="244"/>
                  </a:cubicBezTo>
                  <a:cubicBezTo>
                    <a:pt x="224" y="579"/>
                    <a:pt x="29" y="1025"/>
                    <a:pt x="1" y="1526"/>
                  </a:cubicBezTo>
                  <a:cubicBezTo>
                    <a:pt x="1" y="1721"/>
                    <a:pt x="29" y="1972"/>
                    <a:pt x="196" y="2056"/>
                  </a:cubicBezTo>
                  <a:cubicBezTo>
                    <a:pt x="224" y="2063"/>
                    <a:pt x="254" y="2066"/>
                    <a:pt x="284" y="2066"/>
                  </a:cubicBezTo>
                  <a:cubicBezTo>
                    <a:pt x="376" y="2066"/>
                    <a:pt x="475" y="2035"/>
                    <a:pt x="558" y="1972"/>
                  </a:cubicBezTo>
                  <a:cubicBezTo>
                    <a:pt x="642" y="1917"/>
                    <a:pt x="726" y="1805"/>
                    <a:pt x="781" y="1694"/>
                  </a:cubicBezTo>
                  <a:cubicBezTo>
                    <a:pt x="1004" y="1415"/>
                    <a:pt x="1200" y="1108"/>
                    <a:pt x="1255" y="746"/>
                  </a:cubicBezTo>
                  <a:cubicBezTo>
                    <a:pt x="1283" y="551"/>
                    <a:pt x="1255" y="188"/>
                    <a:pt x="1060" y="49"/>
                  </a:cubicBezTo>
                  <a:cubicBezTo>
                    <a:pt x="1013" y="15"/>
                    <a:pt x="967" y="1"/>
                    <a:pt x="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2" name="Google Shape;682;p30"/>
            <p:cNvSpPr/>
            <p:nvPr/>
          </p:nvSpPr>
          <p:spPr>
            <a:xfrm>
              <a:off x="7429346" y="4203604"/>
              <a:ext cx="57967" cy="33291"/>
            </a:xfrm>
            <a:custGeom>
              <a:avLst/>
              <a:gdLst/>
              <a:ahLst/>
              <a:cxnLst/>
              <a:rect l="l" t="t" r="r" b="b"/>
              <a:pathLst>
                <a:path w="2328" h="1337" extrusionOk="0">
                  <a:moveTo>
                    <a:pt x="1539" y="1"/>
                  </a:moveTo>
                  <a:cubicBezTo>
                    <a:pt x="1199" y="1"/>
                    <a:pt x="817" y="76"/>
                    <a:pt x="669" y="113"/>
                  </a:cubicBezTo>
                  <a:cubicBezTo>
                    <a:pt x="530" y="169"/>
                    <a:pt x="362" y="224"/>
                    <a:pt x="251" y="336"/>
                  </a:cubicBezTo>
                  <a:cubicBezTo>
                    <a:pt x="112" y="447"/>
                    <a:pt x="28" y="587"/>
                    <a:pt x="0" y="754"/>
                  </a:cubicBezTo>
                  <a:cubicBezTo>
                    <a:pt x="0" y="949"/>
                    <a:pt x="139" y="1172"/>
                    <a:pt x="335" y="1284"/>
                  </a:cubicBezTo>
                  <a:cubicBezTo>
                    <a:pt x="435" y="1321"/>
                    <a:pt x="536" y="1336"/>
                    <a:pt x="634" y="1336"/>
                  </a:cubicBezTo>
                  <a:cubicBezTo>
                    <a:pt x="753" y="1336"/>
                    <a:pt x="869" y="1314"/>
                    <a:pt x="976" y="1284"/>
                  </a:cubicBezTo>
                  <a:cubicBezTo>
                    <a:pt x="1171" y="1200"/>
                    <a:pt x="1366" y="1088"/>
                    <a:pt x="1561" y="1005"/>
                  </a:cubicBezTo>
                  <a:cubicBezTo>
                    <a:pt x="1728" y="893"/>
                    <a:pt x="1951" y="754"/>
                    <a:pt x="2063" y="587"/>
                  </a:cubicBezTo>
                  <a:cubicBezTo>
                    <a:pt x="2327" y="120"/>
                    <a:pt x="1967" y="1"/>
                    <a:pt x="1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3" name="Google Shape;683;p30"/>
            <p:cNvSpPr/>
            <p:nvPr/>
          </p:nvSpPr>
          <p:spPr>
            <a:xfrm>
              <a:off x="7527203" y="4336421"/>
              <a:ext cx="31249" cy="28286"/>
            </a:xfrm>
            <a:custGeom>
              <a:avLst/>
              <a:gdLst/>
              <a:ahLst/>
              <a:cxnLst/>
              <a:rect l="l" t="t" r="r" b="b"/>
              <a:pathLst>
                <a:path w="1255" h="1136" extrusionOk="0">
                  <a:moveTo>
                    <a:pt x="777" y="1"/>
                  </a:moveTo>
                  <a:cubicBezTo>
                    <a:pt x="476" y="1"/>
                    <a:pt x="103" y="540"/>
                    <a:pt x="56" y="772"/>
                  </a:cubicBezTo>
                  <a:cubicBezTo>
                    <a:pt x="0" y="884"/>
                    <a:pt x="56" y="995"/>
                    <a:pt x="112" y="1051"/>
                  </a:cubicBezTo>
                  <a:cubicBezTo>
                    <a:pt x="166" y="1105"/>
                    <a:pt x="243" y="1136"/>
                    <a:pt x="314" y="1136"/>
                  </a:cubicBezTo>
                  <a:cubicBezTo>
                    <a:pt x="352" y="1136"/>
                    <a:pt x="389" y="1126"/>
                    <a:pt x="419" y="1107"/>
                  </a:cubicBezTo>
                  <a:cubicBezTo>
                    <a:pt x="697" y="995"/>
                    <a:pt x="1255" y="410"/>
                    <a:pt x="948" y="75"/>
                  </a:cubicBezTo>
                  <a:cubicBezTo>
                    <a:pt x="896" y="23"/>
                    <a:pt x="838" y="1"/>
                    <a:pt x="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4" name="Google Shape;684;p30"/>
            <p:cNvSpPr/>
            <p:nvPr/>
          </p:nvSpPr>
          <p:spPr>
            <a:xfrm>
              <a:off x="7445307" y="4177808"/>
              <a:ext cx="240185" cy="275543"/>
            </a:xfrm>
            <a:custGeom>
              <a:avLst/>
              <a:gdLst/>
              <a:ahLst/>
              <a:cxnLst/>
              <a:rect l="l" t="t" r="r" b="b"/>
              <a:pathLst>
                <a:path w="9646" h="11066" extrusionOk="0">
                  <a:moveTo>
                    <a:pt x="1653" y="1"/>
                  </a:moveTo>
                  <a:cubicBezTo>
                    <a:pt x="1090" y="1"/>
                    <a:pt x="584" y="182"/>
                    <a:pt x="223" y="647"/>
                  </a:cubicBezTo>
                  <a:cubicBezTo>
                    <a:pt x="0" y="926"/>
                    <a:pt x="0" y="1344"/>
                    <a:pt x="28" y="1706"/>
                  </a:cubicBezTo>
                  <a:cubicBezTo>
                    <a:pt x="195" y="3239"/>
                    <a:pt x="1115" y="4745"/>
                    <a:pt x="1896" y="6027"/>
                  </a:cubicBezTo>
                  <a:cubicBezTo>
                    <a:pt x="2453" y="6919"/>
                    <a:pt x="3039" y="7755"/>
                    <a:pt x="3735" y="8508"/>
                  </a:cubicBezTo>
                  <a:cubicBezTo>
                    <a:pt x="4711" y="9595"/>
                    <a:pt x="5882" y="10599"/>
                    <a:pt x="7276" y="10961"/>
                  </a:cubicBezTo>
                  <a:cubicBezTo>
                    <a:pt x="7502" y="11026"/>
                    <a:pt x="7750" y="11065"/>
                    <a:pt x="7996" y="11065"/>
                  </a:cubicBezTo>
                  <a:cubicBezTo>
                    <a:pt x="8385" y="11065"/>
                    <a:pt x="8769" y="10966"/>
                    <a:pt x="9060" y="10710"/>
                  </a:cubicBezTo>
                  <a:cubicBezTo>
                    <a:pt x="9422" y="10348"/>
                    <a:pt x="9617" y="9846"/>
                    <a:pt x="9617" y="9316"/>
                  </a:cubicBezTo>
                  <a:cubicBezTo>
                    <a:pt x="9645" y="8369"/>
                    <a:pt x="9227" y="7477"/>
                    <a:pt x="8837" y="6585"/>
                  </a:cubicBezTo>
                  <a:cubicBezTo>
                    <a:pt x="8000" y="4856"/>
                    <a:pt x="7025" y="3072"/>
                    <a:pt x="5575" y="1790"/>
                  </a:cubicBezTo>
                  <a:cubicBezTo>
                    <a:pt x="4801" y="1115"/>
                    <a:pt x="3050" y="1"/>
                    <a:pt x="1653" y="1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5" name="Google Shape;685;p30"/>
            <p:cNvSpPr/>
            <p:nvPr/>
          </p:nvSpPr>
          <p:spPr>
            <a:xfrm>
              <a:off x="8205330" y="4343069"/>
              <a:ext cx="149948" cy="191232"/>
            </a:xfrm>
            <a:custGeom>
              <a:avLst/>
              <a:gdLst/>
              <a:ahLst/>
              <a:cxnLst/>
              <a:rect l="l" t="t" r="r" b="b"/>
              <a:pathLst>
                <a:path w="6022" h="7680" extrusionOk="0">
                  <a:moveTo>
                    <a:pt x="5534" y="0"/>
                  </a:moveTo>
                  <a:cubicBezTo>
                    <a:pt x="5334" y="0"/>
                    <a:pt x="5280" y="289"/>
                    <a:pt x="5185" y="477"/>
                  </a:cubicBezTo>
                  <a:cubicBezTo>
                    <a:pt x="4544" y="1871"/>
                    <a:pt x="3680" y="3181"/>
                    <a:pt x="2677" y="4352"/>
                  </a:cubicBezTo>
                  <a:cubicBezTo>
                    <a:pt x="2119" y="5021"/>
                    <a:pt x="1478" y="5578"/>
                    <a:pt x="781" y="6080"/>
                  </a:cubicBezTo>
                  <a:cubicBezTo>
                    <a:pt x="558" y="6275"/>
                    <a:pt x="279" y="6470"/>
                    <a:pt x="140" y="6749"/>
                  </a:cubicBezTo>
                  <a:cubicBezTo>
                    <a:pt x="1" y="7028"/>
                    <a:pt x="1" y="7418"/>
                    <a:pt x="279" y="7585"/>
                  </a:cubicBezTo>
                  <a:cubicBezTo>
                    <a:pt x="358" y="7651"/>
                    <a:pt x="456" y="7680"/>
                    <a:pt x="558" y="7680"/>
                  </a:cubicBezTo>
                  <a:cubicBezTo>
                    <a:pt x="671" y="7680"/>
                    <a:pt x="790" y="7644"/>
                    <a:pt x="893" y="7585"/>
                  </a:cubicBezTo>
                  <a:cubicBezTo>
                    <a:pt x="1116" y="7474"/>
                    <a:pt x="1255" y="7334"/>
                    <a:pt x="1422" y="7167"/>
                  </a:cubicBezTo>
                  <a:cubicBezTo>
                    <a:pt x="1729" y="6861"/>
                    <a:pt x="2036" y="6526"/>
                    <a:pt x="2370" y="6192"/>
                  </a:cubicBezTo>
                  <a:cubicBezTo>
                    <a:pt x="3346" y="5216"/>
                    <a:pt x="4321" y="4240"/>
                    <a:pt x="5046" y="3042"/>
                  </a:cubicBezTo>
                  <a:cubicBezTo>
                    <a:pt x="5464" y="2401"/>
                    <a:pt x="5910" y="1481"/>
                    <a:pt x="5994" y="672"/>
                  </a:cubicBezTo>
                  <a:cubicBezTo>
                    <a:pt x="6022" y="449"/>
                    <a:pt x="5910" y="115"/>
                    <a:pt x="5659" y="31"/>
                  </a:cubicBezTo>
                  <a:cubicBezTo>
                    <a:pt x="5612" y="10"/>
                    <a:pt x="5571" y="0"/>
                    <a:pt x="5534" y="0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6" name="Google Shape;686;p30"/>
            <p:cNvSpPr/>
            <p:nvPr/>
          </p:nvSpPr>
          <p:spPr>
            <a:xfrm>
              <a:off x="5720459" y="4148451"/>
              <a:ext cx="917640" cy="591699"/>
            </a:xfrm>
            <a:custGeom>
              <a:avLst/>
              <a:gdLst/>
              <a:ahLst/>
              <a:cxnLst/>
              <a:rect l="l" t="t" r="r" b="b"/>
              <a:pathLst>
                <a:path w="36853" h="23763" extrusionOk="0">
                  <a:moveTo>
                    <a:pt x="18580" y="1"/>
                  </a:moveTo>
                  <a:cubicBezTo>
                    <a:pt x="13747" y="1"/>
                    <a:pt x="8972" y="1487"/>
                    <a:pt x="5715" y="4502"/>
                  </a:cubicBezTo>
                  <a:cubicBezTo>
                    <a:pt x="5297" y="4892"/>
                    <a:pt x="4879" y="5310"/>
                    <a:pt x="4489" y="5757"/>
                  </a:cubicBezTo>
                  <a:cubicBezTo>
                    <a:pt x="1757" y="8934"/>
                    <a:pt x="1" y="13534"/>
                    <a:pt x="2175" y="17353"/>
                  </a:cubicBezTo>
                  <a:cubicBezTo>
                    <a:pt x="3820" y="20196"/>
                    <a:pt x="7137" y="21701"/>
                    <a:pt x="10315" y="22537"/>
                  </a:cubicBezTo>
                  <a:cubicBezTo>
                    <a:pt x="13339" y="23360"/>
                    <a:pt x="16481" y="23763"/>
                    <a:pt x="19615" y="23763"/>
                  </a:cubicBezTo>
                  <a:cubicBezTo>
                    <a:pt x="21046" y="23763"/>
                    <a:pt x="22475" y="23679"/>
                    <a:pt x="23890" y="23513"/>
                  </a:cubicBezTo>
                  <a:cubicBezTo>
                    <a:pt x="26204" y="23234"/>
                    <a:pt x="28462" y="22760"/>
                    <a:pt x="30552" y="21729"/>
                  </a:cubicBezTo>
                  <a:cubicBezTo>
                    <a:pt x="32615" y="20698"/>
                    <a:pt x="34455" y="19081"/>
                    <a:pt x="35431" y="17046"/>
                  </a:cubicBezTo>
                  <a:cubicBezTo>
                    <a:pt x="36852" y="14035"/>
                    <a:pt x="36378" y="10356"/>
                    <a:pt x="34594" y="7568"/>
                  </a:cubicBezTo>
                  <a:cubicBezTo>
                    <a:pt x="31352" y="2555"/>
                    <a:pt x="24917" y="1"/>
                    <a:pt x="18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7" name="Google Shape;687;p30"/>
            <p:cNvSpPr/>
            <p:nvPr/>
          </p:nvSpPr>
          <p:spPr>
            <a:xfrm>
              <a:off x="5859301" y="4148251"/>
              <a:ext cx="718415" cy="383012"/>
            </a:xfrm>
            <a:custGeom>
              <a:avLst/>
              <a:gdLst/>
              <a:ahLst/>
              <a:cxnLst/>
              <a:rect l="l" t="t" r="r" b="b"/>
              <a:pathLst>
                <a:path w="28852" h="15382" extrusionOk="0">
                  <a:moveTo>
                    <a:pt x="12913" y="1"/>
                  </a:moveTo>
                  <a:cubicBezTo>
                    <a:pt x="11762" y="1"/>
                    <a:pt x="10620" y="89"/>
                    <a:pt x="9506" y="245"/>
                  </a:cubicBezTo>
                  <a:cubicBezTo>
                    <a:pt x="10063" y="942"/>
                    <a:pt x="10481" y="1527"/>
                    <a:pt x="10481" y="1527"/>
                  </a:cubicBezTo>
                  <a:cubicBezTo>
                    <a:pt x="10481" y="1527"/>
                    <a:pt x="7889" y="2029"/>
                    <a:pt x="6411" y="2615"/>
                  </a:cubicBezTo>
                  <a:cubicBezTo>
                    <a:pt x="3847" y="3618"/>
                    <a:pt x="1840" y="4817"/>
                    <a:pt x="0" y="6907"/>
                  </a:cubicBezTo>
                  <a:cubicBezTo>
                    <a:pt x="2788" y="6238"/>
                    <a:pt x="5631" y="5765"/>
                    <a:pt x="8502" y="5514"/>
                  </a:cubicBezTo>
                  <a:cubicBezTo>
                    <a:pt x="8821" y="5477"/>
                    <a:pt x="9150" y="5450"/>
                    <a:pt x="9475" y="5450"/>
                  </a:cubicBezTo>
                  <a:cubicBezTo>
                    <a:pt x="10144" y="5450"/>
                    <a:pt x="10802" y="5566"/>
                    <a:pt x="11345" y="5960"/>
                  </a:cubicBezTo>
                  <a:cubicBezTo>
                    <a:pt x="12014" y="6461"/>
                    <a:pt x="12321" y="7242"/>
                    <a:pt x="12600" y="8022"/>
                  </a:cubicBezTo>
                  <a:cubicBezTo>
                    <a:pt x="13408" y="10392"/>
                    <a:pt x="13854" y="12873"/>
                    <a:pt x="13938" y="15381"/>
                  </a:cubicBezTo>
                  <a:cubicBezTo>
                    <a:pt x="16251" y="13514"/>
                    <a:pt x="17840" y="10698"/>
                    <a:pt x="18203" y="7744"/>
                  </a:cubicBezTo>
                  <a:cubicBezTo>
                    <a:pt x="18286" y="7158"/>
                    <a:pt x="18314" y="6517"/>
                    <a:pt x="18677" y="6043"/>
                  </a:cubicBezTo>
                  <a:cubicBezTo>
                    <a:pt x="19150" y="5346"/>
                    <a:pt x="20098" y="5123"/>
                    <a:pt x="20962" y="5068"/>
                  </a:cubicBezTo>
                  <a:cubicBezTo>
                    <a:pt x="21229" y="5049"/>
                    <a:pt x="21496" y="5040"/>
                    <a:pt x="21763" y="5040"/>
                  </a:cubicBezTo>
                  <a:cubicBezTo>
                    <a:pt x="24284" y="5040"/>
                    <a:pt x="26784" y="5863"/>
                    <a:pt x="28851" y="7326"/>
                  </a:cubicBezTo>
                  <a:cubicBezTo>
                    <a:pt x="26956" y="4622"/>
                    <a:pt x="24168" y="2615"/>
                    <a:pt x="20962" y="1444"/>
                  </a:cubicBezTo>
                  <a:cubicBezTo>
                    <a:pt x="20238" y="1378"/>
                    <a:pt x="19501" y="1349"/>
                    <a:pt x="18764" y="1349"/>
                  </a:cubicBezTo>
                  <a:cubicBezTo>
                    <a:pt x="17940" y="1349"/>
                    <a:pt x="17116" y="1385"/>
                    <a:pt x="16307" y="1444"/>
                  </a:cubicBezTo>
                  <a:cubicBezTo>
                    <a:pt x="16303" y="1444"/>
                    <a:pt x="16299" y="1444"/>
                    <a:pt x="16295" y="1444"/>
                  </a:cubicBezTo>
                  <a:cubicBezTo>
                    <a:pt x="15945" y="1444"/>
                    <a:pt x="14798" y="326"/>
                    <a:pt x="14495" y="106"/>
                  </a:cubicBezTo>
                  <a:cubicBezTo>
                    <a:pt x="14439" y="78"/>
                    <a:pt x="14412" y="78"/>
                    <a:pt x="14384" y="50"/>
                  </a:cubicBezTo>
                  <a:cubicBezTo>
                    <a:pt x="13893" y="17"/>
                    <a:pt x="13402" y="1"/>
                    <a:pt x="12913" y="1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8" name="Google Shape;688;p30"/>
            <p:cNvSpPr/>
            <p:nvPr/>
          </p:nvSpPr>
          <p:spPr>
            <a:xfrm>
              <a:off x="6322242" y="4463212"/>
              <a:ext cx="246435" cy="200619"/>
            </a:xfrm>
            <a:custGeom>
              <a:avLst/>
              <a:gdLst/>
              <a:ahLst/>
              <a:cxnLst/>
              <a:rect l="l" t="t" r="r" b="b"/>
              <a:pathLst>
                <a:path w="9897" h="8057" fill="none" extrusionOk="0">
                  <a:moveTo>
                    <a:pt x="9562" y="1"/>
                  </a:moveTo>
                  <a:cubicBezTo>
                    <a:pt x="9897" y="1534"/>
                    <a:pt x="9423" y="3206"/>
                    <a:pt x="8419" y="4433"/>
                  </a:cubicBezTo>
                  <a:cubicBezTo>
                    <a:pt x="7471" y="5687"/>
                    <a:pt x="6050" y="6523"/>
                    <a:pt x="4600" y="7081"/>
                  </a:cubicBezTo>
                  <a:cubicBezTo>
                    <a:pt x="3151" y="7639"/>
                    <a:pt x="1562" y="7889"/>
                    <a:pt x="1" y="8057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9" name="Google Shape;689;p30"/>
            <p:cNvSpPr/>
            <p:nvPr/>
          </p:nvSpPr>
          <p:spPr>
            <a:xfrm>
              <a:off x="6250057" y="4667292"/>
              <a:ext cx="36130" cy="2789"/>
            </a:xfrm>
            <a:custGeom>
              <a:avLst/>
              <a:gdLst/>
              <a:ahLst/>
              <a:cxnLst/>
              <a:rect l="l" t="t" r="r" b="b"/>
              <a:pathLst>
                <a:path w="1451" h="112" fill="none" extrusionOk="0">
                  <a:moveTo>
                    <a:pt x="1450" y="0"/>
                  </a:moveTo>
                  <a:cubicBezTo>
                    <a:pt x="949" y="112"/>
                    <a:pt x="503" y="112"/>
                    <a:pt x="1" y="56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0" name="Google Shape;690;p30"/>
            <p:cNvSpPr/>
            <p:nvPr/>
          </p:nvSpPr>
          <p:spPr>
            <a:xfrm>
              <a:off x="6141095" y="4186971"/>
              <a:ext cx="14591" cy="31947"/>
            </a:xfrm>
            <a:custGeom>
              <a:avLst/>
              <a:gdLst/>
              <a:ahLst/>
              <a:cxnLst/>
              <a:rect l="l" t="t" r="r" b="b"/>
              <a:pathLst>
                <a:path w="586" h="1283" fill="none" extrusionOk="0">
                  <a:moveTo>
                    <a:pt x="0" y="0"/>
                  </a:moveTo>
                  <a:cubicBezTo>
                    <a:pt x="279" y="363"/>
                    <a:pt x="474" y="781"/>
                    <a:pt x="586" y="1283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1" name="Google Shape;691;p30"/>
            <p:cNvSpPr/>
            <p:nvPr/>
          </p:nvSpPr>
          <p:spPr>
            <a:xfrm>
              <a:off x="5925934" y="4642292"/>
              <a:ext cx="131895" cy="31947"/>
            </a:xfrm>
            <a:custGeom>
              <a:avLst/>
              <a:gdLst/>
              <a:ahLst/>
              <a:cxnLst/>
              <a:rect l="l" t="t" r="r" b="b"/>
              <a:pathLst>
                <a:path w="5297" h="1283" fill="none" extrusionOk="0">
                  <a:moveTo>
                    <a:pt x="0" y="1"/>
                  </a:moveTo>
                  <a:cubicBezTo>
                    <a:pt x="1673" y="725"/>
                    <a:pt x="3429" y="1143"/>
                    <a:pt x="5296" y="1283"/>
                  </a:cubicBezTo>
                </a:path>
              </a:pathLst>
            </a:custGeom>
            <a:solidFill>
              <a:schemeClr val="dk1"/>
            </a:solidFill>
            <a:ln w="62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2" name="Google Shape;692;p30"/>
            <p:cNvSpPr/>
            <p:nvPr/>
          </p:nvSpPr>
          <p:spPr>
            <a:xfrm>
              <a:off x="5812788" y="4370210"/>
              <a:ext cx="130501" cy="192029"/>
            </a:xfrm>
            <a:custGeom>
              <a:avLst/>
              <a:gdLst/>
              <a:ahLst/>
              <a:cxnLst/>
              <a:rect l="l" t="t" r="r" b="b"/>
              <a:pathLst>
                <a:path w="5241" h="7712" extrusionOk="0">
                  <a:moveTo>
                    <a:pt x="2337" y="1"/>
                  </a:moveTo>
                  <a:cubicBezTo>
                    <a:pt x="973" y="1"/>
                    <a:pt x="47" y="1816"/>
                    <a:pt x="0" y="3122"/>
                  </a:cubicBezTo>
                  <a:cubicBezTo>
                    <a:pt x="0" y="4098"/>
                    <a:pt x="307" y="4990"/>
                    <a:pt x="753" y="5882"/>
                  </a:cubicBezTo>
                  <a:cubicBezTo>
                    <a:pt x="1060" y="6467"/>
                    <a:pt x="1450" y="7053"/>
                    <a:pt x="2007" y="7387"/>
                  </a:cubicBezTo>
                  <a:cubicBezTo>
                    <a:pt x="2316" y="7588"/>
                    <a:pt x="2692" y="7711"/>
                    <a:pt x="3056" y="7711"/>
                  </a:cubicBezTo>
                  <a:cubicBezTo>
                    <a:pt x="3351" y="7711"/>
                    <a:pt x="3638" y="7630"/>
                    <a:pt x="3875" y="7443"/>
                  </a:cubicBezTo>
                  <a:cubicBezTo>
                    <a:pt x="4154" y="7220"/>
                    <a:pt x="4377" y="6913"/>
                    <a:pt x="4516" y="6607"/>
                  </a:cubicBezTo>
                  <a:cubicBezTo>
                    <a:pt x="5213" y="5102"/>
                    <a:pt x="5241" y="3318"/>
                    <a:pt x="4572" y="1840"/>
                  </a:cubicBezTo>
                  <a:cubicBezTo>
                    <a:pt x="4265" y="1171"/>
                    <a:pt x="3847" y="530"/>
                    <a:pt x="3178" y="223"/>
                  </a:cubicBezTo>
                  <a:cubicBezTo>
                    <a:pt x="2883" y="69"/>
                    <a:pt x="2602" y="1"/>
                    <a:pt x="2337" y="1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3" name="Google Shape;693;p30"/>
            <p:cNvSpPr/>
            <p:nvPr/>
          </p:nvSpPr>
          <p:spPr>
            <a:xfrm>
              <a:off x="6346545" y="4360773"/>
              <a:ext cx="179106" cy="237123"/>
            </a:xfrm>
            <a:custGeom>
              <a:avLst/>
              <a:gdLst/>
              <a:ahLst/>
              <a:cxnLst/>
              <a:rect l="l" t="t" r="r" b="b"/>
              <a:pathLst>
                <a:path w="7193" h="9523" extrusionOk="0">
                  <a:moveTo>
                    <a:pt x="5725" y="0"/>
                  </a:moveTo>
                  <a:cubicBezTo>
                    <a:pt x="4767" y="0"/>
                    <a:pt x="3602" y="1118"/>
                    <a:pt x="2927" y="1829"/>
                  </a:cubicBezTo>
                  <a:cubicBezTo>
                    <a:pt x="1673" y="3139"/>
                    <a:pt x="725" y="4756"/>
                    <a:pt x="251" y="6484"/>
                  </a:cubicBezTo>
                  <a:cubicBezTo>
                    <a:pt x="112" y="6986"/>
                    <a:pt x="1" y="7488"/>
                    <a:pt x="84" y="8017"/>
                  </a:cubicBezTo>
                  <a:cubicBezTo>
                    <a:pt x="140" y="8547"/>
                    <a:pt x="391" y="9021"/>
                    <a:pt x="837" y="9299"/>
                  </a:cubicBezTo>
                  <a:cubicBezTo>
                    <a:pt x="1074" y="9452"/>
                    <a:pt x="1364" y="9522"/>
                    <a:pt x="1654" y="9522"/>
                  </a:cubicBezTo>
                  <a:cubicBezTo>
                    <a:pt x="1841" y="9522"/>
                    <a:pt x="2028" y="9493"/>
                    <a:pt x="2203" y="9439"/>
                  </a:cubicBezTo>
                  <a:cubicBezTo>
                    <a:pt x="2649" y="9355"/>
                    <a:pt x="3067" y="9076"/>
                    <a:pt x="3429" y="8826"/>
                  </a:cubicBezTo>
                  <a:cubicBezTo>
                    <a:pt x="5325" y="7432"/>
                    <a:pt x="6663" y="5258"/>
                    <a:pt x="7053" y="2944"/>
                  </a:cubicBezTo>
                  <a:cubicBezTo>
                    <a:pt x="7137" y="2331"/>
                    <a:pt x="7192" y="1717"/>
                    <a:pt x="6969" y="1160"/>
                  </a:cubicBezTo>
                  <a:cubicBezTo>
                    <a:pt x="6680" y="312"/>
                    <a:pt x="6231" y="0"/>
                    <a:pt x="5725" y="0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4" name="Google Shape;694;p30"/>
            <p:cNvSpPr/>
            <p:nvPr/>
          </p:nvSpPr>
          <p:spPr>
            <a:xfrm rot="8100000">
              <a:off x="7745830" y="2271944"/>
              <a:ext cx="217284" cy="219351"/>
            </a:xfrm>
            <a:custGeom>
              <a:avLst/>
              <a:gdLst/>
              <a:ahLst/>
              <a:cxnLst/>
              <a:rect l="l" t="t" r="r" b="b"/>
              <a:pathLst>
                <a:path w="8726" h="8809" fill="none" extrusionOk="0">
                  <a:moveTo>
                    <a:pt x="1561" y="8809"/>
                  </a:moveTo>
                  <a:cubicBezTo>
                    <a:pt x="1004" y="7917"/>
                    <a:pt x="474" y="6969"/>
                    <a:pt x="251" y="5966"/>
                  </a:cubicBezTo>
                  <a:cubicBezTo>
                    <a:pt x="0" y="4962"/>
                    <a:pt x="56" y="3791"/>
                    <a:pt x="558" y="2899"/>
                  </a:cubicBezTo>
                  <a:cubicBezTo>
                    <a:pt x="1060" y="1980"/>
                    <a:pt x="2091" y="1283"/>
                    <a:pt x="3122" y="1366"/>
                  </a:cubicBezTo>
                  <a:cubicBezTo>
                    <a:pt x="4182" y="1422"/>
                    <a:pt x="5157" y="2370"/>
                    <a:pt x="5102" y="3401"/>
                  </a:cubicBezTo>
                  <a:cubicBezTo>
                    <a:pt x="5102" y="3875"/>
                    <a:pt x="4906" y="4321"/>
                    <a:pt x="4544" y="4600"/>
                  </a:cubicBezTo>
                  <a:cubicBezTo>
                    <a:pt x="4210" y="4879"/>
                    <a:pt x="3680" y="4990"/>
                    <a:pt x="3290" y="4767"/>
                  </a:cubicBezTo>
                  <a:cubicBezTo>
                    <a:pt x="2872" y="4600"/>
                    <a:pt x="2593" y="4154"/>
                    <a:pt x="2537" y="3652"/>
                  </a:cubicBezTo>
                  <a:cubicBezTo>
                    <a:pt x="2453" y="3206"/>
                    <a:pt x="2593" y="2732"/>
                    <a:pt x="2816" y="2314"/>
                  </a:cubicBezTo>
                  <a:cubicBezTo>
                    <a:pt x="3345" y="1255"/>
                    <a:pt x="4349" y="502"/>
                    <a:pt x="5464" y="251"/>
                  </a:cubicBezTo>
                  <a:cubicBezTo>
                    <a:pt x="6579" y="0"/>
                    <a:pt x="7833" y="307"/>
                    <a:pt x="8725" y="1060"/>
                  </a:cubicBezTo>
                </a:path>
              </a:pathLst>
            </a:custGeom>
            <a:solidFill>
              <a:schemeClr val="dk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695" name="Google Shape;695;p30"/>
          <p:cNvSpPr/>
          <p:nvPr/>
        </p:nvSpPr>
        <p:spPr>
          <a:xfrm>
            <a:off x="3976255" y="3868044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6" name="Google Shape;696;p30"/>
          <p:cNvSpPr/>
          <p:nvPr/>
        </p:nvSpPr>
        <p:spPr>
          <a:xfrm rot="3636711">
            <a:off x="683595" y="4030072"/>
            <a:ext cx="217295" cy="219362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3"/>
          <p:cNvSpPr/>
          <p:nvPr/>
        </p:nvSpPr>
        <p:spPr>
          <a:xfrm rot="-2700000">
            <a:off x="4605572" y="948088"/>
            <a:ext cx="4432571" cy="3866377"/>
          </a:xfrm>
          <a:custGeom>
            <a:avLst/>
            <a:gdLst/>
            <a:ahLst/>
            <a:cxnLst/>
            <a:rect l="l" t="t" r="r" b="b"/>
            <a:pathLst>
              <a:path w="102470" h="89381" extrusionOk="0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9" name="Google Shape;939;p33"/>
          <p:cNvSpPr txBox="1">
            <a:spLocks noGrp="1"/>
          </p:cNvSpPr>
          <p:nvPr>
            <p:ph type="title"/>
          </p:nvPr>
        </p:nvSpPr>
        <p:spPr>
          <a:xfrm>
            <a:off x="713225" y="1001375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 Introduction</a:t>
            </a:r>
          </a:p>
        </p:txBody>
      </p:sp>
      <p:sp>
        <p:nvSpPr>
          <p:cNvPr id="940" name="Google Shape;940;p33"/>
          <p:cNvSpPr txBox="1">
            <a:spLocks noGrp="1"/>
          </p:cNvSpPr>
          <p:nvPr>
            <p:ph type="subTitle" idx="1"/>
          </p:nvPr>
        </p:nvSpPr>
        <p:spPr>
          <a:xfrm>
            <a:off x="760802" y="1599175"/>
            <a:ext cx="4294800" cy="27778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/>
              <a:t>Processed food consumption is increasing rapidly, making it difficult to quickly judge food quality and </a:t>
            </a:r>
            <a:r>
              <a:rPr lang="en-US"/>
              <a:t>safety. this </a:t>
            </a:r>
            <a:r>
              <a:rPr lang="en-US" dirty="0"/>
              <a:t>can help by analyzing ingredients and providing instant health insights.</a:t>
            </a:r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r>
              <a:rPr lang="en" b="1"/>
              <a:t>Key Points</a:t>
            </a:r>
            <a:r>
              <a:rPr lang="en"/>
              <a:t>: </a:t>
            </a:r>
            <a:endParaRPr lang="en-US" dirty="0"/>
          </a:p>
          <a:p>
            <a:pPr lvl="0">
              <a:spcBef>
                <a:spcPts val="1000"/>
              </a:spcBef>
            </a:pPr>
            <a:r>
              <a:rPr lang="en-US" dirty="0"/>
              <a:t>Rising consumption of processed foods</a:t>
            </a:r>
            <a:r>
              <a:rPr lang="en-US" b="1" dirty="0"/>
              <a:t> </a:t>
            </a:r>
          </a:p>
          <a:p>
            <a:pPr lvl="0">
              <a:spcBef>
                <a:spcPts val="1000"/>
              </a:spcBef>
            </a:pPr>
            <a:r>
              <a:rPr lang="en-US" dirty="0"/>
              <a:t>Need for quick health evaluation</a:t>
            </a:r>
          </a:p>
          <a:p>
            <a:pPr lvl="0">
              <a:spcBef>
                <a:spcPts val="1000"/>
              </a:spcBef>
            </a:pPr>
            <a:r>
              <a:rPr lang="en-IN" dirty="0"/>
              <a:t>AI-based ingredient analysis</a:t>
            </a:r>
          </a:p>
          <a:p>
            <a:pPr lvl="0">
              <a:spcBef>
                <a:spcPts val="1000"/>
              </a:spcBef>
            </a:pPr>
            <a:r>
              <a:rPr lang="en-US" dirty="0"/>
              <a:t>Predict health grade of food</a:t>
            </a:r>
          </a:p>
          <a:p>
            <a:pPr lvl="0">
              <a:spcBef>
                <a:spcPts val="1000"/>
              </a:spcBef>
            </a:pPr>
            <a:r>
              <a:rPr lang="en-IN" dirty="0"/>
              <a:t>Detect potential health risks</a:t>
            </a:r>
            <a:endParaRPr lang="en-US" dirty="0"/>
          </a:p>
        </p:txBody>
      </p:sp>
      <p:pic>
        <p:nvPicPr>
          <p:cNvPr id="941" name="Google Shape;941;p3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0" r="10"/>
          <a:stretch/>
        </p:blipFill>
        <p:spPr>
          <a:xfrm>
            <a:off x="5271175" y="1071450"/>
            <a:ext cx="3159600" cy="3160200"/>
          </a:xfrm>
          <a:prstGeom prst="ellipse">
            <a:avLst/>
          </a:prstGeom>
        </p:spPr>
      </p:pic>
      <p:grpSp>
        <p:nvGrpSpPr>
          <p:cNvPr id="942" name="Google Shape;942;p33"/>
          <p:cNvGrpSpPr/>
          <p:nvPr/>
        </p:nvGrpSpPr>
        <p:grpSpPr>
          <a:xfrm>
            <a:off x="7257522" y="3061072"/>
            <a:ext cx="1845563" cy="2020322"/>
            <a:chOff x="7082810" y="2707346"/>
            <a:chExt cx="2142018" cy="2344850"/>
          </a:xfrm>
        </p:grpSpPr>
        <p:sp>
          <p:nvSpPr>
            <p:cNvPr id="943" name="Google Shape;943;p33"/>
            <p:cNvSpPr/>
            <p:nvPr/>
          </p:nvSpPr>
          <p:spPr>
            <a:xfrm rot="8100000">
              <a:off x="7824492" y="3101350"/>
              <a:ext cx="701168" cy="709293"/>
            </a:xfrm>
            <a:custGeom>
              <a:avLst/>
              <a:gdLst/>
              <a:ahLst/>
              <a:cxnLst/>
              <a:rect l="l" t="t" r="r" b="b"/>
              <a:pathLst>
                <a:path w="28047" h="28372" extrusionOk="0">
                  <a:moveTo>
                    <a:pt x="8680" y="0"/>
                  </a:moveTo>
                  <a:lnTo>
                    <a:pt x="0" y="2387"/>
                  </a:lnTo>
                  <a:cubicBezTo>
                    <a:pt x="10823" y="13752"/>
                    <a:pt x="20750" y="25008"/>
                    <a:pt x="20750" y="25008"/>
                  </a:cubicBezTo>
                  <a:cubicBezTo>
                    <a:pt x="23056" y="26392"/>
                    <a:pt x="26663" y="28372"/>
                    <a:pt x="26663" y="28372"/>
                  </a:cubicBezTo>
                  <a:lnTo>
                    <a:pt x="28046" y="23679"/>
                  </a:lnTo>
                  <a:lnTo>
                    <a:pt x="868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4" name="Google Shape;944;p33"/>
            <p:cNvSpPr/>
            <p:nvPr/>
          </p:nvSpPr>
          <p:spPr>
            <a:xfrm rot="8100000">
              <a:off x="7641482" y="2887681"/>
              <a:ext cx="156673" cy="313372"/>
            </a:xfrm>
            <a:custGeom>
              <a:avLst/>
              <a:gdLst/>
              <a:ahLst/>
              <a:cxnLst/>
              <a:rect l="l" t="t" r="r" b="b"/>
              <a:pathLst>
                <a:path w="6267" h="12535" extrusionOk="0">
                  <a:moveTo>
                    <a:pt x="5161" y="0"/>
                  </a:moveTo>
                  <a:cubicBezTo>
                    <a:pt x="5020" y="0"/>
                    <a:pt x="4769" y="250"/>
                    <a:pt x="4666" y="328"/>
                  </a:cubicBezTo>
                  <a:cubicBezTo>
                    <a:pt x="3961" y="952"/>
                    <a:pt x="3310" y="1630"/>
                    <a:pt x="2740" y="2335"/>
                  </a:cubicBezTo>
                  <a:cubicBezTo>
                    <a:pt x="1574" y="3800"/>
                    <a:pt x="733" y="5481"/>
                    <a:pt x="272" y="7299"/>
                  </a:cubicBezTo>
                  <a:cubicBezTo>
                    <a:pt x="218" y="7516"/>
                    <a:pt x="163" y="7733"/>
                    <a:pt x="190" y="7977"/>
                  </a:cubicBezTo>
                  <a:cubicBezTo>
                    <a:pt x="218" y="8194"/>
                    <a:pt x="353" y="8438"/>
                    <a:pt x="570" y="8519"/>
                  </a:cubicBezTo>
                  <a:cubicBezTo>
                    <a:pt x="619" y="8533"/>
                    <a:pt x="672" y="8540"/>
                    <a:pt x="726" y="8540"/>
                  </a:cubicBezTo>
                  <a:cubicBezTo>
                    <a:pt x="881" y="8540"/>
                    <a:pt x="1046" y="8484"/>
                    <a:pt x="1167" y="8383"/>
                  </a:cubicBezTo>
                  <a:cubicBezTo>
                    <a:pt x="1214" y="8350"/>
                    <a:pt x="1254" y="8313"/>
                    <a:pt x="1290" y="8274"/>
                  </a:cubicBezTo>
                  <a:lnTo>
                    <a:pt x="1290" y="8274"/>
                  </a:lnTo>
                  <a:cubicBezTo>
                    <a:pt x="772" y="9135"/>
                    <a:pt x="394" y="10055"/>
                    <a:pt x="136" y="11014"/>
                  </a:cubicBezTo>
                  <a:cubicBezTo>
                    <a:pt x="55" y="11286"/>
                    <a:pt x="1" y="11530"/>
                    <a:pt x="28" y="11801"/>
                  </a:cubicBezTo>
                  <a:cubicBezTo>
                    <a:pt x="28" y="12045"/>
                    <a:pt x="163" y="12316"/>
                    <a:pt x="407" y="12452"/>
                  </a:cubicBezTo>
                  <a:cubicBezTo>
                    <a:pt x="491" y="12512"/>
                    <a:pt x="590" y="12535"/>
                    <a:pt x="696" y="12535"/>
                  </a:cubicBezTo>
                  <a:cubicBezTo>
                    <a:pt x="831" y="12535"/>
                    <a:pt x="976" y="12498"/>
                    <a:pt x="1113" y="12452"/>
                  </a:cubicBezTo>
                  <a:cubicBezTo>
                    <a:pt x="1303" y="12344"/>
                    <a:pt x="1520" y="12181"/>
                    <a:pt x="1682" y="11991"/>
                  </a:cubicBezTo>
                  <a:cubicBezTo>
                    <a:pt x="2519" y="11131"/>
                    <a:pt x="3117" y="10012"/>
                    <a:pt x="3407" y="8804"/>
                  </a:cubicBezTo>
                  <a:lnTo>
                    <a:pt x="3407" y="8804"/>
                  </a:lnTo>
                  <a:cubicBezTo>
                    <a:pt x="3330" y="9351"/>
                    <a:pt x="3332" y="9891"/>
                    <a:pt x="3391" y="10445"/>
                  </a:cubicBezTo>
                  <a:cubicBezTo>
                    <a:pt x="3418" y="10743"/>
                    <a:pt x="3472" y="11042"/>
                    <a:pt x="3689" y="11231"/>
                  </a:cubicBezTo>
                  <a:cubicBezTo>
                    <a:pt x="3799" y="11317"/>
                    <a:pt x="3931" y="11358"/>
                    <a:pt x="4068" y="11358"/>
                  </a:cubicBezTo>
                  <a:cubicBezTo>
                    <a:pt x="4235" y="11358"/>
                    <a:pt x="4408" y="11297"/>
                    <a:pt x="4557" y="11177"/>
                  </a:cubicBezTo>
                  <a:cubicBezTo>
                    <a:pt x="4829" y="10987"/>
                    <a:pt x="5019" y="10689"/>
                    <a:pt x="5154" y="10418"/>
                  </a:cubicBezTo>
                  <a:cubicBezTo>
                    <a:pt x="5914" y="8817"/>
                    <a:pt x="6266" y="7027"/>
                    <a:pt x="6239" y="5210"/>
                  </a:cubicBezTo>
                  <a:cubicBezTo>
                    <a:pt x="6185" y="4125"/>
                    <a:pt x="6049" y="3040"/>
                    <a:pt x="5859" y="1955"/>
                  </a:cubicBezTo>
                  <a:lnTo>
                    <a:pt x="5453" y="545"/>
                  </a:lnTo>
                  <a:cubicBezTo>
                    <a:pt x="5425" y="409"/>
                    <a:pt x="5344" y="29"/>
                    <a:pt x="5181" y="2"/>
                  </a:cubicBezTo>
                  <a:cubicBezTo>
                    <a:pt x="5175" y="1"/>
                    <a:pt x="5168" y="0"/>
                    <a:pt x="51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5" name="Google Shape;945;p33"/>
            <p:cNvSpPr/>
            <p:nvPr/>
          </p:nvSpPr>
          <p:spPr>
            <a:xfrm rot="8100000">
              <a:off x="7684012" y="2942548"/>
              <a:ext cx="80699" cy="220398"/>
            </a:xfrm>
            <a:custGeom>
              <a:avLst/>
              <a:gdLst/>
              <a:ahLst/>
              <a:cxnLst/>
              <a:rect l="l" t="t" r="r" b="b"/>
              <a:pathLst>
                <a:path w="3228" h="8816" fill="none" extrusionOk="0">
                  <a:moveTo>
                    <a:pt x="0" y="8815"/>
                  </a:moveTo>
                  <a:cubicBezTo>
                    <a:pt x="1194" y="5940"/>
                    <a:pt x="2306" y="2984"/>
                    <a:pt x="3228" y="0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6" name="Google Shape;946;p33"/>
            <p:cNvSpPr/>
            <p:nvPr/>
          </p:nvSpPr>
          <p:spPr>
            <a:xfrm rot="8100000">
              <a:off x="7707246" y="2999432"/>
              <a:ext cx="95624" cy="143099"/>
            </a:xfrm>
            <a:custGeom>
              <a:avLst/>
              <a:gdLst/>
              <a:ahLst/>
              <a:cxnLst/>
              <a:rect l="l" t="t" r="r" b="b"/>
              <a:pathLst>
                <a:path w="3825" h="5724" fill="none" extrusionOk="0">
                  <a:moveTo>
                    <a:pt x="0" y="5724"/>
                  </a:moveTo>
                  <a:cubicBezTo>
                    <a:pt x="1275" y="3825"/>
                    <a:pt x="2550" y="1899"/>
                    <a:pt x="3825" y="1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7" name="Google Shape;947;p33"/>
            <p:cNvSpPr/>
            <p:nvPr/>
          </p:nvSpPr>
          <p:spPr>
            <a:xfrm rot="8100000">
              <a:off x="7681568" y="2992610"/>
              <a:ext cx="31900" cy="179723"/>
            </a:xfrm>
            <a:custGeom>
              <a:avLst/>
              <a:gdLst/>
              <a:ahLst/>
              <a:cxnLst/>
              <a:rect l="l" t="t" r="r" b="b"/>
              <a:pathLst>
                <a:path w="1276" h="7189" fill="none" extrusionOk="0">
                  <a:moveTo>
                    <a:pt x="1" y="7188"/>
                  </a:moveTo>
                  <a:cubicBezTo>
                    <a:pt x="679" y="4856"/>
                    <a:pt x="1086" y="2442"/>
                    <a:pt x="1276" y="0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8" name="Google Shape;948;p33"/>
            <p:cNvSpPr/>
            <p:nvPr/>
          </p:nvSpPr>
          <p:spPr>
            <a:xfrm rot="8100000">
              <a:off x="7626440" y="2992289"/>
              <a:ext cx="108499" cy="258923"/>
            </a:xfrm>
            <a:custGeom>
              <a:avLst/>
              <a:gdLst/>
              <a:ahLst/>
              <a:cxnLst/>
              <a:rect l="l" t="t" r="r" b="b"/>
              <a:pathLst>
                <a:path w="4340" h="10357" extrusionOk="0">
                  <a:moveTo>
                    <a:pt x="1296" y="0"/>
                  </a:moveTo>
                  <a:cubicBezTo>
                    <a:pt x="1035" y="0"/>
                    <a:pt x="965" y="579"/>
                    <a:pt x="895" y="836"/>
                  </a:cubicBezTo>
                  <a:cubicBezTo>
                    <a:pt x="570" y="1704"/>
                    <a:pt x="380" y="2626"/>
                    <a:pt x="244" y="3548"/>
                  </a:cubicBezTo>
                  <a:cubicBezTo>
                    <a:pt x="81" y="4525"/>
                    <a:pt x="0" y="5583"/>
                    <a:pt x="27" y="6641"/>
                  </a:cubicBezTo>
                  <a:cubicBezTo>
                    <a:pt x="27" y="6912"/>
                    <a:pt x="109" y="7237"/>
                    <a:pt x="353" y="7373"/>
                  </a:cubicBezTo>
                  <a:cubicBezTo>
                    <a:pt x="429" y="7426"/>
                    <a:pt x="512" y="7450"/>
                    <a:pt x="594" y="7450"/>
                  </a:cubicBezTo>
                  <a:cubicBezTo>
                    <a:pt x="805" y="7450"/>
                    <a:pt x="1015" y="7297"/>
                    <a:pt x="1112" y="7102"/>
                  </a:cubicBezTo>
                  <a:cubicBezTo>
                    <a:pt x="1302" y="6830"/>
                    <a:pt x="1302" y="6505"/>
                    <a:pt x="1302" y="6207"/>
                  </a:cubicBezTo>
                  <a:cubicBezTo>
                    <a:pt x="1329" y="7454"/>
                    <a:pt x="1655" y="8702"/>
                    <a:pt x="2278" y="9787"/>
                  </a:cubicBezTo>
                  <a:cubicBezTo>
                    <a:pt x="2414" y="10058"/>
                    <a:pt x="2658" y="10357"/>
                    <a:pt x="2957" y="10357"/>
                  </a:cubicBezTo>
                  <a:cubicBezTo>
                    <a:pt x="3255" y="10357"/>
                    <a:pt x="3499" y="10085"/>
                    <a:pt x="3635" y="9814"/>
                  </a:cubicBezTo>
                  <a:cubicBezTo>
                    <a:pt x="4340" y="8566"/>
                    <a:pt x="4313" y="6993"/>
                    <a:pt x="4042" y="5610"/>
                  </a:cubicBezTo>
                  <a:cubicBezTo>
                    <a:pt x="3689" y="3982"/>
                    <a:pt x="3065" y="2436"/>
                    <a:pt x="2170" y="1080"/>
                  </a:cubicBezTo>
                  <a:cubicBezTo>
                    <a:pt x="1980" y="755"/>
                    <a:pt x="1736" y="266"/>
                    <a:pt x="1438" y="49"/>
                  </a:cubicBezTo>
                  <a:cubicBezTo>
                    <a:pt x="1385" y="16"/>
                    <a:pt x="1338" y="0"/>
                    <a:pt x="12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9" name="Google Shape;949;p33"/>
            <p:cNvSpPr/>
            <p:nvPr/>
          </p:nvSpPr>
          <p:spPr>
            <a:xfrm rot="8100000">
              <a:off x="7661734" y="3067964"/>
              <a:ext cx="41375" cy="146499"/>
            </a:xfrm>
            <a:custGeom>
              <a:avLst/>
              <a:gdLst/>
              <a:ahLst/>
              <a:cxnLst/>
              <a:rect l="l" t="t" r="r" b="b"/>
              <a:pathLst>
                <a:path w="1655" h="5860" fill="none" extrusionOk="0">
                  <a:moveTo>
                    <a:pt x="0" y="1"/>
                  </a:moveTo>
                  <a:cubicBezTo>
                    <a:pt x="543" y="1981"/>
                    <a:pt x="1085" y="3907"/>
                    <a:pt x="1655" y="5860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0" name="Google Shape;950;p33"/>
            <p:cNvSpPr/>
            <p:nvPr/>
          </p:nvSpPr>
          <p:spPr>
            <a:xfrm rot="8100000">
              <a:off x="7717710" y="3064347"/>
              <a:ext cx="14275" cy="125449"/>
            </a:xfrm>
            <a:custGeom>
              <a:avLst/>
              <a:gdLst/>
              <a:ahLst/>
              <a:cxnLst/>
              <a:rect l="l" t="t" r="r" b="b"/>
              <a:pathLst>
                <a:path w="571" h="5018" fill="none" extrusionOk="0">
                  <a:moveTo>
                    <a:pt x="1" y="5018"/>
                  </a:moveTo>
                  <a:cubicBezTo>
                    <a:pt x="191" y="3363"/>
                    <a:pt x="380" y="1682"/>
                    <a:pt x="570" y="0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1" name="Google Shape;951;p33"/>
            <p:cNvSpPr/>
            <p:nvPr/>
          </p:nvSpPr>
          <p:spPr>
            <a:xfrm rot="8100000">
              <a:off x="7722912" y="2977261"/>
              <a:ext cx="192473" cy="155674"/>
            </a:xfrm>
            <a:custGeom>
              <a:avLst/>
              <a:gdLst/>
              <a:ahLst/>
              <a:cxnLst/>
              <a:rect l="l" t="t" r="r" b="b"/>
              <a:pathLst>
                <a:path w="7699" h="6227" extrusionOk="0">
                  <a:moveTo>
                    <a:pt x="6900" y="0"/>
                  </a:moveTo>
                  <a:cubicBezTo>
                    <a:pt x="6422" y="0"/>
                    <a:pt x="5745" y="382"/>
                    <a:pt x="5420" y="504"/>
                  </a:cubicBezTo>
                  <a:cubicBezTo>
                    <a:pt x="3955" y="1046"/>
                    <a:pt x="2490" y="1643"/>
                    <a:pt x="1188" y="2457"/>
                  </a:cubicBezTo>
                  <a:cubicBezTo>
                    <a:pt x="863" y="2674"/>
                    <a:pt x="537" y="2918"/>
                    <a:pt x="402" y="3270"/>
                  </a:cubicBezTo>
                  <a:cubicBezTo>
                    <a:pt x="293" y="3514"/>
                    <a:pt x="320" y="3786"/>
                    <a:pt x="537" y="3948"/>
                  </a:cubicBezTo>
                  <a:cubicBezTo>
                    <a:pt x="651" y="4052"/>
                    <a:pt x="792" y="4092"/>
                    <a:pt x="941" y="4092"/>
                  </a:cubicBezTo>
                  <a:cubicBezTo>
                    <a:pt x="1184" y="4092"/>
                    <a:pt x="1448" y="3985"/>
                    <a:pt x="1649" y="3867"/>
                  </a:cubicBezTo>
                  <a:lnTo>
                    <a:pt x="1649" y="3867"/>
                  </a:lnTo>
                  <a:cubicBezTo>
                    <a:pt x="1107" y="4220"/>
                    <a:pt x="646" y="4735"/>
                    <a:pt x="266" y="5277"/>
                  </a:cubicBezTo>
                  <a:cubicBezTo>
                    <a:pt x="1" y="5687"/>
                    <a:pt x="336" y="6226"/>
                    <a:pt x="795" y="6226"/>
                  </a:cubicBezTo>
                  <a:cubicBezTo>
                    <a:pt x="852" y="6226"/>
                    <a:pt x="911" y="6218"/>
                    <a:pt x="971" y="6200"/>
                  </a:cubicBezTo>
                  <a:cubicBezTo>
                    <a:pt x="1921" y="5901"/>
                    <a:pt x="2762" y="5277"/>
                    <a:pt x="3304" y="4437"/>
                  </a:cubicBezTo>
                  <a:lnTo>
                    <a:pt x="3304" y="4437"/>
                  </a:lnTo>
                  <a:lnTo>
                    <a:pt x="3250" y="4952"/>
                  </a:lnTo>
                  <a:cubicBezTo>
                    <a:pt x="3185" y="5321"/>
                    <a:pt x="3502" y="5639"/>
                    <a:pt x="3854" y="5639"/>
                  </a:cubicBezTo>
                  <a:cubicBezTo>
                    <a:pt x="3942" y="5639"/>
                    <a:pt x="4031" y="5619"/>
                    <a:pt x="4118" y="5576"/>
                  </a:cubicBezTo>
                  <a:cubicBezTo>
                    <a:pt x="4253" y="5549"/>
                    <a:pt x="4362" y="5494"/>
                    <a:pt x="4470" y="5413"/>
                  </a:cubicBezTo>
                  <a:cubicBezTo>
                    <a:pt x="4877" y="5169"/>
                    <a:pt x="5176" y="4844"/>
                    <a:pt x="5447" y="4464"/>
                  </a:cubicBezTo>
                  <a:cubicBezTo>
                    <a:pt x="6016" y="3759"/>
                    <a:pt x="6477" y="2972"/>
                    <a:pt x="6830" y="2158"/>
                  </a:cubicBezTo>
                  <a:cubicBezTo>
                    <a:pt x="7047" y="1724"/>
                    <a:pt x="7698" y="612"/>
                    <a:pt x="7291" y="151"/>
                  </a:cubicBezTo>
                  <a:cubicBezTo>
                    <a:pt x="7196" y="43"/>
                    <a:pt x="7059" y="0"/>
                    <a:pt x="69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2" name="Google Shape;952;p33"/>
            <p:cNvSpPr/>
            <p:nvPr/>
          </p:nvSpPr>
          <p:spPr>
            <a:xfrm rot="8100000">
              <a:off x="7766952" y="3065969"/>
              <a:ext cx="64424" cy="84799"/>
            </a:xfrm>
            <a:custGeom>
              <a:avLst/>
              <a:gdLst/>
              <a:ahLst/>
              <a:cxnLst/>
              <a:rect l="l" t="t" r="r" b="b"/>
              <a:pathLst>
                <a:path w="2577" h="3392" fill="none" extrusionOk="0">
                  <a:moveTo>
                    <a:pt x="2577" y="1"/>
                  </a:moveTo>
                  <a:cubicBezTo>
                    <a:pt x="1790" y="1167"/>
                    <a:pt x="949" y="2333"/>
                    <a:pt x="0" y="3391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3" name="Google Shape;953;p33"/>
            <p:cNvSpPr/>
            <p:nvPr/>
          </p:nvSpPr>
          <p:spPr>
            <a:xfrm rot="8100000">
              <a:off x="7754882" y="3013957"/>
              <a:ext cx="125474" cy="112599"/>
            </a:xfrm>
            <a:custGeom>
              <a:avLst/>
              <a:gdLst/>
              <a:ahLst/>
              <a:cxnLst/>
              <a:rect l="l" t="t" r="r" b="b"/>
              <a:pathLst>
                <a:path w="5019" h="4504" fill="none" extrusionOk="0">
                  <a:moveTo>
                    <a:pt x="5018" y="1"/>
                  </a:moveTo>
                  <a:cubicBezTo>
                    <a:pt x="3445" y="1574"/>
                    <a:pt x="1763" y="3120"/>
                    <a:pt x="0" y="4503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4" name="Google Shape;954;p33"/>
            <p:cNvSpPr/>
            <p:nvPr/>
          </p:nvSpPr>
          <p:spPr>
            <a:xfrm rot="8100000">
              <a:off x="7776236" y="3047662"/>
              <a:ext cx="122099" cy="73949"/>
            </a:xfrm>
            <a:custGeom>
              <a:avLst/>
              <a:gdLst/>
              <a:ahLst/>
              <a:cxnLst/>
              <a:rect l="l" t="t" r="r" b="b"/>
              <a:pathLst>
                <a:path w="4884" h="2958" fill="none" extrusionOk="0">
                  <a:moveTo>
                    <a:pt x="4883" y="1"/>
                  </a:moveTo>
                  <a:cubicBezTo>
                    <a:pt x="3337" y="1167"/>
                    <a:pt x="1682" y="2143"/>
                    <a:pt x="1" y="2957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5" name="Google Shape;955;p33"/>
            <p:cNvSpPr/>
            <p:nvPr/>
          </p:nvSpPr>
          <p:spPr>
            <a:xfrm rot="8100000">
              <a:off x="7785113" y="3123972"/>
              <a:ext cx="251598" cy="474245"/>
            </a:xfrm>
            <a:custGeom>
              <a:avLst/>
              <a:gdLst/>
              <a:ahLst/>
              <a:cxnLst/>
              <a:rect l="l" t="t" r="r" b="b"/>
              <a:pathLst>
                <a:path w="10064" h="18970" extrusionOk="0">
                  <a:moveTo>
                    <a:pt x="8525" y="1"/>
                  </a:moveTo>
                  <a:cubicBezTo>
                    <a:pt x="7718" y="1"/>
                    <a:pt x="7084" y="720"/>
                    <a:pt x="6646" y="1390"/>
                  </a:cubicBezTo>
                  <a:cubicBezTo>
                    <a:pt x="4503" y="4564"/>
                    <a:pt x="2685" y="7981"/>
                    <a:pt x="1275" y="11507"/>
                  </a:cubicBezTo>
                  <a:cubicBezTo>
                    <a:pt x="570" y="13271"/>
                    <a:pt x="0" y="15278"/>
                    <a:pt x="814" y="16959"/>
                  </a:cubicBezTo>
                  <a:cubicBezTo>
                    <a:pt x="1356" y="18044"/>
                    <a:pt x="2441" y="18804"/>
                    <a:pt x="3635" y="18939"/>
                  </a:cubicBezTo>
                  <a:cubicBezTo>
                    <a:pt x="3812" y="18960"/>
                    <a:pt x="3982" y="18970"/>
                    <a:pt x="4143" y="18970"/>
                  </a:cubicBezTo>
                  <a:cubicBezTo>
                    <a:pt x="7194" y="18970"/>
                    <a:pt x="7518" y="15448"/>
                    <a:pt x="8110" y="13026"/>
                  </a:cubicBezTo>
                  <a:cubicBezTo>
                    <a:pt x="8924" y="9772"/>
                    <a:pt x="9521" y="6435"/>
                    <a:pt x="9928" y="3072"/>
                  </a:cubicBezTo>
                  <a:cubicBezTo>
                    <a:pt x="10009" y="2448"/>
                    <a:pt x="10063" y="1824"/>
                    <a:pt x="9900" y="1228"/>
                  </a:cubicBezTo>
                  <a:cubicBezTo>
                    <a:pt x="9738" y="658"/>
                    <a:pt x="9249" y="88"/>
                    <a:pt x="8653" y="7"/>
                  </a:cubicBezTo>
                  <a:cubicBezTo>
                    <a:pt x="8610" y="3"/>
                    <a:pt x="8567" y="1"/>
                    <a:pt x="8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6" name="Google Shape;956;p33"/>
            <p:cNvSpPr/>
            <p:nvPr/>
          </p:nvSpPr>
          <p:spPr>
            <a:xfrm rot="8100000">
              <a:off x="7764528" y="3274131"/>
              <a:ext cx="20375" cy="4100"/>
            </a:xfrm>
            <a:custGeom>
              <a:avLst/>
              <a:gdLst/>
              <a:ahLst/>
              <a:cxnLst/>
              <a:rect l="l" t="t" r="r" b="b"/>
              <a:pathLst>
                <a:path w="815" h="164" fill="none" extrusionOk="0">
                  <a:moveTo>
                    <a:pt x="815" y="82"/>
                  </a:moveTo>
                  <a:cubicBezTo>
                    <a:pt x="543" y="163"/>
                    <a:pt x="272" y="136"/>
                    <a:pt x="1" y="0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7" name="Google Shape;957;p33"/>
            <p:cNvSpPr/>
            <p:nvPr/>
          </p:nvSpPr>
          <p:spPr>
            <a:xfrm rot="8100000">
              <a:off x="7795911" y="3222407"/>
              <a:ext cx="82749" cy="33250"/>
            </a:xfrm>
            <a:custGeom>
              <a:avLst/>
              <a:gdLst/>
              <a:ahLst/>
              <a:cxnLst/>
              <a:rect l="l" t="t" r="r" b="b"/>
              <a:pathLst>
                <a:path w="3310" h="1330" fill="none" extrusionOk="0">
                  <a:moveTo>
                    <a:pt x="3309" y="1330"/>
                  </a:moveTo>
                  <a:cubicBezTo>
                    <a:pt x="2116" y="1167"/>
                    <a:pt x="977" y="679"/>
                    <a:pt x="0" y="0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8" name="Google Shape;958;p33"/>
            <p:cNvSpPr/>
            <p:nvPr/>
          </p:nvSpPr>
          <p:spPr>
            <a:xfrm rot="8100000">
              <a:off x="7768916" y="3201984"/>
              <a:ext cx="73949" cy="23750"/>
            </a:xfrm>
            <a:custGeom>
              <a:avLst/>
              <a:gdLst/>
              <a:ahLst/>
              <a:cxnLst/>
              <a:rect l="l" t="t" r="r" b="b"/>
              <a:pathLst>
                <a:path w="2958" h="950" fill="none" extrusionOk="0">
                  <a:moveTo>
                    <a:pt x="2957" y="787"/>
                  </a:moveTo>
                  <a:cubicBezTo>
                    <a:pt x="1954" y="950"/>
                    <a:pt x="815" y="652"/>
                    <a:pt x="1" y="1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9" name="Google Shape;959;p33"/>
            <p:cNvSpPr/>
            <p:nvPr/>
          </p:nvSpPr>
          <p:spPr>
            <a:xfrm rot="8100000">
              <a:off x="7858424" y="3183286"/>
              <a:ext cx="17650" cy="12250"/>
            </a:xfrm>
            <a:custGeom>
              <a:avLst/>
              <a:gdLst/>
              <a:ahLst/>
              <a:cxnLst/>
              <a:rect l="l" t="t" r="r" b="b"/>
              <a:pathLst>
                <a:path w="706" h="490" fill="none" extrusionOk="0">
                  <a:moveTo>
                    <a:pt x="705" y="489"/>
                  </a:moveTo>
                  <a:cubicBezTo>
                    <a:pt x="461" y="326"/>
                    <a:pt x="217" y="191"/>
                    <a:pt x="0" y="1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0" name="Google Shape;960;p33"/>
            <p:cNvSpPr/>
            <p:nvPr/>
          </p:nvSpPr>
          <p:spPr>
            <a:xfrm rot="8100000">
              <a:off x="7795686" y="3288780"/>
              <a:ext cx="43425" cy="12225"/>
            </a:xfrm>
            <a:custGeom>
              <a:avLst/>
              <a:gdLst/>
              <a:ahLst/>
              <a:cxnLst/>
              <a:rect l="l" t="t" r="r" b="b"/>
              <a:pathLst>
                <a:path w="1737" h="489" fill="none" extrusionOk="0">
                  <a:moveTo>
                    <a:pt x="1737" y="489"/>
                  </a:moveTo>
                  <a:cubicBezTo>
                    <a:pt x="1140" y="435"/>
                    <a:pt x="543" y="272"/>
                    <a:pt x="1" y="1"/>
                  </a:cubicBezTo>
                </a:path>
              </a:pathLst>
            </a:custGeom>
            <a:solidFill>
              <a:schemeClr val="dk1"/>
            </a:solidFill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1" name="Google Shape;961;p33"/>
            <p:cNvSpPr/>
            <p:nvPr/>
          </p:nvSpPr>
          <p:spPr>
            <a:xfrm rot="8100000">
              <a:off x="7862301" y="3246119"/>
              <a:ext cx="50200" cy="28500"/>
            </a:xfrm>
            <a:custGeom>
              <a:avLst/>
              <a:gdLst/>
              <a:ahLst/>
              <a:cxnLst/>
              <a:rect l="l" t="t" r="r" b="b"/>
              <a:pathLst>
                <a:path w="2008" h="1140" fill="none" extrusionOk="0">
                  <a:moveTo>
                    <a:pt x="2008" y="1140"/>
                  </a:moveTo>
                  <a:cubicBezTo>
                    <a:pt x="1248" y="977"/>
                    <a:pt x="516" y="570"/>
                    <a:pt x="1" y="1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2" name="Google Shape;962;p33"/>
            <p:cNvSpPr/>
            <p:nvPr/>
          </p:nvSpPr>
          <p:spPr>
            <a:xfrm rot="8100000">
              <a:off x="7810264" y="3339483"/>
              <a:ext cx="30550" cy="4775"/>
            </a:xfrm>
            <a:custGeom>
              <a:avLst/>
              <a:gdLst/>
              <a:ahLst/>
              <a:cxnLst/>
              <a:rect l="l" t="t" r="r" b="b"/>
              <a:pathLst>
                <a:path w="1222" h="191" fill="none" extrusionOk="0">
                  <a:moveTo>
                    <a:pt x="1221" y="55"/>
                  </a:moveTo>
                  <a:cubicBezTo>
                    <a:pt x="815" y="190"/>
                    <a:pt x="381" y="136"/>
                    <a:pt x="1" y="0"/>
                  </a:cubicBezTo>
                </a:path>
              </a:pathLst>
            </a:custGeom>
            <a:solidFill>
              <a:schemeClr val="dk1"/>
            </a:solidFill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3" name="Google Shape;963;p33"/>
            <p:cNvSpPr/>
            <p:nvPr/>
          </p:nvSpPr>
          <p:spPr>
            <a:xfrm rot="8100000">
              <a:off x="7882069" y="3295242"/>
              <a:ext cx="54274" cy="23750"/>
            </a:xfrm>
            <a:custGeom>
              <a:avLst/>
              <a:gdLst/>
              <a:ahLst/>
              <a:cxnLst/>
              <a:rect l="l" t="t" r="r" b="b"/>
              <a:pathLst>
                <a:path w="2171" h="950" fill="none" extrusionOk="0">
                  <a:moveTo>
                    <a:pt x="2170" y="950"/>
                  </a:moveTo>
                  <a:cubicBezTo>
                    <a:pt x="1492" y="787"/>
                    <a:pt x="814" y="543"/>
                    <a:pt x="217" y="217"/>
                  </a:cubicBezTo>
                  <a:lnTo>
                    <a:pt x="0" y="0"/>
                  </a:ln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4" name="Google Shape;964;p33"/>
            <p:cNvSpPr/>
            <p:nvPr/>
          </p:nvSpPr>
          <p:spPr>
            <a:xfrm rot="8100000">
              <a:off x="7862655" y="3289188"/>
              <a:ext cx="23100" cy="6125"/>
            </a:xfrm>
            <a:custGeom>
              <a:avLst/>
              <a:gdLst/>
              <a:ahLst/>
              <a:cxnLst/>
              <a:rect l="l" t="t" r="r" b="b"/>
              <a:pathLst>
                <a:path w="924" h="245" fill="none" extrusionOk="0">
                  <a:moveTo>
                    <a:pt x="923" y="244"/>
                  </a:moveTo>
                  <a:cubicBezTo>
                    <a:pt x="598" y="244"/>
                    <a:pt x="272" y="190"/>
                    <a:pt x="1" y="0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5" name="Google Shape;965;p33"/>
            <p:cNvSpPr/>
            <p:nvPr/>
          </p:nvSpPr>
          <p:spPr>
            <a:xfrm rot="8100000">
              <a:off x="7848546" y="3381193"/>
              <a:ext cx="27825" cy="4775"/>
            </a:xfrm>
            <a:custGeom>
              <a:avLst/>
              <a:gdLst/>
              <a:ahLst/>
              <a:cxnLst/>
              <a:rect l="l" t="t" r="r" b="b"/>
              <a:pathLst>
                <a:path w="1113" h="191" fill="none" extrusionOk="0">
                  <a:moveTo>
                    <a:pt x="1113" y="190"/>
                  </a:moveTo>
                  <a:cubicBezTo>
                    <a:pt x="733" y="190"/>
                    <a:pt x="326" y="136"/>
                    <a:pt x="1" y="0"/>
                  </a:cubicBezTo>
                </a:path>
              </a:pathLst>
            </a:custGeom>
            <a:solidFill>
              <a:schemeClr val="dk1"/>
            </a:solidFill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6" name="Google Shape;966;p33"/>
            <p:cNvSpPr/>
            <p:nvPr/>
          </p:nvSpPr>
          <p:spPr>
            <a:xfrm rot="8100000">
              <a:off x="7898685" y="3338977"/>
              <a:ext cx="48850" cy="19700"/>
            </a:xfrm>
            <a:custGeom>
              <a:avLst/>
              <a:gdLst/>
              <a:ahLst/>
              <a:cxnLst/>
              <a:rect l="l" t="t" r="r" b="b"/>
              <a:pathLst>
                <a:path w="1954" h="788" fill="none" extrusionOk="0">
                  <a:moveTo>
                    <a:pt x="1953" y="787"/>
                  </a:moveTo>
                  <a:cubicBezTo>
                    <a:pt x="1275" y="651"/>
                    <a:pt x="597" y="380"/>
                    <a:pt x="1" y="0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7" name="Google Shape;967;p33"/>
            <p:cNvSpPr/>
            <p:nvPr/>
          </p:nvSpPr>
          <p:spPr>
            <a:xfrm rot="8100000">
              <a:off x="7848541" y="3390764"/>
              <a:ext cx="94974" cy="23075"/>
            </a:xfrm>
            <a:custGeom>
              <a:avLst/>
              <a:gdLst/>
              <a:ahLst/>
              <a:cxnLst/>
              <a:rect l="l" t="t" r="r" b="b"/>
              <a:pathLst>
                <a:path w="3799" h="923" fill="none" extrusionOk="0">
                  <a:moveTo>
                    <a:pt x="3798" y="896"/>
                  </a:moveTo>
                  <a:cubicBezTo>
                    <a:pt x="2469" y="923"/>
                    <a:pt x="1167" y="625"/>
                    <a:pt x="1" y="1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8" name="Google Shape;968;p33"/>
            <p:cNvSpPr/>
            <p:nvPr/>
          </p:nvSpPr>
          <p:spPr>
            <a:xfrm rot="8100000">
              <a:off x="7951414" y="3369336"/>
              <a:ext cx="16275" cy="8850"/>
            </a:xfrm>
            <a:custGeom>
              <a:avLst/>
              <a:gdLst/>
              <a:ahLst/>
              <a:cxnLst/>
              <a:rect l="l" t="t" r="r" b="b"/>
              <a:pathLst>
                <a:path w="651" h="354" fill="none" extrusionOk="0">
                  <a:moveTo>
                    <a:pt x="651" y="353"/>
                  </a:moveTo>
                  <a:cubicBezTo>
                    <a:pt x="407" y="353"/>
                    <a:pt x="136" y="218"/>
                    <a:pt x="0" y="1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9" name="Google Shape;969;p33"/>
            <p:cNvSpPr/>
            <p:nvPr/>
          </p:nvSpPr>
          <p:spPr>
            <a:xfrm rot="8100000">
              <a:off x="7906761" y="3419652"/>
              <a:ext cx="18325" cy="4100"/>
            </a:xfrm>
            <a:custGeom>
              <a:avLst/>
              <a:gdLst/>
              <a:ahLst/>
              <a:cxnLst/>
              <a:rect l="l" t="t" r="r" b="b"/>
              <a:pathLst>
                <a:path w="733" h="164" fill="none" extrusionOk="0">
                  <a:moveTo>
                    <a:pt x="733" y="136"/>
                  </a:moveTo>
                  <a:cubicBezTo>
                    <a:pt x="516" y="163"/>
                    <a:pt x="245" y="109"/>
                    <a:pt x="1" y="0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0" name="Google Shape;970;p33"/>
            <p:cNvSpPr/>
            <p:nvPr/>
          </p:nvSpPr>
          <p:spPr>
            <a:xfrm rot="8100000">
              <a:off x="7947726" y="3392274"/>
              <a:ext cx="33250" cy="17650"/>
            </a:xfrm>
            <a:custGeom>
              <a:avLst/>
              <a:gdLst/>
              <a:ahLst/>
              <a:cxnLst/>
              <a:rect l="l" t="t" r="r" b="b"/>
              <a:pathLst>
                <a:path w="1330" h="706" fill="none" extrusionOk="0">
                  <a:moveTo>
                    <a:pt x="1329" y="706"/>
                  </a:moveTo>
                  <a:cubicBezTo>
                    <a:pt x="868" y="543"/>
                    <a:pt x="407" y="299"/>
                    <a:pt x="0" y="1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1" name="Google Shape;971;p33"/>
            <p:cNvSpPr/>
            <p:nvPr/>
          </p:nvSpPr>
          <p:spPr>
            <a:xfrm rot="8100000">
              <a:off x="7894943" y="3436619"/>
              <a:ext cx="87499" cy="29175"/>
            </a:xfrm>
            <a:custGeom>
              <a:avLst/>
              <a:gdLst/>
              <a:ahLst/>
              <a:cxnLst/>
              <a:rect l="l" t="t" r="r" b="b"/>
              <a:pathLst>
                <a:path w="3500" h="1167" fill="none" extrusionOk="0">
                  <a:moveTo>
                    <a:pt x="3499" y="1167"/>
                  </a:moveTo>
                  <a:cubicBezTo>
                    <a:pt x="2279" y="1031"/>
                    <a:pt x="1085" y="624"/>
                    <a:pt x="0" y="0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2" name="Google Shape;972;p33"/>
            <p:cNvSpPr/>
            <p:nvPr/>
          </p:nvSpPr>
          <p:spPr>
            <a:xfrm rot="8100000">
              <a:off x="7926582" y="3475727"/>
              <a:ext cx="71224" cy="30525"/>
            </a:xfrm>
            <a:custGeom>
              <a:avLst/>
              <a:gdLst/>
              <a:ahLst/>
              <a:cxnLst/>
              <a:rect l="l" t="t" r="r" b="b"/>
              <a:pathLst>
                <a:path w="2849" h="1221" fill="none" extrusionOk="0">
                  <a:moveTo>
                    <a:pt x="2849" y="1221"/>
                  </a:moveTo>
                  <a:cubicBezTo>
                    <a:pt x="1791" y="1085"/>
                    <a:pt x="815" y="651"/>
                    <a:pt x="1" y="0"/>
                  </a:cubicBezTo>
                </a:path>
              </a:pathLst>
            </a:custGeom>
            <a:noFill/>
            <a:ln w="8125" cap="rnd" cmpd="sng">
              <a:solidFill>
                <a:srgbClr val="21300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3" name="Google Shape;973;p33"/>
            <p:cNvSpPr/>
            <p:nvPr/>
          </p:nvSpPr>
          <p:spPr>
            <a:xfrm rot="8100000">
              <a:off x="7955575" y="3513347"/>
              <a:ext cx="23775" cy="6125"/>
            </a:xfrm>
            <a:custGeom>
              <a:avLst/>
              <a:gdLst/>
              <a:ahLst/>
              <a:cxnLst/>
              <a:rect l="l" t="t" r="r" b="b"/>
              <a:pathLst>
                <a:path w="951" h="245" fill="none" extrusionOk="0">
                  <a:moveTo>
                    <a:pt x="950" y="244"/>
                  </a:moveTo>
                  <a:cubicBezTo>
                    <a:pt x="625" y="244"/>
                    <a:pt x="272" y="163"/>
                    <a:pt x="1" y="0"/>
                  </a:cubicBezTo>
                </a:path>
              </a:pathLst>
            </a:custGeom>
            <a:noFill/>
            <a:ln w="8125" cap="rnd" cmpd="sng">
              <a:solidFill>
                <a:srgbClr val="21300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4" name="Google Shape;974;p33"/>
            <p:cNvSpPr/>
            <p:nvPr/>
          </p:nvSpPr>
          <p:spPr>
            <a:xfrm rot="8100000">
              <a:off x="7987029" y="3498757"/>
              <a:ext cx="16975" cy="10875"/>
            </a:xfrm>
            <a:custGeom>
              <a:avLst/>
              <a:gdLst/>
              <a:ahLst/>
              <a:cxnLst/>
              <a:rect l="l" t="t" r="r" b="b"/>
              <a:pathLst>
                <a:path w="679" h="435" fill="none" extrusionOk="0">
                  <a:moveTo>
                    <a:pt x="678" y="435"/>
                  </a:moveTo>
                  <a:cubicBezTo>
                    <a:pt x="407" y="326"/>
                    <a:pt x="163" y="218"/>
                    <a:pt x="0" y="1"/>
                  </a:cubicBezTo>
                </a:path>
              </a:pathLst>
            </a:custGeom>
            <a:noFill/>
            <a:ln w="8125" cap="rnd" cmpd="sng">
              <a:solidFill>
                <a:srgbClr val="21300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5" name="Google Shape;975;p33"/>
            <p:cNvSpPr/>
            <p:nvPr/>
          </p:nvSpPr>
          <p:spPr>
            <a:xfrm rot="8100000">
              <a:off x="7961752" y="3529180"/>
              <a:ext cx="53599" cy="22400"/>
            </a:xfrm>
            <a:custGeom>
              <a:avLst/>
              <a:gdLst/>
              <a:ahLst/>
              <a:cxnLst/>
              <a:rect l="l" t="t" r="r" b="b"/>
              <a:pathLst>
                <a:path w="2144" h="896" fill="none" extrusionOk="0">
                  <a:moveTo>
                    <a:pt x="2143" y="895"/>
                  </a:moveTo>
                  <a:cubicBezTo>
                    <a:pt x="1357" y="787"/>
                    <a:pt x="624" y="488"/>
                    <a:pt x="0" y="0"/>
                  </a:cubicBezTo>
                </a:path>
              </a:pathLst>
            </a:custGeom>
            <a:noFill/>
            <a:ln w="8125" cap="rnd" cmpd="sng">
              <a:solidFill>
                <a:srgbClr val="21300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6" name="Google Shape;976;p33"/>
            <p:cNvSpPr/>
            <p:nvPr/>
          </p:nvSpPr>
          <p:spPr>
            <a:xfrm rot="8100000">
              <a:off x="7788744" y="3235113"/>
              <a:ext cx="72599" cy="195273"/>
            </a:xfrm>
            <a:custGeom>
              <a:avLst/>
              <a:gdLst/>
              <a:ahLst/>
              <a:cxnLst/>
              <a:rect l="l" t="t" r="r" b="b"/>
              <a:pathLst>
                <a:path w="2904" h="7811" extrusionOk="0">
                  <a:moveTo>
                    <a:pt x="2276" y="0"/>
                  </a:moveTo>
                  <a:cubicBezTo>
                    <a:pt x="2071" y="0"/>
                    <a:pt x="1875" y="118"/>
                    <a:pt x="1737" y="256"/>
                  </a:cubicBezTo>
                  <a:cubicBezTo>
                    <a:pt x="1574" y="446"/>
                    <a:pt x="1493" y="690"/>
                    <a:pt x="1439" y="907"/>
                  </a:cubicBezTo>
                  <a:cubicBezTo>
                    <a:pt x="1086" y="1938"/>
                    <a:pt x="815" y="3050"/>
                    <a:pt x="598" y="4081"/>
                  </a:cubicBezTo>
                  <a:cubicBezTo>
                    <a:pt x="489" y="4623"/>
                    <a:pt x="381" y="5166"/>
                    <a:pt x="272" y="5762"/>
                  </a:cubicBezTo>
                  <a:cubicBezTo>
                    <a:pt x="218" y="6224"/>
                    <a:pt x="1" y="6875"/>
                    <a:pt x="82" y="7336"/>
                  </a:cubicBezTo>
                  <a:cubicBezTo>
                    <a:pt x="109" y="7675"/>
                    <a:pt x="340" y="7810"/>
                    <a:pt x="604" y="7810"/>
                  </a:cubicBezTo>
                  <a:cubicBezTo>
                    <a:pt x="869" y="7810"/>
                    <a:pt x="1167" y="7675"/>
                    <a:pt x="1330" y="7471"/>
                  </a:cubicBezTo>
                  <a:cubicBezTo>
                    <a:pt x="1601" y="7173"/>
                    <a:pt x="1710" y="6603"/>
                    <a:pt x="1845" y="6224"/>
                  </a:cubicBezTo>
                  <a:cubicBezTo>
                    <a:pt x="2008" y="5708"/>
                    <a:pt x="2144" y="5220"/>
                    <a:pt x="2279" y="4678"/>
                  </a:cubicBezTo>
                  <a:cubicBezTo>
                    <a:pt x="2551" y="3538"/>
                    <a:pt x="2768" y="2372"/>
                    <a:pt x="2849" y="1179"/>
                  </a:cubicBezTo>
                  <a:cubicBezTo>
                    <a:pt x="2903" y="934"/>
                    <a:pt x="2903" y="717"/>
                    <a:pt x="2822" y="500"/>
                  </a:cubicBezTo>
                  <a:cubicBezTo>
                    <a:pt x="2768" y="283"/>
                    <a:pt x="2632" y="94"/>
                    <a:pt x="2388" y="12"/>
                  </a:cubicBezTo>
                  <a:cubicBezTo>
                    <a:pt x="2351" y="4"/>
                    <a:pt x="2313" y="0"/>
                    <a:pt x="2276" y="0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7" name="Google Shape;977;p33"/>
            <p:cNvSpPr/>
            <p:nvPr/>
          </p:nvSpPr>
          <p:spPr>
            <a:xfrm rot="8100000">
              <a:off x="8027736" y="2859073"/>
              <a:ext cx="667269" cy="574869"/>
            </a:xfrm>
            <a:custGeom>
              <a:avLst/>
              <a:gdLst/>
              <a:ahLst/>
              <a:cxnLst/>
              <a:rect l="l" t="t" r="r" b="b"/>
              <a:pathLst>
                <a:path w="26691" h="22995" extrusionOk="0">
                  <a:moveTo>
                    <a:pt x="7607" y="0"/>
                  </a:moveTo>
                  <a:cubicBezTo>
                    <a:pt x="6548" y="0"/>
                    <a:pt x="5507" y="126"/>
                    <a:pt x="4530" y="554"/>
                  </a:cubicBezTo>
                  <a:cubicBezTo>
                    <a:pt x="3011" y="1232"/>
                    <a:pt x="1790" y="2832"/>
                    <a:pt x="2035" y="4460"/>
                  </a:cubicBezTo>
                  <a:cubicBezTo>
                    <a:pt x="597" y="5924"/>
                    <a:pt x="0" y="8121"/>
                    <a:pt x="461" y="10101"/>
                  </a:cubicBezTo>
                  <a:cubicBezTo>
                    <a:pt x="977" y="12054"/>
                    <a:pt x="2523" y="13763"/>
                    <a:pt x="4503" y="14333"/>
                  </a:cubicBezTo>
                  <a:cubicBezTo>
                    <a:pt x="3228" y="14604"/>
                    <a:pt x="2224" y="15879"/>
                    <a:pt x="2306" y="17181"/>
                  </a:cubicBezTo>
                  <a:cubicBezTo>
                    <a:pt x="2360" y="18456"/>
                    <a:pt x="3445" y="19649"/>
                    <a:pt x="4774" y="19785"/>
                  </a:cubicBezTo>
                  <a:cubicBezTo>
                    <a:pt x="4232" y="20571"/>
                    <a:pt x="4611" y="21683"/>
                    <a:pt x="5344" y="22253"/>
                  </a:cubicBezTo>
                  <a:cubicBezTo>
                    <a:pt x="6103" y="22850"/>
                    <a:pt x="7080" y="22931"/>
                    <a:pt x="8029" y="22985"/>
                  </a:cubicBezTo>
                  <a:cubicBezTo>
                    <a:pt x="8219" y="22991"/>
                    <a:pt x="8408" y="22995"/>
                    <a:pt x="8598" y="22995"/>
                  </a:cubicBezTo>
                  <a:cubicBezTo>
                    <a:pt x="15050" y="22995"/>
                    <a:pt x="21389" y="19432"/>
                    <a:pt x="24683" y="13899"/>
                  </a:cubicBezTo>
                  <a:cubicBezTo>
                    <a:pt x="25659" y="12271"/>
                    <a:pt x="26338" y="10101"/>
                    <a:pt x="25334" y="8501"/>
                  </a:cubicBezTo>
                  <a:lnTo>
                    <a:pt x="25334" y="8501"/>
                  </a:lnTo>
                  <a:lnTo>
                    <a:pt x="26690" y="10020"/>
                  </a:lnTo>
                  <a:cubicBezTo>
                    <a:pt x="25388" y="6765"/>
                    <a:pt x="22649" y="4216"/>
                    <a:pt x="19557" y="2670"/>
                  </a:cubicBezTo>
                  <a:cubicBezTo>
                    <a:pt x="16437" y="1096"/>
                    <a:pt x="12938" y="418"/>
                    <a:pt x="9467" y="93"/>
                  </a:cubicBezTo>
                  <a:cubicBezTo>
                    <a:pt x="8847" y="43"/>
                    <a:pt x="8224" y="0"/>
                    <a:pt x="76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8" name="Google Shape;978;p33"/>
            <p:cNvSpPr/>
            <p:nvPr/>
          </p:nvSpPr>
          <p:spPr>
            <a:xfrm rot="8100000">
              <a:off x="8324140" y="3181942"/>
              <a:ext cx="423821" cy="104899"/>
            </a:xfrm>
            <a:custGeom>
              <a:avLst/>
              <a:gdLst/>
              <a:ahLst/>
              <a:cxnLst/>
              <a:rect l="l" t="t" r="r" b="b"/>
              <a:pathLst>
                <a:path w="16953" h="4196" extrusionOk="0">
                  <a:moveTo>
                    <a:pt x="2562" y="0"/>
                  </a:moveTo>
                  <a:cubicBezTo>
                    <a:pt x="1762" y="0"/>
                    <a:pt x="982" y="51"/>
                    <a:pt x="217" y="154"/>
                  </a:cubicBezTo>
                  <a:cubicBezTo>
                    <a:pt x="163" y="263"/>
                    <a:pt x="55" y="398"/>
                    <a:pt x="0" y="480"/>
                  </a:cubicBezTo>
                  <a:cubicBezTo>
                    <a:pt x="794" y="363"/>
                    <a:pt x="1615" y="306"/>
                    <a:pt x="2463" y="306"/>
                  </a:cubicBezTo>
                  <a:cubicBezTo>
                    <a:pt x="3994" y="306"/>
                    <a:pt x="5614" y="493"/>
                    <a:pt x="7324" y="859"/>
                  </a:cubicBezTo>
                  <a:cubicBezTo>
                    <a:pt x="10552" y="1564"/>
                    <a:pt x="13671" y="2894"/>
                    <a:pt x="16709" y="4195"/>
                  </a:cubicBezTo>
                  <a:cubicBezTo>
                    <a:pt x="16817" y="4195"/>
                    <a:pt x="16899" y="4141"/>
                    <a:pt x="16953" y="4087"/>
                  </a:cubicBezTo>
                  <a:lnTo>
                    <a:pt x="16953" y="4060"/>
                  </a:lnTo>
                  <a:cubicBezTo>
                    <a:pt x="16953" y="3979"/>
                    <a:pt x="16899" y="3924"/>
                    <a:pt x="16844" y="3870"/>
                  </a:cubicBezTo>
                  <a:cubicBezTo>
                    <a:pt x="13834" y="2595"/>
                    <a:pt x="10660" y="1266"/>
                    <a:pt x="7378" y="561"/>
                  </a:cubicBezTo>
                  <a:cubicBezTo>
                    <a:pt x="5687" y="187"/>
                    <a:pt x="40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9" name="Google Shape;979;p33"/>
            <p:cNvSpPr/>
            <p:nvPr/>
          </p:nvSpPr>
          <p:spPr>
            <a:xfrm rot="8100000">
              <a:off x="7980921" y="2910830"/>
              <a:ext cx="640144" cy="335222"/>
            </a:xfrm>
            <a:custGeom>
              <a:avLst/>
              <a:gdLst/>
              <a:ahLst/>
              <a:cxnLst/>
              <a:rect l="l" t="t" r="r" b="b"/>
              <a:pathLst>
                <a:path w="25606" h="13409" extrusionOk="0">
                  <a:moveTo>
                    <a:pt x="2055" y="1"/>
                  </a:moveTo>
                  <a:cubicBezTo>
                    <a:pt x="1371" y="1"/>
                    <a:pt x="679" y="7"/>
                    <a:pt x="1" y="21"/>
                  </a:cubicBezTo>
                  <a:lnTo>
                    <a:pt x="1" y="374"/>
                  </a:lnTo>
                  <a:cubicBezTo>
                    <a:pt x="679" y="360"/>
                    <a:pt x="1371" y="353"/>
                    <a:pt x="2055" y="353"/>
                  </a:cubicBezTo>
                  <a:cubicBezTo>
                    <a:pt x="2740" y="353"/>
                    <a:pt x="3418" y="360"/>
                    <a:pt x="4069" y="374"/>
                  </a:cubicBezTo>
                  <a:cubicBezTo>
                    <a:pt x="8246" y="428"/>
                    <a:pt x="12532" y="509"/>
                    <a:pt x="16736" y="1052"/>
                  </a:cubicBezTo>
                  <a:cubicBezTo>
                    <a:pt x="19259" y="1377"/>
                    <a:pt x="21808" y="1892"/>
                    <a:pt x="24277" y="2571"/>
                  </a:cubicBezTo>
                  <a:cubicBezTo>
                    <a:pt x="24250" y="2598"/>
                    <a:pt x="24195" y="2598"/>
                    <a:pt x="24141" y="2652"/>
                  </a:cubicBezTo>
                  <a:lnTo>
                    <a:pt x="15299" y="2408"/>
                  </a:lnTo>
                  <a:cubicBezTo>
                    <a:pt x="13458" y="2356"/>
                    <a:pt x="11589" y="2304"/>
                    <a:pt x="9710" y="2304"/>
                  </a:cubicBezTo>
                  <a:cubicBezTo>
                    <a:pt x="6690" y="2304"/>
                    <a:pt x="3645" y="2438"/>
                    <a:pt x="652" y="2923"/>
                  </a:cubicBezTo>
                  <a:cubicBezTo>
                    <a:pt x="733" y="3005"/>
                    <a:pt x="760" y="3113"/>
                    <a:pt x="815" y="3222"/>
                  </a:cubicBezTo>
                  <a:cubicBezTo>
                    <a:pt x="3809" y="2765"/>
                    <a:pt x="6846" y="2635"/>
                    <a:pt x="9865" y="2635"/>
                  </a:cubicBezTo>
                  <a:cubicBezTo>
                    <a:pt x="11687" y="2635"/>
                    <a:pt x="13502" y="2682"/>
                    <a:pt x="15299" y="2733"/>
                  </a:cubicBezTo>
                  <a:lnTo>
                    <a:pt x="23409" y="2950"/>
                  </a:lnTo>
                  <a:cubicBezTo>
                    <a:pt x="18392" y="4871"/>
                    <a:pt x="13074" y="5852"/>
                    <a:pt x="7730" y="5852"/>
                  </a:cubicBezTo>
                  <a:cubicBezTo>
                    <a:pt x="6284" y="5852"/>
                    <a:pt x="4836" y="5780"/>
                    <a:pt x="3391" y="5636"/>
                  </a:cubicBezTo>
                  <a:lnTo>
                    <a:pt x="3391" y="5636"/>
                  </a:lnTo>
                  <a:cubicBezTo>
                    <a:pt x="3663" y="5771"/>
                    <a:pt x="3934" y="5853"/>
                    <a:pt x="4205" y="5961"/>
                  </a:cubicBezTo>
                  <a:cubicBezTo>
                    <a:pt x="4151" y="5961"/>
                    <a:pt x="4124" y="5988"/>
                    <a:pt x="4042" y="6042"/>
                  </a:cubicBezTo>
                  <a:cubicBezTo>
                    <a:pt x="5283" y="6151"/>
                    <a:pt x="6526" y="6205"/>
                    <a:pt x="7769" y="6205"/>
                  </a:cubicBezTo>
                  <a:cubicBezTo>
                    <a:pt x="13344" y="6205"/>
                    <a:pt x="18901" y="5122"/>
                    <a:pt x="24114" y="3059"/>
                  </a:cubicBezTo>
                  <a:lnTo>
                    <a:pt x="24114" y="3059"/>
                  </a:lnTo>
                  <a:cubicBezTo>
                    <a:pt x="21429" y="5419"/>
                    <a:pt x="17713" y="7073"/>
                    <a:pt x="13346" y="7833"/>
                  </a:cubicBezTo>
                  <a:cubicBezTo>
                    <a:pt x="10758" y="8283"/>
                    <a:pt x="8132" y="8396"/>
                    <a:pt x="5520" y="8396"/>
                  </a:cubicBezTo>
                  <a:cubicBezTo>
                    <a:pt x="4354" y="8396"/>
                    <a:pt x="3191" y="8373"/>
                    <a:pt x="2035" y="8348"/>
                  </a:cubicBezTo>
                  <a:lnTo>
                    <a:pt x="2035" y="8673"/>
                  </a:lnTo>
                  <a:cubicBezTo>
                    <a:pt x="3209" y="8707"/>
                    <a:pt x="4393" y="8733"/>
                    <a:pt x="5580" y="8733"/>
                  </a:cubicBezTo>
                  <a:cubicBezTo>
                    <a:pt x="8207" y="8733"/>
                    <a:pt x="10849" y="8606"/>
                    <a:pt x="13427" y="8158"/>
                  </a:cubicBezTo>
                  <a:cubicBezTo>
                    <a:pt x="17306" y="7480"/>
                    <a:pt x="20669" y="6124"/>
                    <a:pt x="23273" y="4198"/>
                  </a:cubicBezTo>
                  <a:lnTo>
                    <a:pt x="23273" y="4198"/>
                  </a:lnTo>
                  <a:cubicBezTo>
                    <a:pt x="20669" y="6612"/>
                    <a:pt x="17604" y="8104"/>
                    <a:pt x="15190" y="8945"/>
                  </a:cubicBezTo>
                  <a:cubicBezTo>
                    <a:pt x="11447" y="10301"/>
                    <a:pt x="7514" y="10925"/>
                    <a:pt x="3717" y="11250"/>
                  </a:cubicBezTo>
                  <a:cubicBezTo>
                    <a:pt x="3934" y="11359"/>
                    <a:pt x="4205" y="11467"/>
                    <a:pt x="4476" y="11494"/>
                  </a:cubicBezTo>
                  <a:lnTo>
                    <a:pt x="4476" y="11521"/>
                  </a:lnTo>
                  <a:cubicBezTo>
                    <a:pt x="8057" y="11142"/>
                    <a:pt x="11745" y="10545"/>
                    <a:pt x="15299" y="9243"/>
                  </a:cubicBezTo>
                  <a:cubicBezTo>
                    <a:pt x="17821" y="8348"/>
                    <a:pt x="21076" y="6775"/>
                    <a:pt x="23788" y="4144"/>
                  </a:cubicBezTo>
                  <a:lnTo>
                    <a:pt x="23788" y="4144"/>
                  </a:lnTo>
                  <a:cubicBezTo>
                    <a:pt x="23327" y="4740"/>
                    <a:pt x="22839" y="5310"/>
                    <a:pt x="22297" y="5907"/>
                  </a:cubicBezTo>
                  <a:cubicBezTo>
                    <a:pt x="17988" y="10420"/>
                    <a:pt x="11716" y="13067"/>
                    <a:pt x="5474" y="13067"/>
                  </a:cubicBezTo>
                  <a:cubicBezTo>
                    <a:pt x="5114" y="13067"/>
                    <a:pt x="4754" y="13058"/>
                    <a:pt x="4395" y="13040"/>
                  </a:cubicBezTo>
                  <a:lnTo>
                    <a:pt x="4395" y="13040"/>
                  </a:lnTo>
                  <a:cubicBezTo>
                    <a:pt x="4422" y="13149"/>
                    <a:pt x="4476" y="13284"/>
                    <a:pt x="4558" y="13393"/>
                  </a:cubicBezTo>
                  <a:cubicBezTo>
                    <a:pt x="4834" y="13403"/>
                    <a:pt x="5110" y="13408"/>
                    <a:pt x="5386" y="13408"/>
                  </a:cubicBezTo>
                  <a:cubicBezTo>
                    <a:pt x="11760" y="13408"/>
                    <a:pt x="18146" y="10725"/>
                    <a:pt x="22514" y="6124"/>
                  </a:cubicBezTo>
                  <a:cubicBezTo>
                    <a:pt x="23463" y="5147"/>
                    <a:pt x="24277" y="4144"/>
                    <a:pt x="24928" y="3086"/>
                  </a:cubicBezTo>
                  <a:lnTo>
                    <a:pt x="25307" y="3086"/>
                  </a:lnTo>
                  <a:cubicBezTo>
                    <a:pt x="25362" y="3086"/>
                    <a:pt x="25416" y="3059"/>
                    <a:pt x="25443" y="2977"/>
                  </a:cubicBezTo>
                  <a:lnTo>
                    <a:pt x="25470" y="2977"/>
                  </a:lnTo>
                  <a:cubicBezTo>
                    <a:pt x="25497" y="2869"/>
                    <a:pt x="25497" y="2788"/>
                    <a:pt x="25551" y="2679"/>
                  </a:cubicBezTo>
                  <a:cubicBezTo>
                    <a:pt x="25443" y="2652"/>
                    <a:pt x="25334" y="2598"/>
                    <a:pt x="25280" y="2571"/>
                  </a:cubicBezTo>
                  <a:cubicBezTo>
                    <a:pt x="25362" y="2435"/>
                    <a:pt x="25470" y="2299"/>
                    <a:pt x="25606" y="2164"/>
                  </a:cubicBezTo>
                  <a:cubicBezTo>
                    <a:pt x="25606" y="1892"/>
                    <a:pt x="25606" y="1648"/>
                    <a:pt x="25551" y="1431"/>
                  </a:cubicBezTo>
                  <a:cubicBezTo>
                    <a:pt x="25307" y="1621"/>
                    <a:pt x="25145" y="1974"/>
                    <a:pt x="24928" y="2299"/>
                  </a:cubicBezTo>
                  <a:cubicBezTo>
                    <a:pt x="24928" y="2326"/>
                    <a:pt x="24901" y="2326"/>
                    <a:pt x="24901" y="2381"/>
                  </a:cubicBezTo>
                  <a:lnTo>
                    <a:pt x="24765" y="2381"/>
                  </a:lnTo>
                  <a:cubicBezTo>
                    <a:pt x="22161" y="1621"/>
                    <a:pt x="19449" y="1079"/>
                    <a:pt x="16763" y="699"/>
                  </a:cubicBezTo>
                  <a:cubicBezTo>
                    <a:pt x="12559" y="157"/>
                    <a:pt x="8246" y="102"/>
                    <a:pt x="4069" y="21"/>
                  </a:cubicBezTo>
                  <a:cubicBezTo>
                    <a:pt x="3418" y="7"/>
                    <a:pt x="2740" y="1"/>
                    <a:pt x="20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0" name="Google Shape;980;p33"/>
            <p:cNvSpPr/>
            <p:nvPr/>
          </p:nvSpPr>
          <p:spPr>
            <a:xfrm rot="8100000">
              <a:off x="8172212" y="3149987"/>
              <a:ext cx="564195" cy="104074"/>
            </a:xfrm>
            <a:custGeom>
              <a:avLst/>
              <a:gdLst/>
              <a:ahLst/>
              <a:cxnLst/>
              <a:rect l="l" t="t" r="r" b="b"/>
              <a:pathLst>
                <a:path w="22568" h="4163" extrusionOk="0">
                  <a:moveTo>
                    <a:pt x="5276" y="1"/>
                  </a:moveTo>
                  <a:cubicBezTo>
                    <a:pt x="3576" y="1"/>
                    <a:pt x="1876" y="109"/>
                    <a:pt x="191" y="328"/>
                  </a:cubicBezTo>
                  <a:cubicBezTo>
                    <a:pt x="137" y="436"/>
                    <a:pt x="82" y="572"/>
                    <a:pt x="1" y="680"/>
                  </a:cubicBezTo>
                  <a:cubicBezTo>
                    <a:pt x="1781" y="432"/>
                    <a:pt x="3575" y="309"/>
                    <a:pt x="5367" y="309"/>
                  </a:cubicBezTo>
                  <a:cubicBezTo>
                    <a:pt x="11220" y="309"/>
                    <a:pt x="17056" y="1619"/>
                    <a:pt x="22351" y="4152"/>
                  </a:cubicBezTo>
                  <a:cubicBezTo>
                    <a:pt x="22373" y="4159"/>
                    <a:pt x="22395" y="4163"/>
                    <a:pt x="22416" y="4163"/>
                  </a:cubicBezTo>
                  <a:cubicBezTo>
                    <a:pt x="22474" y="4163"/>
                    <a:pt x="22528" y="4138"/>
                    <a:pt x="22568" y="4098"/>
                  </a:cubicBezTo>
                  <a:lnTo>
                    <a:pt x="22568" y="4071"/>
                  </a:lnTo>
                  <a:cubicBezTo>
                    <a:pt x="22568" y="3989"/>
                    <a:pt x="22514" y="3935"/>
                    <a:pt x="22459" y="3881"/>
                  </a:cubicBezTo>
                  <a:cubicBezTo>
                    <a:pt x="17109" y="1311"/>
                    <a:pt x="11187" y="1"/>
                    <a:pt x="52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1" name="Google Shape;981;p33"/>
            <p:cNvSpPr/>
            <p:nvPr/>
          </p:nvSpPr>
          <p:spPr>
            <a:xfrm rot="8100000">
              <a:off x="8163734" y="3403248"/>
              <a:ext cx="10875" cy="13150"/>
            </a:xfrm>
            <a:custGeom>
              <a:avLst/>
              <a:gdLst/>
              <a:ahLst/>
              <a:cxnLst/>
              <a:rect l="l" t="t" r="r" b="b"/>
              <a:pathLst>
                <a:path w="435" h="526" extrusionOk="0">
                  <a:moveTo>
                    <a:pt x="141" y="0"/>
                  </a:moveTo>
                  <a:cubicBezTo>
                    <a:pt x="87" y="0"/>
                    <a:pt x="20" y="31"/>
                    <a:pt x="0" y="92"/>
                  </a:cubicBezTo>
                  <a:lnTo>
                    <a:pt x="353" y="526"/>
                  </a:lnTo>
                  <a:lnTo>
                    <a:pt x="353" y="499"/>
                  </a:lnTo>
                  <a:cubicBezTo>
                    <a:pt x="434" y="417"/>
                    <a:pt x="407" y="363"/>
                    <a:pt x="326" y="336"/>
                  </a:cubicBezTo>
                  <a:cubicBezTo>
                    <a:pt x="298" y="282"/>
                    <a:pt x="271" y="282"/>
                    <a:pt x="271" y="282"/>
                  </a:cubicBezTo>
                  <a:cubicBezTo>
                    <a:pt x="271" y="255"/>
                    <a:pt x="298" y="255"/>
                    <a:pt x="298" y="227"/>
                  </a:cubicBezTo>
                  <a:lnTo>
                    <a:pt x="298" y="200"/>
                  </a:lnTo>
                  <a:cubicBezTo>
                    <a:pt x="298" y="119"/>
                    <a:pt x="271" y="65"/>
                    <a:pt x="190" y="10"/>
                  </a:cubicBezTo>
                  <a:cubicBezTo>
                    <a:pt x="176" y="4"/>
                    <a:pt x="159" y="0"/>
                    <a:pt x="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2" name="Google Shape;982;p33"/>
            <p:cNvSpPr/>
            <p:nvPr/>
          </p:nvSpPr>
          <p:spPr>
            <a:xfrm rot="8100000">
              <a:off x="8407994" y="2701790"/>
              <a:ext cx="221748" cy="574369"/>
            </a:xfrm>
            <a:custGeom>
              <a:avLst/>
              <a:gdLst/>
              <a:ahLst/>
              <a:cxnLst/>
              <a:rect l="l" t="t" r="r" b="b"/>
              <a:pathLst>
                <a:path w="8870" h="22975" extrusionOk="0">
                  <a:moveTo>
                    <a:pt x="6890" y="0"/>
                  </a:moveTo>
                  <a:lnTo>
                    <a:pt x="6890" y="0"/>
                  </a:lnTo>
                  <a:cubicBezTo>
                    <a:pt x="6076" y="82"/>
                    <a:pt x="5289" y="217"/>
                    <a:pt x="4584" y="543"/>
                  </a:cubicBezTo>
                  <a:cubicBezTo>
                    <a:pt x="3011" y="1221"/>
                    <a:pt x="1790" y="2821"/>
                    <a:pt x="2035" y="4449"/>
                  </a:cubicBezTo>
                  <a:cubicBezTo>
                    <a:pt x="597" y="5913"/>
                    <a:pt x="0" y="8110"/>
                    <a:pt x="461" y="10063"/>
                  </a:cubicBezTo>
                  <a:cubicBezTo>
                    <a:pt x="977" y="12043"/>
                    <a:pt x="2550" y="13752"/>
                    <a:pt x="4503" y="14322"/>
                  </a:cubicBezTo>
                  <a:cubicBezTo>
                    <a:pt x="3228" y="14593"/>
                    <a:pt x="2224" y="15868"/>
                    <a:pt x="2306" y="17170"/>
                  </a:cubicBezTo>
                  <a:cubicBezTo>
                    <a:pt x="2360" y="18445"/>
                    <a:pt x="3445" y="19638"/>
                    <a:pt x="4774" y="19774"/>
                  </a:cubicBezTo>
                  <a:cubicBezTo>
                    <a:pt x="4232" y="20560"/>
                    <a:pt x="4611" y="21672"/>
                    <a:pt x="5344" y="22242"/>
                  </a:cubicBezTo>
                  <a:cubicBezTo>
                    <a:pt x="6103" y="22839"/>
                    <a:pt x="7080" y="22920"/>
                    <a:pt x="8029" y="22974"/>
                  </a:cubicBezTo>
                  <a:lnTo>
                    <a:pt x="8870" y="22974"/>
                  </a:lnTo>
                  <a:cubicBezTo>
                    <a:pt x="8463" y="22757"/>
                    <a:pt x="8110" y="22513"/>
                    <a:pt x="7758" y="22242"/>
                  </a:cubicBezTo>
                  <a:cubicBezTo>
                    <a:pt x="6646" y="21293"/>
                    <a:pt x="6022" y="19557"/>
                    <a:pt x="6808" y="18309"/>
                  </a:cubicBezTo>
                  <a:cubicBezTo>
                    <a:pt x="5832" y="17821"/>
                    <a:pt x="5208" y="16627"/>
                    <a:pt x="5344" y="15542"/>
                  </a:cubicBezTo>
                  <a:cubicBezTo>
                    <a:pt x="5479" y="14430"/>
                    <a:pt x="6374" y="13427"/>
                    <a:pt x="7459" y="13210"/>
                  </a:cubicBezTo>
                  <a:cubicBezTo>
                    <a:pt x="6157" y="12938"/>
                    <a:pt x="4910" y="12315"/>
                    <a:pt x="3988" y="11338"/>
                  </a:cubicBezTo>
                  <a:cubicBezTo>
                    <a:pt x="3120" y="10362"/>
                    <a:pt x="2604" y="8951"/>
                    <a:pt x="2957" y="7676"/>
                  </a:cubicBezTo>
                  <a:cubicBezTo>
                    <a:pt x="3255" y="6374"/>
                    <a:pt x="4449" y="5290"/>
                    <a:pt x="5751" y="5290"/>
                  </a:cubicBezTo>
                  <a:cubicBezTo>
                    <a:pt x="4720" y="4394"/>
                    <a:pt x="4720" y="2686"/>
                    <a:pt x="5425" y="1492"/>
                  </a:cubicBezTo>
                  <a:cubicBezTo>
                    <a:pt x="5805" y="895"/>
                    <a:pt x="6293" y="407"/>
                    <a:pt x="6890" y="0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3" name="Google Shape;983;p33"/>
            <p:cNvSpPr/>
            <p:nvPr/>
          </p:nvSpPr>
          <p:spPr>
            <a:xfrm rot="8100000">
              <a:off x="8086463" y="3119236"/>
              <a:ext cx="585894" cy="420521"/>
            </a:xfrm>
            <a:custGeom>
              <a:avLst/>
              <a:gdLst/>
              <a:ahLst/>
              <a:cxnLst/>
              <a:rect l="l" t="t" r="r" b="b"/>
              <a:pathLst>
                <a:path w="23436" h="16821" extrusionOk="0">
                  <a:moveTo>
                    <a:pt x="7606" y="0"/>
                  </a:moveTo>
                  <a:cubicBezTo>
                    <a:pt x="6318" y="0"/>
                    <a:pt x="5028" y="55"/>
                    <a:pt x="3743" y="115"/>
                  </a:cubicBezTo>
                  <a:cubicBezTo>
                    <a:pt x="3092" y="115"/>
                    <a:pt x="2414" y="169"/>
                    <a:pt x="1899" y="576"/>
                  </a:cubicBezTo>
                  <a:cubicBezTo>
                    <a:pt x="1420" y="975"/>
                    <a:pt x="1306" y="1870"/>
                    <a:pt x="1814" y="2237"/>
                  </a:cubicBezTo>
                  <a:lnTo>
                    <a:pt x="1814" y="2237"/>
                  </a:lnTo>
                  <a:cubicBezTo>
                    <a:pt x="1640" y="2122"/>
                    <a:pt x="1435" y="2067"/>
                    <a:pt x="1228" y="2067"/>
                  </a:cubicBezTo>
                  <a:cubicBezTo>
                    <a:pt x="986" y="2067"/>
                    <a:pt x="742" y="2143"/>
                    <a:pt x="543" y="2285"/>
                  </a:cubicBezTo>
                  <a:cubicBezTo>
                    <a:pt x="163" y="2556"/>
                    <a:pt x="0" y="3071"/>
                    <a:pt x="136" y="3505"/>
                  </a:cubicBezTo>
                  <a:cubicBezTo>
                    <a:pt x="380" y="4292"/>
                    <a:pt x="1329" y="4536"/>
                    <a:pt x="2143" y="4726"/>
                  </a:cubicBezTo>
                  <a:cubicBezTo>
                    <a:pt x="2128" y="4725"/>
                    <a:pt x="2112" y="4725"/>
                    <a:pt x="2097" y="4725"/>
                  </a:cubicBezTo>
                  <a:cubicBezTo>
                    <a:pt x="1572" y="4725"/>
                    <a:pt x="1083" y="5175"/>
                    <a:pt x="1031" y="5703"/>
                  </a:cubicBezTo>
                  <a:cubicBezTo>
                    <a:pt x="949" y="6245"/>
                    <a:pt x="1221" y="6787"/>
                    <a:pt x="1627" y="7167"/>
                  </a:cubicBezTo>
                  <a:cubicBezTo>
                    <a:pt x="2034" y="7547"/>
                    <a:pt x="2550" y="7764"/>
                    <a:pt x="3065" y="7981"/>
                  </a:cubicBezTo>
                  <a:cubicBezTo>
                    <a:pt x="6184" y="9201"/>
                    <a:pt x="9683" y="9581"/>
                    <a:pt x="12531" y="11290"/>
                  </a:cubicBezTo>
                  <a:cubicBezTo>
                    <a:pt x="13535" y="11914"/>
                    <a:pt x="14457" y="12673"/>
                    <a:pt x="15135" y="13650"/>
                  </a:cubicBezTo>
                  <a:cubicBezTo>
                    <a:pt x="16094" y="14745"/>
                    <a:pt x="16707" y="16820"/>
                    <a:pt x="18170" y="16820"/>
                  </a:cubicBezTo>
                  <a:cubicBezTo>
                    <a:pt x="18446" y="16820"/>
                    <a:pt x="18751" y="16747"/>
                    <a:pt x="19095" y="16579"/>
                  </a:cubicBezTo>
                  <a:cubicBezTo>
                    <a:pt x="20885" y="15738"/>
                    <a:pt x="22242" y="13921"/>
                    <a:pt x="22730" y="12022"/>
                  </a:cubicBezTo>
                  <a:cubicBezTo>
                    <a:pt x="23435" y="9201"/>
                    <a:pt x="22296" y="6109"/>
                    <a:pt x="20207" y="4048"/>
                  </a:cubicBezTo>
                  <a:cubicBezTo>
                    <a:pt x="18173" y="1987"/>
                    <a:pt x="15325" y="820"/>
                    <a:pt x="12450" y="359"/>
                  </a:cubicBezTo>
                  <a:cubicBezTo>
                    <a:pt x="10847" y="87"/>
                    <a:pt x="9228" y="0"/>
                    <a:pt x="76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4" name="Google Shape;984;p33"/>
            <p:cNvSpPr/>
            <p:nvPr/>
          </p:nvSpPr>
          <p:spPr>
            <a:xfrm rot="8100000">
              <a:off x="8139374" y="3166153"/>
              <a:ext cx="502470" cy="340422"/>
            </a:xfrm>
            <a:custGeom>
              <a:avLst/>
              <a:gdLst/>
              <a:ahLst/>
              <a:cxnLst/>
              <a:rect l="l" t="t" r="r" b="b"/>
              <a:pathLst>
                <a:path w="20099" h="13617" extrusionOk="0">
                  <a:moveTo>
                    <a:pt x="54" y="0"/>
                  </a:moveTo>
                  <a:cubicBezTo>
                    <a:pt x="27" y="109"/>
                    <a:pt x="0" y="163"/>
                    <a:pt x="0" y="272"/>
                  </a:cubicBezTo>
                  <a:cubicBezTo>
                    <a:pt x="2468" y="299"/>
                    <a:pt x="5045" y="434"/>
                    <a:pt x="7513" y="977"/>
                  </a:cubicBezTo>
                  <a:cubicBezTo>
                    <a:pt x="10768" y="1682"/>
                    <a:pt x="13481" y="2984"/>
                    <a:pt x="15515" y="4801"/>
                  </a:cubicBezTo>
                  <a:cubicBezTo>
                    <a:pt x="17983" y="7053"/>
                    <a:pt x="19556" y="10308"/>
                    <a:pt x="19855" y="13617"/>
                  </a:cubicBezTo>
                  <a:cubicBezTo>
                    <a:pt x="19963" y="13535"/>
                    <a:pt x="20018" y="13400"/>
                    <a:pt x="20099" y="13291"/>
                  </a:cubicBezTo>
                  <a:cubicBezTo>
                    <a:pt x="19719" y="10009"/>
                    <a:pt x="18173" y="6809"/>
                    <a:pt x="15678" y="4612"/>
                  </a:cubicBezTo>
                  <a:cubicBezTo>
                    <a:pt x="13616" y="2740"/>
                    <a:pt x="10877" y="1411"/>
                    <a:pt x="7541" y="706"/>
                  </a:cubicBezTo>
                  <a:cubicBezTo>
                    <a:pt x="5072" y="163"/>
                    <a:pt x="2523" y="28"/>
                    <a:pt x="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5" name="Google Shape;985;p33"/>
            <p:cNvSpPr/>
            <p:nvPr/>
          </p:nvSpPr>
          <p:spPr>
            <a:xfrm rot="8100000">
              <a:off x="8123811" y="3145788"/>
              <a:ext cx="526895" cy="309222"/>
            </a:xfrm>
            <a:custGeom>
              <a:avLst/>
              <a:gdLst/>
              <a:ahLst/>
              <a:cxnLst/>
              <a:rect l="l" t="t" r="r" b="b"/>
              <a:pathLst>
                <a:path w="21076" h="12369" extrusionOk="0">
                  <a:moveTo>
                    <a:pt x="82" y="0"/>
                  </a:moveTo>
                  <a:cubicBezTo>
                    <a:pt x="1" y="109"/>
                    <a:pt x="1" y="190"/>
                    <a:pt x="1" y="272"/>
                  </a:cubicBezTo>
                  <a:cubicBezTo>
                    <a:pt x="3934" y="841"/>
                    <a:pt x="8653" y="1899"/>
                    <a:pt x="12830" y="4205"/>
                  </a:cubicBezTo>
                  <a:cubicBezTo>
                    <a:pt x="16492" y="6239"/>
                    <a:pt x="19313" y="9114"/>
                    <a:pt x="20859" y="12369"/>
                  </a:cubicBezTo>
                  <a:cubicBezTo>
                    <a:pt x="20940" y="12315"/>
                    <a:pt x="20995" y="12206"/>
                    <a:pt x="21076" y="12125"/>
                  </a:cubicBezTo>
                  <a:cubicBezTo>
                    <a:pt x="19476" y="8870"/>
                    <a:pt x="16655" y="5995"/>
                    <a:pt x="12966" y="3960"/>
                  </a:cubicBezTo>
                  <a:cubicBezTo>
                    <a:pt x="8762" y="1628"/>
                    <a:pt x="4015" y="597"/>
                    <a:pt x="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6" name="Google Shape;986;p33"/>
            <p:cNvSpPr/>
            <p:nvPr/>
          </p:nvSpPr>
          <p:spPr>
            <a:xfrm rot="8100000">
              <a:off x="8115745" y="3137652"/>
              <a:ext cx="478770" cy="258373"/>
            </a:xfrm>
            <a:custGeom>
              <a:avLst/>
              <a:gdLst/>
              <a:ahLst/>
              <a:cxnLst/>
              <a:rect l="l" t="t" r="r" b="b"/>
              <a:pathLst>
                <a:path w="19151" h="10335" extrusionOk="0">
                  <a:moveTo>
                    <a:pt x="1" y="1"/>
                  </a:moveTo>
                  <a:lnTo>
                    <a:pt x="1" y="272"/>
                  </a:lnTo>
                  <a:cubicBezTo>
                    <a:pt x="4069" y="896"/>
                    <a:pt x="7541" y="1899"/>
                    <a:pt x="10579" y="3418"/>
                  </a:cubicBezTo>
                  <a:cubicBezTo>
                    <a:pt x="14078" y="5154"/>
                    <a:pt x="16872" y="7541"/>
                    <a:pt x="18906" y="10335"/>
                  </a:cubicBezTo>
                  <a:cubicBezTo>
                    <a:pt x="18988" y="10280"/>
                    <a:pt x="19096" y="10226"/>
                    <a:pt x="19150" y="10172"/>
                  </a:cubicBezTo>
                  <a:cubicBezTo>
                    <a:pt x="17116" y="7324"/>
                    <a:pt x="14241" y="4937"/>
                    <a:pt x="10715" y="3201"/>
                  </a:cubicBezTo>
                  <a:cubicBezTo>
                    <a:pt x="7623" y="1655"/>
                    <a:pt x="4097" y="624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7" name="Google Shape;987;p33"/>
            <p:cNvSpPr/>
            <p:nvPr/>
          </p:nvSpPr>
          <p:spPr>
            <a:xfrm rot="8100000">
              <a:off x="7882223" y="2910435"/>
              <a:ext cx="554045" cy="444746"/>
            </a:xfrm>
            <a:custGeom>
              <a:avLst/>
              <a:gdLst/>
              <a:ahLst/>
              <a:cxnLst/>
              <a:rect l="l" t="t" r="r" b="b"/>
              <a:pathLst>
                <a:path w="22162" h="17790" extrusionOk="0">
                  <a:moveTo>
                    <a:pt x="21526" y="1"/>
                  </a:moveTo>
                  <a:cubicBezTo>
                    <a:pt x="21380" y="1"/>
                    <a:pt x="21197" y="113"/>
                    <a:pt x="20968" y="391"/>
                  </a:cubicBezTo>
                  <a:cubicBezTo>
                    <a:pt x="19774" y="1937"/>
                    <a:pt x="18472" y="3103"/>
                    <a:pt x="16574" y="3754"/>
                  </a:cubicBezTo>
                  <a:cubicBezTo>
                    <a:pt x="15234" y="4230"/>
                    <a:pt x="13803" y="4420"/>
                    <a:pt x="12370" y="4420"/>
                  </a:cubicBezTo>
                  <a:cubicBezTo>
                    <a:pt x="11597" y="4420"/>
                    <a:pt x="10824" y="4365"/>
                    <a:pt x="10064" y="4270"/>
                  </a:cubicBezTo>
                  <a:cubicBezTo>
                    <a:pt x="9359" y="4182"/>
                    <a:pt x="8655" y="4058"/>
                    <a:pt x="7950" y="4058"/>
                  </a:cubicBezTo>
                  <a:cubicBezTo>
                    <a:pt x="7787" y="4058"/>
                    <a:pt x="7624" y="4064"/>
                    <a:pt x="7460" y="4080"/>
                  </a:cubicBezTo>
                  <a:cubicBezTo>
                    <a:pt x="6565" y="4188"/>
                    <a:pt x="5697" y="4595"/>
                    <a:pt x="5263" y="5355"/>
                  </a:cubicBezTo>
                  <a:cubicBezTo>
                    <a:pt x="4802" y="6087"/>
                    <a:pt x="5019" y="7253"/>
                    <a:pt x="5833" y="7606"/>
                  </a:cubicBezTo>
                  <a:cubicBezTo>
                    <a:pt x="5046" y="7714"/>
                    <a:pt x="4259" y="7850"/>
                    <a:pt x="3554" y="8148"/>
                  </a:cubicBezTo>
                  <a:cubicBezTo>
                    <a:pt x="2849" y="8474"/>
                    <a:pt x="2171" y="9016"/>
                    <a:pt x="1900" y="9721"/>
                  </a:cubicBezTo>
                  <a:cubicBezTo>
                    <a:pt x="1574" y="10427"/>
                    <a:pt x="1764" y="11376"/>
                    <a:pt x="2361" y="11864"/>
                  </a:cubicBezTo>
                  <a:cubicBezTo>
                    <a:pt x="1276" y="12135"/>
                    <a:pt x="408" y="13085"/>
                    <a:pt x="191" y="14170"/>
                  </a:cubicBezTo>
                  <a:cubicBezTo>
                    <a:pt x="1" y="15255"/>
                    <a:pt x="462" y="16475"/>
                    <a:pt x="1384" y="17099"/>
                  </a:cubicBezTo>
                  <a:cubicBezTo>
                    <a:pt x="2116" y="17622"/>
                    <a:pt x="3041" y="17790"/>
                    <a:pt x="3973" y="17790"/>
                  </a:cubicBezTo>
                  <a:cubicBezTo>
                    <a:pt x="4250" y="17790"/>
                    <a:pt x="4528" y="17775"/>
                    <a:pt x="4802" y="17750"/>
                  </a:cubicBezTo>
                  <a:cubicBezTo>
                    <a:pt x="8599" y="17479"/>
                    <a:pt x="12342" y="16014"/>
                    <a:pt x="15326" y="13654"/>
                  </a:cubicBezTo>
                  <a:cubicBezTo>
                    <a:pt x="18310" y="11268"/>
                    <a:pt x="20561" y="7958"/>
                    <a:pt x="21700" y="4324"/>
                  </a:cubicBezTo>
                  <a:cubicBezTo>
                    <a:pt x="21971" y="3456"/>
                    <a:pt x="22161" y="2452"/>
                    <a:pt x="22107" y="1557"/>
                  </a:cubicBezTo>
                  <a:cubicBezTo>
                    <a:pt x="22067" y="952"/>
                    <a:pt x="21951" y="1"/>
                    <a:pt x="215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8" name="Google Shape;988;p33"/>
            <p:cNvSpPr/>
            <p:nvPr/>
          </p:nvSpPr>
          <p:spPr>
            <a:xfrm rot="8100000">
              <a:off x="7953571" y="3086951"/>
              <a:ext cx="505870" cy="244748"/>
            </a:xfrm>
            <a:custGeom>
              <a:avLst/>
              <a:gdLst/>
              <a:ahLst/>
              <a:cxnLst/>
              <a:rect l="l" t="t" r="r" b="b"/>
              <a:pathLst>
                <a:path w="20235" h="9790" extrusionOk="0">
                  <a:moveTo>
                    <a:pt x="20153" y="0"/>
                  </a:moveTo>
                  <a:cubicBezTo>
                    <a:pt x="18472" y="3011"/>
                    <a:pt x="15705" y="5262"/>
                    <a:pt x="12613" y="5968"/>
                  </a:cubicBezTo>
                  <a:cubicBezTo>
                    <a:pt x="11784" y="6149"/>
                    <a:pt x="10947" y="6226"/>
                    <a:pt x="10110" y="6226"/>
                  </a:cubicBezTo>
                  <a:cubicBezTo>
                    <a:pt x="7824" y="6226"/>
                    <a:pt x="5535" y="5656"/>
                    <a:pt x="3391" y="5100"/>
                  </a:cubicBezTo>
                  <a:cubicBezTo>
                    <a:pt x="3364" y="5181"/>
                    <a:pt x="3309" y="5262"/>
                    <a:pt x="3309" y="5371"/>
                  </a:cubicBezTo>
                  <a:cubicBezTo>
                    <a:pt x="5444" y="5958"/>
                    <a:pt x="7734" y="6518"/>
                    <a:pt x="10027" y="6518"/>
                  </a:cubicBezTo>
                  <a:cubicBezTo>
                    <a:pt x="10910" y="6518"/>
                    <a:pt x="11793" y="6435"/>
                    <a:pt x="12667" y="6239"/>
                  </a:cubicBezTo>
                  <a:cubicBezTo>
                    <a:pt x="15569" y="5588"/>
                    <a:pt x="18200" y="3635"/>
                    <a:pt x="19936" y="923"/>
                  </a:cubicBezTo>
                  <a:lnTo>
                    <a:pt x="19936" y="923"/>
                  </a:lnTo>
                  <a:cubicBezTo>
                    <a:pt x="18987" y="3092"/>
                    <a:pt x="17739" y="4856"/>
                    <a:pt x="16274" y="6103"/>
                  </a:cubicBezTo>
                  <a:cubicBezTo>
                    <a:pt x="14213" y="7893"/>
                    <a:pt x="11284" y="9060"/>
                    <a:pt x="7866" y="9385"/>
                  </a:cubicBezTo>
                  <a:cubicBezTo>
                    <a:pt x="6935" y="9483"/>
                    <a:pt x="5992" y="9525"/>
                    <a:pt x="5050" y="9525"/>
                  </a:cubicBezTo>
                  <a:cubicBezTo>
                    <a:pt x="3385" y="9525"/>
                    <a:pt x="1719" y="9396"/>
                    <a:pt x="109" y="9222"/>
                  </a:cubicBezTo>
                  <a:cubicBezTo>
                    <a:pt x="82" y="9331"/>
                    <a:pt x="27" y="9385"/>
                    <a:pt x="0" y="9494"/>
                  </a:cubicBezTo>
                  <a:cubicBezTo>
                    <a:pt x="1700" y="9653"/>
                    <a:pt x="3422" y="9789"/>
                    <a:pt x="5145" y="9789"/>
                  </a:cubicBezTo>
                  <a:cubicBezTo>
                    <a:pt x="6062" y="9789"/>
                    <a:pt x="6979" y="9751"/>
                    <a:pt x="7893" y="9656"/>
                  </a:cubicBezTo>
                  <a:cubicBezTo>
                    <a:pt x="11365" y="9304"/>
                    <a:pt x="14349" y="8137"/>
                    <a:pt x="16437" y="6320"/>
                  </a:cubicBezTo>
                  <a:cubicBezTo>
                    <a:pt x="17197" y="5669"/>
                    <a:pt x="17821" y="4910"/>
                    <a:pt x="18444" y="4069"/>
                  </a:cubicBezTo>
                  <a:cubicBezTo>
                    <a:pt x="19123" y="2984"/>
                    <a:pt x="19746" y="1845"/>
                    <a:pt x="20235" y="651"/>
                  </a:cubicBezTo>
                  <a:cubicBezTo>
                    <a:pt x="20235" y="434"/>
                    <a:pt x="20207" y="217"/>
                    <a:pt x="201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9" name="Google Shape;989;p33"/>
            <p:cNvSpPr/>
            <p:nvPr/>
          </p:nvSpPr>
          <p:spPr>
            <a:xfrm rot="8100000">
              <a:off x="7898214" y="2976915"/>
              <a:ext cx="549270" cy="339947"/>
            </a:xfrm>
            <a:custGeom>
              <a:avLst/>
              <a:gdLst/>
              <a:ahLst/>
              <a:cxnLst/>
              <a:rect l="l" t="t" r="r" b="b"/>
              <a:pathLst>
                <a:path w="21971" h="13598" extrusionOk="0">
                  <a:moveTo>
                    <a:pt x="21971" y="0"/>
                  </a:moveTo>
                  <a:cubicBezTo>
                    <a:pt x="21455" y="1221"/>
                    <a:pt x="20832" y="2333"/>
                    <a:pt x="20126" y="3282"/>
                  </a:cubicBezTo>
                  <a:cubicBezTo>
                    <a:pt x="18390" y="6049"/>
                    <a:pt x="16193" y="8381"/>
                    <a:pt x="13644" y="10063"/>
                  </a:cubicBezTo>
                  <a:cubicBezTo>
                    <a:pt x="10490" y="12193"/>
                    <a:pt x="6790" y="13327"/>
                    <a:pt x="3199" y="13327"/>
                  </a:cubicBezTo>
                  <a:cubicBezTo>
                    <a:pt x="2126" y="13327"/>
                    <a:pt x="1063" y="13225"/>
                    <a:pt x="28" y="13019"/>
                  </a:cubicBezTo>
                  <a:cubicBezTo>
                    <a:pt x="28" y="13128"/>
                    <a:pt x="0" y="13236"/>
                    <a:pt x="0" y="13291"/>
                  </a:cubicBezTo>
                  <a:cubicBezTo>
                    <a:pt x="1059" y="13496"/>
                    <a:pt x="2143" y="13597"/>
                    <a:pt x="3233" y="13597"/>
                  </a:cubicBezTo>
                  <a:cubicBezTo>
                    <a:pt x="6892" y="13597"/>
                    <a:pt x="10637" y="12459"/>
                    <a:pt x="13834" y="10307"/>
                  </a:cubicBezTo>
                  <a:cubicBezTo>
                    <a:pt x="17251" y="8002"/>
                    <a:pt x="20099" y="4584"/>
                    <a:pt x="21971" y="488"/>
                  </a:cubicBezTo>
                  <a:lnTo>
                    <a:pt x="21971" y="244"/>
                  </a:lnTo>
                  <a:lnTo>
                    <a:pt x="2197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0" name="Google Shape;990;p33"/>
            <p:cNvSpPr/>
            <p:nvPr/>
          </p:nvSpPr>
          <p:spPr>
            <a:xfrm rot="8100000">
              <a:off x="8133030" y="2806172"/>
              <a:ext cx="217698" cy="342872"/>
            </a:xfrm>
            <a:custGeom>
              <a:avLst/>
              <a:gdLst/>
              <a:ahLst/>
              <a:cxnLst/>
              <a:rect l="l" t="t" r="r" b="b"/>
              <a:pathLst>
                <a:path w="8708" h="13715" extrusionOk="0">
                  <a:moveTo>
                    <a:pt x="7960" y="1"/>
                  </a:moveTo>
                  <a:cubicBezTo>
                    <a:pt x="7796" y="1"/>
                    <a:pt x="7630" y="12"/>
                    <a:pt x="7460" y="44"/>
                  </a:cubicBezTo>
                  <a:cubicBezTo>
                    <a:pt x="6565" y="152"/>
                    <a:pt x="5697" y="559"/>
                    <a:pt x="5263" y="1292"/>
                  </a:cubicBezTo>
                  <a:cubicBezTo>
                    <a:pt x="4802" y="2024"/>
                    <a:pt x="5019" y="3190"/>
                    <a:pt x="5833" y="3570"/>
                  </a:cubicBezTo>
                  <a:cubicBezTo>
                    <a:pt x="5046" y="3679"/>
                    <a:pt x="4259" y="3787"/>
                    <a:pt x="3554" y="4113"/>
                  </a:cubicBezTo>
                  <a:cubicBezTo>
                    <a:pt x="2849" y="4411"/>
                    <a:pt x="2171" y="4953"/>
                    <a:pt x="1900" y="5659"/>
                  </a:cubicBezTo>
                  <a:cubicBezTo>
                    <a:pt x="1601" y="6364"/>
                    <a:pt x="1764" y="7313"/>
                    <a:pt x="2361" y="7801"/>
                  </a:cubicBezTo>
                  <a:cubicBezTo>
                    <a:pt x="1276" y="8073"/>
                    <a:pt x="408" y="9022"/>
                    <a:pt x="191" y="10107"/>
                  </a:cubicBezTo>
                  <a:cubicBezTo>
                    <a:pt x="1" y="11192"/>
                    <a:pt x="462" y="12412"/>
                    <a:pt x="1384" y="13063"/>
                  </a:cubicBezTo>
                  <a:cubicBezTo>
                    <a:pt x="1927" y="13443"/>
                    <a:pt x="2551" y="13633"/>
                    <a:pt x="3229" y="13714"/>
                  </a:cubicBezTo>
                  <a:cubicBezTo>
                    <a:pt x="2686" y="12792"/>
                    <a:pt x="2442" y="11680"/>
                    <a:pt x="2632" y="10622"/>
                  </a:cubicBezTo>
                  <a:cubicBezTo>
                    <a:pt x="2876" y="9564"/>
                    <a:pt x="3636" y="8615"/>
                    <a:pt x="4639" y="8290"/>
                  </a:cubicBezTo>
                  <a:cubicBezTo>
                    <a:pt x="3961" y="7639"/>
                    <a:pt x="3798" y="6662"/>
                    <a:pt x="4097" y="5848"/>
                  </a:cubicBezTo>
                  <a:cubicBezTo>
                    <a:pt x="4395" y="5035"/>
                    <a:pt x="5127" y="4411"/>
                    <a:pt x="5941" y="4113"/>
                  </a:cubicBezTo>
                  <a:cubicBezTo>
                    <a:pt x="6438" y="3930"/>
                    <a:pt x="6956" y="3839"/>
                    <a:pt x="7488" y="3839"/>
                  </a:cubicBezTo>
                  <a:cubicBezTo>
                    <a:pt x="7826" y="3839"/>
                    <a:pt x="8170" y="3876"/>
                    <a:pt x="8518" y="3950"/>
                  </a:cubicBezTo>
                  <a:cubicBezTo>
                    <a:pt x="8111" y="3706"/>
                    <a:pt x="7650" y="3462"/>
                    <a:pt x="7324" y="3082"/>
                  </a:cubicBezTo>
                  <a:cubicBezTo>
                    <a:pt x="6972" y="2729"/>
                    <a:pt x="6782" y="2241"/>
                    <a:pt x="6890" y="1780"/>
                  </a:cubicBezTo>
                  <a:cubicBezTo>
                    <a:pt x="6972" y="1265"/>
                    <a:pt x="7433" y="885"/>
                    <a:pt x="7867" y="586"/>
                  </a:cubicBezTo>
                  <a:cubicBezTo>
                    <a:pt x="8138" y="369"/>
                    <a:pt x="8437" y="207"/>
                    <a:pt x="8708" y="44"/>
                  </a:cubicBezTo>
                  <a:cubicBezTo>
                    <a:pt x="8461" y="27"/>
                    <a:pt x="8213" y="1"/>
                    <a:pt x="7960" y="1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1" name="Google Shape;991;p33"/>
            <p:cNvSpPr/>
            <p:nvPr/>
          </p:nvSpPr>
          <p:spPr>
            <a:xfrm rot="8100000">
              <a:off x="8558834" y="3263229"/>
              <a:ext cx="5450" cy="25"/>
            </a:xfrm>
            <a:custGeom>
              <a:avLst/>
              <a:gdLst/>
              <a:ahLst/>
              <a:cxnLst/>
              <a:rect l="l" t="t" r="r" b="b"/>
              <a:pathLst>
                <a:path w="218" h="1" extrusionOk="0">
                  <a:moveTo>
                    <a:pt x="1" y="1"/>
                  </a:move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2" name="Google Shape;992;p33"/>
            <p:cNvSpPr/>
            <p:nvPr/>
          </p:nvSpPr>
          <p:spPr>
            <a:xfrm rot="8100000">
              <a:off x="8528512" y="3134616"/>
              <a:ext cx="148524" cy="221773"/>
            </a:xfrm>
            <a:custGeom>
              <a:avLst/>
              <a:gdLst/>
              <a:ahLst/>
              <a:cxnLst/>
              <a:rect l="l" t="t" r="r" b="b"/>
              <a:pathLst>
                <a:path w="5941" h="8871" extrusionOk="0">
                  <a:moveTo>
                    <a:pt x="4476" y="1"/>
                  </a:moveTo>
                  <a:cubicBezTo>
                    <a:pt x="4232" y="1"/>
                    <a:pt x="3960" y="55"/>
                    <a:pt x="3716" y="55"/>
                  </a:cubicBezTo>
                  <a:cubicBezTo>
                    <a:pt x="3065" y="82"/>
                    <a:pt x="2360" y="109"/>
                    <a:pt x="1872" y="516"/>
                  </a:cubicBezTo>
                  <a:cubicBezTo>
                    <a:pt x="1384" y="923"/>
                    <a:pt x="1275" y="1845"/>
                    <a:pt x="1818" y="2171"/>
                  </a:cubicBezTo>
                  <a:cubicBezTo>
                    <a:pt x="1638" y="2068"/>
                    <a:pt x="1423" y="2014"/>
                    <a:pt x="1205" y="2014"/>
                  </a:cubicBezTo>
                  <a:cubicBezTo>
                    <a:pt x="962" y="2014"/>
                    <a:pt x="716" y="2082"/>
                    <a:pt x="516" y="2225"/>
                  </a:cubicBezTo>
                  <a:cubicBezTo>
                    <a:pt x="163" y="2496"/>
                    <a:pt x="0" y="2984"/>
                    <a:pt x="109" y="3445"/>
                  </a:cubicBezTo>
                  <a:cubicBezTo>
                    <a:pt x="353" y="4205"/>
                    <a:pt x="1302" y="4530"/>
                    <a:pt x="2116" y="4666"/>
                  </a:cubicBezTo>
                  <a:cubicBezTo>
                    <a:pt x="2088" y="4663"/>
                    <a:pt x="2061" y="4662"/>
                    <a:pt x="2033" y="4662"/>
                  </a:cubicBezTo>
                  <a:cubicBezTo>
                    <a:pt x="1525" y="4662"/>
                    <a:pt x="1081" y="5128"/>
                    <a:pt x="1004" y="5642"/>
                  </a:cubicBezTo>
                  <a:cubicBezTo>
                    <a:pt x="923" y="6185"/>
                    <a:pt x="1194" y="6727"/>
                    <a:pt x="1601" y="7107"/>
                  </a:cubicBezTo>
                  <a:cubicBezTo>
                    <a:pt x="2035" y="7460"/>
                    <a:pt x="2523" y="7704"/>
                    <a:pt x="3038" y="7921"/>
                  </a:cubicBezTo>
                  <a:cubicBezTo>
                    <a:pt x="3988" y="8273"/>
                    <a:pt x="4964" y="8599"/>
                    <a:pt x="5940" y="8870"/>
                  </a:cubicBezTo>
                  <a:cubicBezTo>
                    <a:pt x="5425" y="8355"/>
                    <a:pt x="4937" y="7812"/>
                    <a:pt x="4449" y="7243"/>
                  </a:cubicBezTo>
                  <a:cubicBezTo>
                    <a:pt x="4150" y="6863"/>
                    <a:pt x="3879" y="6456"/>
                    <a:pt x="3879" y="5968"/>
                  </a:cubicBezTo>
                  <a:cubicBezTo>
                    <a:pt x="3879" y="5561"/>
                    <a:pt x="4177" y="5154"/>
                    <a:pt x="4557" y="5100"/>
                  </a:cubicBezTo>
                  <a:cubicBezTo>
                    <a:pt x="3988" y="5019"/>
                    <a:pt x="3499" y="4449"/>
                    <a:pt x="3581" y="3906"/>
                  </a:cubicBezTo>
                  <a:cubicBezTo>
                    <a:pt x="3627" y="3345"/>
                    <a:pt x="4200" y="2924"/>
                    <a:pt x="4774" y="2924"/>
                  </a:cubicBezTo>
                  <a:cubicBezTo>
                    <a:pt x="4865" y="2924"/>
                    <a:pt x="4956" y="2935"/>
                    <a:pt x="5045" y="2957"/>
                  </a:cubicBezTo>
                  <a:cubicBezTo>
                    <a:pt x="4530" y="2577"/>
                    <a:pt x="4313" y="1981"/>
                    <a:pt x="4286" y="1357"/>
                  </a:cubicBezTo>
                  <a:cubicBezTo>
                    <a:pt x="4232" y="896"/>
                    <a:pt x="4340" y="407"/>
                    <a:pt x="4476" y="1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3" name="Google Shape;993;p33"/>
            <p:cNvSpPr/>
            <p:nvPr/>
          </p:nvSpPr>
          <p:spPr>
            <a:xfrm rot="8100000">
              <a:off x="8018302" y="2960242"/>
              <a:ext cx="172923" cy="101924"/>
            </a:xfrm>
            <a:custGeom>
              <a:avLst/>
              <a:gdLst/>
              <a:ahLst/>
              <a:cxnLst/>
              <a:rect l="l" t="t" r="r" b="b"/>
              <a:pathLst>
                <a:path w="6917" h="4077" extrusionOk="0">
                  <a:moveTo>
                    <a:pt x="5235" y="0"/>
                  </a:moveTo>
                  <a:cubicBezTo>
                    <a:pt x="3770" y="0"/>
                    <a:pt x="2306" y="380"/>
                    <a:pt x="1112" y="1221"/>
                  </a:cubicBezTo>
                  <a:cubicBezTo>
                    <a:pt x="543" y="1600"/>
                    <a:pt x="0" y="2116"/>
                    <a:pt x="0" y="2875"/>
                  </a:cubicBezTo>
                  <a:cubicBezTo>
                    <a:pt x="0" y="3391"/>
                    <a:pt x="136" y="3716"/>
                    <a:pt x="651" y="3879"/>
                  </a:cubicBezTo>
                  <a:cubicBezTo>
                    <a:pt x="1056" y="4017"/>
                    <a:pt x="1489" y="4077"/>
                    <a:pt x="1928" y="4077"/>
                  </a:cubicBezTo>
                  <a:cubicBezTo>
                    <a:pt x="2785" y="4077"/>
                    <a:pt x="3668" y="3849"/>
                    <a:pt x="4421" y="3526"/>
                  </a:cubicBezTo>
                  <a:cubicBezTo>
                    <a:pt x="5045" y="3255"/>
                    <a:pt x="5669" y="2794"/>
                    <a:pt x="6184" y="2224"/>
                  </a:cubicBezTo>
                  <a:cubicBezTo>
                    <a:pt x="6591" y="1763"/>
                    <a:pt x="6917" y="1058"/>
                    <a:pt x="6618" y="543"/>
                  </a:cubicBezTo>
                  <a:cubicBezTo>
                    <a:pt x="6347" y="81"/>
                    <a:pt x="5778" y="0"/>
                    <a:pt x="5235" y="0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4" name="Google Shape;994;p33"/>
            <p:cNvSpPr/>
            <p:nvPr/>
          </p:nvSpPr>
          <p:spPr>
            <a:xfrm rot="8100000">
              <a:off x="8330167" y="3425483"/>
              <a:ext cx="221098" cy="93624"/>
            </a:xfrm>
            <a:custGeom>
              <a:avLst/>
              <a:gdLst/>
              <a:ahLst/>
              <a:cxnLst/>
              <a:rect l="l" t="t" r="r" b="b"/>
              <a:pathLst>
                <a:path w="8844" h="3745" fill="none" extrusionOk="0">
                  <a:moveTo>
                    <a:pt x="1" y="1"/>
                  </a:moveTo>
                  <a:cubicBezTo>
                    <a:pt x="3283" y="55"/>
                    <a:pt x="6538" y="1439"/>
                    <a:pt x="8843" y="3744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5" name="Google Shape;995;p33"/>
            <p:cNvSpPr/>
            <p:nvPr/>
          </p:nvSpPr>
          <p:spPr>
            <a:xfrm rot="8100000">
              <a:off x="8253903" y="3502559"/>
              <a:ext cx="18325" cy="33925"/>
            </a:xfrm>
            <a:custGeom>
              <a:avLst/>
              <a:gdLst/>
              <a:ahLst/>
              <a:cxnLst/>
              <a:rect l="l" t="t" r="r" b="b"/>
              <a:pathLst>
                <a:path w="733" h="1357" fill="none" extrusionOk="0">
                  <a:moveTo>
                    <a:pt x="0" y="0"/>
                  </a:moveTo>
                  <a:cubicBezTo>
                    <a:pt x="245" y="434"/>
                    <a:pt x="516" y="895"/>
                    <a:pt x="733" y="1356"/>
                  </a:cubicBezTo>
                </a:path>
              </a:pathLst>
            </a:custGeom>
            <a:noFill/>
            <a:ln w="8125" cap="rnd" cmpd="sng">
              <a:solidFill>
                <a:srgbClr val="21300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6" name="Google Shape;996;p33"/>
            <p:cNvSpPr/>
            <p:nvPr/>
          </p:nvSpPr>
          <p:spPr>
            <a:xfrm rot="8100000">
              <a:off x="7994112" y="3214215"/>
              <a:ext cx="68499" cy="87499"/>
            </a:xfrm>
            <a:custGeom>
              <a:avLst/>
              <a:gdLst/>
              <a:ahLst/>
              <a:cxnLst/>
              <a:rect l="l" t="t" r="r" b="b"/>
              <a:pathLst>
                <a:path w="2740" h="3500" fill="none" extrusionOk="0">
                  <a:moveTo>
                    <a:pt x="0" y="3499"/>
                  </a:moveTo>
                  <a:cubicBezTo>
                    <a:pt x="1221" y="2659"/>
                    <a:pt x="2197" y="1411"/>
                    <a:pt x="2740" y="0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7" name="Google Shape;997;p33"/>
            <p:cNvSpPr/>
            <p:nvPr/>
          </p:nvSpPr>
          <p:spPr>
            <a:xfrm rot="8100000">
              <a:off x="8117499" y="3578447"/>
              <a:ext cx="928991" cy="889216"/>
            </a:xfrm>
            <a:custGeom>
              <a:avLst/>
              <a:gdLst/>
              <a:ahLst/>
              <a:cxnLst/>
              <a:rect l="l" t="t" r="r" b="b"/>
              <a:pathLst>
                <a:path w="37160" h="35569" extrusionOk="0">
                  <a:moveTo>
                    <a:pt x="27212" y="0"/>
                  </a:moveTo>
                  <a:cubicBezTo>
                    <a:pt x="26438" y="0"/>
                    <a:pt x="25709" y="469"/>
                    <a:pt x="25307" y="1148"/>
                  </a:cubicBezTo>
                  <a:cubicBezTo>
                    <a:pt x="23734" y="3915"/>
                    <a:pt x="19611" y="10967"/>
                    <a:pt x="16139" y="15334"/>
                  </a:cubicBezTo>
                  <a:cubicBezTo>
                    <a:pt x="10443" y="22549"/>
                    <a:pt x="0" y="33534"/>
                    <a:pt x="0" y="33534"/>
                  </a:cubicBezTo>
                  <a:lnTo>
                    <a:pt x="5235" y="35568"/>
                  </a:lnTo>
                  <a:cubicBezTo>
                    <a:pt x="5235" y="35568"/>
                    <a:pt x="13151" y="32719"/>
                    <a:pt x="13810" y="32719"/>
                  </a:cubicBezTo>
                  <a:cubicBezTo>
                    <a:pt x="13819" y="32719"/>
                    <a:pt x="13827" y="32719"/>
                    <a:pt x="13833" y="32720"/>
                  </a:cubicBezTo>
                  <a:cubicBezTo>
                    <a:pt x="13835" y="32721"/>
                    <a:pt x="13838" y="32721"/>
                    <a:pt x="13840" y="32721"/>
                  </a:cubicBezTo>
                  <a:cubicBezTo>
                    <a:pt x="14461" y="32721"/>
                    <a:pt x="24981" y="22739"/>
                    <a:pt x="24981" y="22739"/>
                  </a:cubicBezTo>
                  <a:lnTo>
                    <a:pt x="37160" y="2640"/>
                  </a:lnTo>
                  <a:cubicBezTo>
                    <a:pt x="32413" y="606"/>
                    <a:pt x="29131" y="118"/>
                    <a:pt x="27395" y="9"/>
                  </a:cubicBezTo>
                  <a:cubicBezTo>
                    <a:pt x="27334" y="3"/>
                    <a:pt x="27273" y="0"/>
                    <a:pt x="272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8" name="Google Shape;998;p33"/>
            <p:cNvSpPr/>
            <p:nvPr/>
          </p:nvSpPr>
          <p:spPr>
            <a:xfrm rot="8100000">
              <a:off x="7378995" y="3339811"/>
              <a:ext cx="1410436" cy="1421961"/>
            </a:xfrm>
            <a:custGeom>
              <a:avLst/>
              <a:gdLst/>
              <a:ahLst/>
              <a:cxnLst/>
              <a:rect l="l" t="t" r="r" b="b"/>
              <a:pathLst>
                <a:path w="56418" h="56879" extrusionOk="0">
                  <a:moveTo>
                    <a:pt x="31952" y="0"/>
                  </a:moveTo>
                  <a:cubicBezTo>
                    <a:pt x="31952" y="0"/>
                    <a:pt x="22052" y="12233"/>
                    <a:pt x="16139" y="18254"/>
                  </a:cubicBezTo>
                  <a:cubicBezTo>
                    <a:pt x="9439" y="25035"/>
                    <a:pt x="3282" y="30324"/>
                    <a:pt x="0" y="32928"/>
                  </a:cubicBezTo>
                  <a:cubicBezTo>
                    <a:pt x="8625" y="40442"/>
                    <a:pt x="17386" y="51644"/>
                    <a:pt x="21455" y="56879"/>
                  </a:cubicBezTo>
                  <a:cubicBezTo>
                    <a:pt x="24764" y="54492"/>
                    <a:pt x="34339" y="47331"/>
                    <a:pt x="40442" y="42178"/>
                  </a:cubicBezTo>
                  <a:cubicBezTo>
                    <a:pt x="47331" y="36346"/>
                    <a:pt x="52512" y="31599"/>
                    <a:pt x="55143" y="29158"/>
                  </a:cubicBezTo>
                  <a:cubicBezTo>
                    <a:pt x="56228" y="28155"/>
                    <a:pt x="56418" y="26446"/>
                    <a:pt x="55523" y="25279"/>
                  </a:cubicBezTo>
                  <a:cubicBezTo>
                    <a:pt x="48715" y="15949"/>
                    <a:pt x="40849" y="7540"/>
                    <a:pt x="319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9" name="Google Shape;999;p33"/>
            <p:cNvSpPr/>
            <p:nvPr/>
          </p:nvSpPr>
          <p:spPr>
            <a:xfrm rot="8100000">
              <a:off x="7834326" y="3786197"/>
              <a:ext cx="459771" cy="433571"/>
            </a:xfrm>
            <a:custGeom>
              <a:avLst/>
              <a:gdLst/>
              <a:ahLst/>
              <a:cxnLst/>
              <a:rect l="l" t="t" r="r" b="b"/>
              <a:pathLst>
                <a:path w="18391" h="17343" extrusionOk="0">
                  <a:moveTo>
                    <a:pt x="9709" y="1"/>
                  </a:moveTo>
                  <a:cubicBezTo>
                    <a:pt x="9493" y="1"/>
                    <a:pt x="9277" y="14"/>
                    <a:pt x="9060" y="40"/>
                  </a:cubicBezTo>
                  <a:cubicBezTo>
                    <a:pt x="6456" y="339"/>
                    <a:pt x="4150" y="2129"/>
                    <a:pt x="2550" y="4082"/>
                  </a:cubicBezTo>
                  <a:cubicBezTo>
                    <a:pt x="895" y="6116"/>
                    <a:pt x="0" y="8883"/>
                    <a:pt x="814" y="11405"/>
                  </a:cubicBezTo>
                  <a:cubicBezTo>
                    <a:pt x="1709" y="14117"/>
                    <a:pt x="4204" y="16125"/>
                    <a:pt x="6890" y="16938"/>
                  </a:cubicBezTo>
                  <a:cubicBezTo>
                    <a:pt x="7777" y="17200"/>
                    <a:pt x="8709" y="17343"/>
                    <a:pt x="9642" y="17343"/>
                  </a:cubicBezTo>
                  <a:cubicBezTo>
                    <a:pt x="9964" y="17343"/>
                    <a:pt x="10286" y="17326"/>
                    <a:pt x="10606" y="17291"/>
                  </a:cubicBezTo>
                  <a:cubicBezTo>
                    <a:pt x="13399" y="16938"/>
                    <a:pt x="16030" y="15121"/>
                    <a:pt x="17197" y="12544"/>
                  </a:cubicBezTo>
                  <a:cubicBezTo>
                    <a:pt x="18390" y="9859"/>
                    <a:pt x="17712" y="6441"/>
                    <a:pt x="16139" y="4055"/>
                  </a:cubicBezTo>
                  <a:cubicBezTo>
                    <a:pt x="14760" y="1923"/>
                    <a:pt x="12338" y="1"/>
                    <a:pt x="97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0" name="Google Shape;1000;p33"/>
            <p:cNvSpPr/>
            <p:nvPr/>
          </p:nvSpPr>
          <p:spPr>
            <a:xfrm rot="8100000">
              <a:off x="7952041" y="3919048"/>
              <a:ext cx="103074" cy="173173"/>
            </a:xfrm>
            <a:custGeom>
              <a:avLst/>
              <a:gdLst/>
              <a:ahLst/>
              <a:cxnLst/>
              <a:rect l="l" t="t" r="r" b="b"/>
              <a:pathLst>
                <a:path w="4123" h="6927" extrusionOk="0">
                  <a:moveTo>
                    <a:pt x="3716" y="0"/>
                  </a:moveTo>
                  <a:cubicBezTo>
                    <a:pt x="3580" y="0"/>
                    <a:pt x="3445" y="27"/>
                    <a:pt x="3228" y="136"/>
                  </a:cubicBezTo>
                  <a:cubicBezTo>
                    <a:pt x="2089" y="570"/>
                    <a:pt x="1248" y="1546"/>
                    <a:pt x="732" y="2631"/>
                  </a:cubicBezTo>
                  <a:cubicBezTo>
                    <a:pt x="136" y="3960"/>
                    <a:pt x="0" y="5452"/>
                    <a:pt x="54" y="6917"/>
                  </a:cubicBezTo>
                  <a:cubicBezTo>
                    <a:pt x="133" y="6923"/>
                    <a:pt x="211" y="6926"/>
                    <a:pt x="290" y="6926"/>
                  </a:cubicBezTo>
                  <a:cubicBezTo>
                    <a:pt x="1244" y="6926"/>
                    <a:pt x="2194" y="6477"/>
                    <a:pt x="2821" y="5751"/>
                  </a:cubicBezTo>
                  <a:cubicBezTo>
                    <a:pt x="3499" y="4964"/>
                    <a:pt x="3852" y="3987"/>
                    <a:pt x="4041" y="2984"/>
                  </a:cubicBezTo>
                  <a:cubicBezTo>
                    <a:pt x="4123" y="2306"/>
                    <a:pt x="4123" y="1628"/>
                    <a:pt x="4123" y="950"/>
                  </a:cubicBezTo>
                  <a:lnTo>
                    <a:pt x="4123" y="678"/>
                  </a:lnTo>
                  <a:cubicBezTo>
                    <a:pt x="4069" y="733"/>
                    <a:pt x="3987" y="814"/>
                    <a:pt x="3933" y="895"/>
                  </a:cubicBezTo>
                  <a:cubicBezTo>
                    <a:pt x="3689" y="1139"/>
                    <a:pt x="3499" y="1384"/>
                    <a:pt x="3282" y="1655"/>
                  </a:cubicBezTo>
                  <a:cubicBezTo>
                    <a:pt x="2902" y="2224"/>
                    <a:pt x="2712" y="2875"/>
                    <a:pt x="2468" y="3526"/>
                  </a:cubicBezTo>
                  <a:cubicBezTo>
                    <a:pt x="2224" y="4177"/>
                    <a:pt x="1926" y="4801"/>
                    <a:pt x="1410" y="5208"/>
                  </a:cubicBezTo>
                  <a:cubicBezTo>
                    <a:pt x="2034" y="4096"/>
                    <a:pt x="2061" y="2767"/>
                    <a:pt x="2577" y="1628"/>
                  </a:cubicBezTo>
                  <a:cubicBezTo>
                    <a:pt x="2848" y="1004"/>
                    <a:pt x="3255" y="461"/>
                    <a:pt x="37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1" name="Google Shape;1001;p33"/>
            <p:cNvSpPr/>
            <p:nvPr/>
          </p:nvSpPr>
          <p:spPr>
            <a:xfrm rot="8100000">
              <a:off x="8035166" y="3923809"/>
              <a:ext cx="132249" cy="64674"/>
            </a:xfrm>
            <a:custGeom>
              <a:avLst/>
              <a:gdLst/>
              <a:ahLst/>
              <a:cxnLst/>
              <a:rect l="l" t="t" r="r" b="b"/>
              <a:pathLst>
                <a:path w="5290" h="2587" extrusionOk="0">
                  <a:moveTo>
                    <a:pt x="3483" y="1"/>
                  </a:moveTo>
                  <a:cubicBezTo>
                    <a:pt x="3188" y="1"/>
                    <a:pt x="2891" y="40"/>
                    <a:pt x="2604" y="117"/>
                  </a:cubicBezTo>
                  <a:cubicBezTo>
                    <a:pt x="1628" y="333"/>
                    <a:pt x="733" y="930"/>
                    <a:pt x="0" y="1608"/>
                  </a:cubicBezTo>
                  <a:cubicBezTo>
                    <a:pt x="380" y="2205"/>
                    <a:pt x="1085" y="2558"/>
                    <a:pt x="1791" y="2585"/>
                  </a:cubicBezTo>
                  <a:cubicBezTo>
                    <a:pt x="1826" y="2586"/>
                    <a:pt x="1862" y="2587"/>
                    <a:pt x="1898" y="2587"/>
                  </a:cubicBezTo>
                  <a:cubicBezTo>
                    <a:pt x="2570" y="2587"/>
                    <a:pt x="3258" y="2351"/>
                    <a:pt x="3825" y="2042"/>
                  </a:cubicBezTo>
                  <a:cubicBezTo>
                    <a:pt x="4232" y="1798"/>
                    <a:pt x="4611" y="1527"/>
                    <a:pt x="4991" y="1229"/>
                  </a:cubicBezTo>
                  <a:cubicBezTo>
                    <a:pt x="5045" y="1201"/>
                    <a:pt x="5073" y="1120"/>
                    <a:pt x="5127" y="1093"/>
                  </a:cubicBezTo>
                  <a:lnTo>
                    <a:pt x="4910" y="1093"/>
                  </a:lnTo>
                  <a:cubicBezTo>
                    <a:pt x="4666" y="1066"/>
                    <a:pt x="4449" y="1066"/>
                    <a:pt x="4232" y="1066"/>
                  </a:cubicBezTo>
                  <a:cubicBezTo>
                    <a:pt x="3771" y="1093"/>
                    <a:pt x="3309" y="1256"/>
                    <a:pt x="2875" y="1418"/>
                  </a:cubicBezTo>
                  <a:cubicBezTo>
                    <a:pt x="2532" y="1526"/>
                    <a:pt x="2155" y="1633"/>
                    <a:pt x="1785" y="1633"/>
                  </a:cubicBezTo>
                  <a:cubicBezTo>
                    <a:pt x="1687" y="1633"/>
                    <a:pt x="1589" y="1625"/>
                    <a:pt x="1492" y="1608"/>
                  </a:cubicBezTo>
                  <a:cubicBezTo>
                    <a:pt x="2333" y="1473"/>
                    <a:pt x="3092" y="876"/>
                    <a:pt x="3933" y="686"/>
                  </a:cubicBezTo>
                  <a:cubicBezTo>
                    <a:pt x="4199" y="603"/>
                    <a:pt x="4485" y="571"/>
                    <a:pt x="4767" y="571"/>
                  </a:cubicBezTo>
                  <a:cubicBezTo>
                    <a:pt x="4945" y="571"/>
                    <a:pt x="5121" y="584"/>
                    <a:pt x="5290" y="605"/>
                  </a:cubicBezTo>
                  <a:cubicBezTo>
                    <a:pt x="5262" y="550"/>
                    <a:pt x="5154" y="469"/>
                    <a:pt x="5018" y="415"/>
                  </a:cubicBezTo>
                  <a:cubicBezTo>
                    <a:pt x="4562" y="134"/>
                    <a:pt x="4025" y="1"/>
                    <a:pt x="34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2" name="Google Shape;1002;p33"/>
            <p:cNvSpPr/>
            <p:nvPr/>
          </p:nvSpPr>
          <p:spPr>
            <a:xfrm rot="8100000">
              <a:off x="8488690" y="4432628"/>
              <a:ext cx="238723" cy="124799"/>
            </a:xfrm>
            <a:custGeom>
              <a:avLst/>
              <a:gdLst/>
              <a:ahLst/>
              <a:cxnLst/>
              <a:rect l="l" t="t" r="r" b="b"/>
              <a:pathLst>
                <a:path w="9549" h="4992" fill="none" extrusionOk="0">
                  <a:moveTo>
                    <a:pt x="9548" y="1981"/>
                  </a:moveTo>
                  <a:cubicBezTo>
                    <a:pt x="7324" y="2984"/>
                    <a:pt x="5127" y="3961"/>
                    <a:pt x="2876" y="4991"/>
                  </a:cubicBezTo>
                  <a:cubicBezTo>
                    <a:pt x="2008" y="3120"/>
                    <a:pt x="869" y="1872"/>
                    <a:pt x="1" y="0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3" name="Google Shape;1003;p33"/>
            <p:cNvSpPr/>
            <p:nvPr/>
          </p:nvSpPr>
          <p:spPr>
            <a:xfrm rot="8100000">
              <a:off x="8286910" y="3666166"/>
              <a:ext cx="596744" cy="634019"/>
            </a:xfrm>
            <a:custGeom>
              <a:avLst/>
              <a:gdLst/>
              <a:ahLst/>
              <a:cxnLst/>
              <a:rect l="l" t="t" r="r" b="b"/>
              <a:pathLst>
                <a:path w="23870" h="25361" fill="none" extrusionOk="0">
                  <a:moveTo>
                    <a:pt x="23870" y="0"/>
                  </a:moveTo>
                  <a:cubicBezTo>
                    <a:pt x="17089" y="9222"/>
                    <a:pt x="8898" y="18119"/>
                    <a:pt x="1" y="25361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4" name="Google Shape;1004;p33"/>
            <p:cNvSpPr/>
            <p:nvPr/>
          </p:nvSpPr>
          <p:spPr>
            <a:xfrm rot="8100000">
              <a:off x="8528148" y="3440321"/>
              <a:ext cx="108524" cy="80724"/>
            </a:xfrm>
            <a:custGeom>
              <a:avLst/>
              <a:gdLst/>
              <a:ahLst/>
              <a:cxnLst/>
              <a:rect l="l" t="t" r="r" b="b"/>
              <a:pathLst>
                <a:path w="4341" h="3229" fill="none" extrusionOk="0">
                  <a:moveTo>
                    <a:pt x="4341" y="3229"/>
                  </a:moveTo>
                  <a:lnTo>
                    <a:pt x="4341" y="1"/>
                  </a:lnTo>
                  <a:cubicBezTo>
                    <a:pt x="2876" y="516"/>
                    <a:pt x="1466" y="1031"/>
                    <a:pt x="1" y="1547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5" name="Google Shape;1005;p33"/>
            <p:cNvSpPr/>
            <p:nvPr/>
          </p:nvSpPr>
          <p:spPr>
            <a:xfrm rot="8100000">
              <a:off x="8231604" y="3881871"/>
              <a:ext cx="406221" cy="406871"/>
            </a:xfrm>
            <a:custGeom>
              <a:avLst/>
              <a:gdLst/>
              <a:ahLst/>
              <a:cxnLst/>
              <a:rect l="l" t="t" r="r" b="b"/>
              <a:pathLst>
                <a:path w="16249" h="16275" fill="none" extrusionOk="0">
                  <a:moveTo>
                    <a:pt x="1" y="16274"/>
                  </a:moveTo>
                  <a:cubicBezTo>
                    <a:pt x="5887" y="11392"/>
                    <a:pt x="11366" y="5940"/>
                    <a:pt x="16248" y="0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6" name="Google Shape;1006;p33"/>
            <p:cNvSpPr/>
            <p:nvPr/>
          </p:nvSpPr>
          <p:spPr>
            <a:xfrm rot="8100000">
              <a:off x="8422330" y="4416459"/>
              <a:ext cx="30550" cy="33925"/>
            </a:xfrm>
            <a:custGeom>
              <a:avLst/>
              <a:gdLst/>
              <a:ahLst/>
              <a:cxnLst/>
              <a:rect l="l" t="t" r="r" b="b"/>
              <a:pathLst>
                <a:path w="1222" h="1357" fill="none" extrusionOk="0">
                  <a:moveTo>
                    <a:pt x="1" y="1357"/>
                  </a:moveTo>
                  <a:cubicBezTo>
                    <a:pt x="408" y="896"/>
                    <a:pt x="815" y="435"/>
                    <a:pt x="1221" y="1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7" name="Google Shape;1007;p33"/>
            <p:cNvSpPr/>
            <p:nvPr/>
          </p:nvSpPr>
          <p:spPr>
            <a:xfrm rot="8100000">
              <a:off x="7989335" y="4497572"/>
              <a:ext cx="179698" cy="190548"/>
            </a:xfrm>
            <a:custGeom>
              <a:avLst/>
              <a:gdLst/>
              <a:ahLst/>
              <a:cxnLst/>
              <a:rect l="l" t="t" r="r" b="b"/>
              <a:pathLst>
                <a:path w="7188" h="7622" fill="none" extrusionOk="0">
                  <a:moveTo>
                    <a:pt x="7188" y="7622"/>
                  </a:moveTo>
                  <a:cubicBezTo>
                    <a:pt x="5235" y="4747"/>
                    <a:pt x="2794" y="2143"/>
                    <a:pt x="0" y="0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8" name="Google Shape;1008;p33"/>
            <p:cNvSpPr/>
            <p:nvPr/>
          </p:nvSpPr>
          <p:spPr>
            <a:xfrm rot="8100000">
              <a:off x="8020761" y="4042722"/>
              <a:ext cx="287522" cy="105799"/>
            </a:xfrm>
            <a:custGeom>
              <a:avLst/>
              <a:gdLst/>
              <a:ahLst/>
              <a:cxnLst/>
              <a:rect l="l" t="t" r="r" b="b"/>
              <a:pathLst>
                <a:path w="11501" h="4232" fill="none" extrusionOk="0">
                  <a:moveTo>
                    <a:pt x="0" y="4231"/>
                  </a:moveTo>
                  <a:cubicBezTo>
                    <a:pt x="922" y="2034"/>
                    <a:pt x="3092" y="488"/>
                    <a:pt x="5398" y="244"/>
                  </a:cubicBezTo>
                  <a:cubicBezTo>
                    <a:pt x="7730" y="0"/>
                    <a:pt x="10144" y="1139"/>
                    <a:pt x="11501" y="3065"/>
                  </a:cubicBezTo>
                </a:path>
              </a:pathLst>
            </a:custGeom>
            <a:noFill/>
            <a:ln w="81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9" name="Google Shape;1009;p33"/>
            <p:cNvSpPr/>
            <p:nvPr/>
          </p:nvSpPr>
          <p:spPr>
            <a:xfrm rot="8100000">
              <a:off x="7592641" y="3574412"/>
              <a:ext cx="353297" cy="289322"/>
            </a:xfrm>
            <a:custGeom>
              <a:avLst/>
              <a:gdLst/>
              <a:ahLst/>
              <a:cxnLst/>
              <a:rect l="l" t="t" r="r" b="b"/>
              <a:pathLst>
                <a:path w="14132" h="11573" extrusionOk="0">
                  <a:moveTo>
                    <a:pt x="11532" y="0"/>
                  </a:moveTo>
                  <a:cubicBezTo>
                    <a:pt x="10876" y="0"/>
                    <a:pt x="10210" y="190"/>
                    <a:pt x="9629" y="448"/>
                  </a:cubicBezTo>
                  <a:cubicBezTo>
                    <a:pt x="6781" y="1560"/>
                    <a:pt x="4476" y="3649"/>
                    <a:pt x="2252" y="5737"/>
                  </a:cubicBezTo>
                  <a:cubicBezTo>
                    <a:pt x="1194" y="6686"/>
                    <a:pt x="28" y="7799"/>
                    <a:pt x="0" y="9317"/>
                  </a:cubicBezTo>
                  <a:cubicBezTo>
                    <a:pt x="0" y="10402"/>
                    <a:pt x="624" y="11189"/>
                    <a:pt x="1628" y="11460"/>
                  </a:cubicBezTo>
                  <a:cubicBezTo>
                    <a:pt x="1930" y="11537"/>
                    <a:pt x="2233" y="11573"/>
                    <a:pt x="2537" y="11573"/>
                  </a:cubicBezTo>
                  <a:cubicBezTo>
                    <a:pt x="4909" y="11573"/>
                    <a:pt x="7292" y="9416"/>
                    <a:pt x="8951" y="8070"/>
                  </a:cubicBezTo>
                  <a:cubicBezTo>
                    <a:pt x="10335" y="6958"/>
                    <a:pt x="11664" y="5656"/>
                    <a:pt x="12830" y="4245"/>
                  </a:cubicBezTo>
                  <a:cubicBezTo>
                    <a:pt x="13454" y="3459"/>
                    <a:pt x="14132" y="2482"/>
                    <a:pt x="13861" y="1479"/>
                  </a:cubicBezTo>
                  <a:cubicBezTo>
                    <a:pt x="13671" y="665"/>
                    <a:pt x="12857" y="177"/>
                    <a:pt x="12043" y="41"/>
                  </a:cubicBezTo>
                  <a:cubicBezTo>
                    <a:pt x="11875" y="13"/>
                    <a:pt x="11704" y="0"/>
                    <a:pt x="11532" y="0"/>
                  </a:cubicBezTo>
                  <a:close/>
                </a:path>
              </a:pathLst>
            </a:custGeom>
            <a:solidFill>
              <a:srgbClr val="FBF7E4">
                <a:alpha val="22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 &amp; Tech Stack</a:t>
            </a:r>
            <a:endParaRPr dirty="0"/>
          </a:p>
        </p:txBody>
      </p:sp>
      <p:sp>
        <p:nvSpPr>
          <p:cNvPr id="1225" name="Google Shape;1225;p43"/>
          <p:cNvSpPr txBox="1">
            <a:spLocks noGrp="1"/>
          </p:cNvSpPr>
          <p:nvPr>
            <p:ph type="subTitle" idx="1"/>
          </p:nvPr>
        </p:nvSpPr>
        <p:spPr>
          <a:xfrm>
            <a:off x="712900" y="1710150"/>
            <a:ext cx="24693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/>
              <a:t>“</a:t>
            </a:r>
            <a:r>
              <a:rPr lang="en-US" dirty="0"/>
              <a:t>Food ingredients dataset used for training and analysis of nutritional patterns</a:t>
            </a:r>
            <a:r>
              <a:rPr lang="en"/>
              <a:t>”</a:t>
            </a:r>
            <a:endParaRPr dirty="0"/>
          </a:p>
        </p:txBody>
      </p:sp>
      <p:sp>
        <p:nvSpPr>
          <p:cNvPr id="1226" name="Google Shape;1226;p43"/>
          <p:cNvSpPr txBox="1">
            <a:spLocks noGrp="1"/>
          </p:cNvSpPr>
          <p:nvPr>
            <p:ph type="subTitle" idx="2"/>
          </p:nvPr>
        </p:nvSpPr>
        <p:spPr>
          <a:xfrm>
            <a:off x="3281974" y="1710159"/>
            <a:ext cx="25797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/>
              <a:t>“</a:t>
            </a:r>
            <a:r>
              <a:rPr lang="en-US" dirty="0"/>
              <a:t>Text cleaning performed using Regex to remove noise and standardize data</a:t>
            </a:r>
            <a:r>
              <a:rPr lang="en"/>
              <a:t>”</a:t>
            </a:r>
            <a:endParaRPr dirty="0"/>
          </a:p>
        </p:txBody>
      </p:sp>
      <p:sp>
        <p:nvSpPr>
          <p:cNvPr id="1227" name="Google Shape;1227;p43"/>
          <p:cNvSpPr txBox="1">
            <a:spLocks noGrp="1"/>
          </p:cNvSpPr>
          <p:nvPr>
            <p:ph type="subTitle" idx="3"/>
          </p:nvPr>
        </p:nvSpPr>
        <p:spPr>
          <a:xfrm>
            <a:off x="712900" y="3387450"/>
            <a:ext cx="24693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/>
              <a:t>“</a:t>
            </a:r>
            <a:r>
              <a:rPr lang="en-US" dirty="0"/>
              <a:t>Logistic Regression applied to predict the health grade of food items</a:t>
            </a:r>
            <a:r>
              <a:rPr lang="en"/>
              <a:t>"</a:t>
            </a:r>
            <a:endParaRPr dirty="0"/>
          </a:p>
        </p:txBody>
      </p:sp>
      <p:sp>
        <p:nvSpPr>
          <p:cNvPr id="1228" name="Google Shape;1228;p43"/>
          <p:cNvSpPr txBox="1">
            <a:spLocks noGrp="1"/>
          </p:cNvSpPr>
          <p:nvPr>
            <p:ph type="subTitle" idx="4"/>
          </p:nvPr>
        </p:nvSpPr>
        <p:spPr>
          <a:xfrm>
            <a:off x="3281985" y="3387451"/>
            <a:ext cx="25797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/>
              <a:t>“</a:t>
            </a:r>
            <a:r>
              <a:rPr lang="en-US" dirty="0"/>
              <a:t>Flask API for deployment; pandas, </a:t>
            </a:r>
            <a:r>
              <a:rPr lang="en-US" dirty="0" err="1"/>
              <a:t>sklearn</a:t>
            </a:r>
            <a:r>
              <a:rPr lang="en-US"/>
              <a:t>, and joblib for implementation</a:t>
            </a:r>
            <a:r>
              <a:rPr lang="en"/>
              <a:t>"</a:t>
            </a:r>
            <a:endParaRPr/>
          </a:p>
        </p:txBody>
      </p:sp>
      <p:sp>
        <p:nvSpPr>
          <p:cNvPr id="1229" name="Google Shape;1229;p43"/>
          <p:cNvSpPr txBox="1">
            <a:spLocks noGrp="1"/>
          </p:cNvSpPr>
          <p:nvPr>
            <p:ph type="subTitle" idx="7"/>
          </p:nvPr>
        </p:nvSpPr>
        <p:spPr>
          <a:xfrm>
            <a:off x="712900" y="1223673"/>
            <a:ext cx="2469300" cy="47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1230" name="Google Shape;1230;p43"/>
          <p:cNvSpPr txBox="1">
            <a:spLocks noGrp="1"/>
          </p:cNvSpPr>
          <p:nvPr>
            <p:ph type="subTitle" idx="8"/>
          </p:nvPr>
        </p:nvSpPr>
        <p:spPr>
          <a:xfrm>
            <a:off x="3281974" y="1223673"/>
            <a:ext cx="2577300" cy="47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</a:t>
            </a:r>
            <a:endParaRPr/>
          </a:p>
        </p:txBody>
      </p:sp>
      <p:sp>
        <p:nvSpPr>
          <p:cNvPr id="1231" name="Google Shape;1231;p43"/>
          <p:cNvSpPr txBox="1">
            <a:spLocks noGrp="1"/>
          </p:cNvSpPr>
          <p:nvPr>
            <p:ph type="subTitle" idx="9"/>
          </p:nvPr>
        </p:nvSpPr>
        <p:spPr>
          <a:xfrm>
            <a:off x="5961452" y="1223673"/>
            <a:ext cx="2466900" cy="47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Extraction</a:t>
            </a:r>
            <a:endParaRPr/>
          </a:p>
        </p:txBody>
      </p:sp>
      <p:sp>
        <p:nvSpPr>
          <p:cNvPr id="1232" name="Google Shape;1232;p43"/>
          <p:cNvSpPr txBox="1">
            <a:spLocks noGrp="1"/>
          </p:cNvSpPr>
          <p:nvPr>
            <p:ph type="subTitle" idx="5"/>
          </p:nvPr>
        </p:nvSpPr>
        <p:spPr>
          <a:xfrm>
            <a:off x="5961452" y="1710155"/>
            <a:ext cx="24693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/>
              <a:t>“</a:t>
            </a:r>
            <a:r>
              <a:rPr lang="en-US"/>
              <a:t>TF-IDF Vectorizer used to convert textual data into numerical features</a:t>
            </a:r>
            <a:r>
              <a:rPr lang="en"/>
              <a:t>"</a:t>
            </a:r>
            <a:endParaRPr/>
          </a:p>
        </p:txBody>
      </p:sp>
      <p:sp>
        <p:nvSpPr>
          <p:cNvPr id="1233" name="Google Shape;1233;p43"/>
          <p:cNvSpPr txBox="1">
            <a:spLocks noGrp="1"/>
          </p:cNvSpPr>
          <p:nvPr>
            <p:ph type="subTitle" idx="6"/>
          </p:nvPr>
        </p:nvSpPr>
        <p:spPr>
          <a:xfrm>
            <a:off x="5961475" y="3387450"/>
            <a:ext cx="24693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/>
              <a:t>“</a:t>
            </a:r>
            <a:r>
              <a:rPr lang="en-US"/>
              <a:t>Generates a health grade and identifies potential risks in food products</a:t>
            </a:r>
            <a:r>
              <a:rPr lang="en"/>
              <a:t>"</a:t>
            </a:r>
            <a:endParaRPr/>
          </a:p>
        </p:txBody>
      </p:sp>
      <p:sp>
        <p:nvSpPr>
          <p:cNvPr id="1234" name="Google Shape;1234;p43"/>
          <p:cNvSpPr txBox="1">
            <a:spLocks noGrp="1"/>
          </p:cNvSpPr>
          <p:nvPr>
            <p:ph type="subTitle" idx="13"/>
          </p:nvPr>
        </p:nvSpPr>
        <p:spPr>
          <a:xfrm>
            <a:off x="712900" y="2903460"/>
            <a:ext cx="2469300" cy="47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</a:t>
            </a:r>
            <a:endParaRPr/>
          </a:p>
        </p:txBody>
      </p:sp>
      <p:sp>
        <p:nvSpPr>
          <p:cNvPr id="1235" name="Google Shape;1235;p43"/>
          <p:cNvSpPr txBox="1">
            <a:spLocks noGrp="1"/>
          </p:cNvSpPr>
          <p:nvPr>
            <p:ph type="subTitle" idx="14"/>
          </p:nvPr>
        </p:nvSpPr>
        <p:spPr>
          <a:xfrm>
            <a:off x="3281974" y="2903457"/>
            <a:ext cx="2577300" cy="47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&amp; Libraries</a:t>
            </a:r>
            <a:endParaRPr/>
          </a:p>
        </p:txBody>
      </p:sp>
      <p:sp>
        <p:nvSpPr>
          <p:cNvPr id="1236" name="Google Shape;1236;p43"/>
          <p:cNvSpPr txBox="1">
            <a:spLocks noGrp="1"/>
          </p:cNvSpPr>
          <p:nvPr>
            <p:ph type="subTitle" idx="15"/>
          </p:nvPr>
        </p:nvSpPr>
        <p:spPr>
          <a:xfrm>
            <a:off x="5961452" y="2903453"/>
            <a:ext cx="2469300" cy="47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p51"/>
          <p:cNvSpPr txBox="1">
            <a:spLocks noGrp="1"/>
          </p:cNvSpPr>
          <p:nvPr>
            <p:ph type="title"/>
          </p:nvPr>
        </p:nvSpPr>
        <p:spPr>
          <a:xfrm>
            <a:off x="713250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(Existing vs Our Work)</a:t>
            </a:r>
            <a:endParaRPr/>
          </a:p>
        </p:txBody>
      </p:sp>
      <p:sp>
        <p:nvSpPr>
          <p:cNvPr id="1972" name="Google Shape;1972;p51"/>
          <p:cNvSpPr txBox="1">
            <a:spLocks noGrp="1"/>
          </p:cNvSpPr>
          <p:nvPr>
            <p:ph type="body" idx="1"/>
          </p:nvPr>
        </p:nvSpPr>
        <p:spPr>
          <a:xfrm>
            <a:off x="713250" y="1532639"/>
            <a:ext cx="3778800" cy="29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 b="1">
                <a:latin typeface="Raleway"/>
                <a:ea typeface="Raleway"/>
                <a:cs typeface="Raleway"/>
                <a:sym typeface="Raleway"/>
              </a:rPr>
              <a:t>Existing Research:</a:t>
            </a:r>
            <a:endParaRPr sz="1600" b="1">
              <a:latin typeface="Raleway"/>
              <a:ea typeface="Raleway"/>
              <a:cs typeface="Raleway"/>
              <a:sym typeface="Raleway"/>
            </a:endParaRPr>
          </a:p>
          <a:p>
            <a:pPr marL="241300" indent="-203200">
              <a:spcBef>
                <a:spcPts val="1200"/>
              </a:spcBef>
              <a:buFont typeface="Mulish"/>
              <a:buChar char="●"/>
            </a:pPr>
            <a:r>
              <a:rPr lang="en-IN"/>
              <a:t>Nutritional scoring systems (Nutri-Score)</a:t>
            </a:r>
          </a:p>
          <a:p>
            <a:pPr marL="241300" indent="-203200">
              <a:spcBef>
                <a:spcPts val="1200"/>
              </a:spcBef>
              <a:buFont typeface="Mulish"/>
              <a:buChar char="●"/>
            </a:pPr>
            <a:r>
              <a:rPr lang="en-IN"/>
              <a:t>ML in food classification</a:t>
            </a:r>
          </a:p>
          <a:p>
            <a:pPr marL="241300" indent="-203200">
              <a:spcBef>
                <a:spcPts val="1200"/>
              </a:spcBef>
              <a:buFont typeface="Mulish"/>
              <a:buChar char="●"/>
            </a:pPr>
            <a:r>
              <a:rPr lang="en-IN"/>
              <a:t>Ingredient-based health prediction</a:t>
            </a:r>
          </a:p>
          <a:p>
            <a:pPr marL="241300" lvl="0" indent="-203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Mulish"/>
              <a:buChar char="●"/>
            </a:pPr>
            <a:endParaRPr/>
          </a:p>
        </p:txBody>
      </p:sp>
      <p:sp>
        <p:nvSpPr>
          <p:cNvPr id="4" name="Google Shape;1972;p51">
            <a:extLst>
              <a:ext uri="{FF2B5EF4-FFF2-40B4-BE49-F238E27FC236}">
                <a16:creationId xmlns:a16="http://schemas.microsoft.com/office/drawing/2014/main" id="{DC37D67F-2772-7A6D-279D-939EDF7ADA64}"/>
              </a:ext>
            </a:extLst>
          </p:cNvPr>
          <p:cNvSpPr txBox="1">
            <a:spLocks/>
          </p:cNvSpPr>
          <p:nvPr/>
        </p:nvSpPr>
        <p:spPr>
          <a:xfrm>
            <a:off x="4651949" y="1532639"/>
            <a:ext cx="37788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>
              <a:spcBef>
                <a:spcPts val="1000"/>
              </a:spcBef>
              <a:buFont typeface="Nunito Light"/>
              <a:buNone/>
            </a:pPr>
            <a:r>
              <a:rPr lang="en-IN" sz="1600" b="1">
                <a:latin typeface="Raleway"/>
                <a:ea typeface="Raleway"/>
                <a:cs typeface="Raleway"/>
                <a:sym typeface="Raleway"/>
              </a:rPr>
              <a:t>Our Work:</a:t>
            </a:r>
          </a:p>
          <a:p>
            <a:pPr marL="241300" indent="-203200">
              <a:spcBef>
                <a:spcPts val="1200"/>
              </a:spcBef>
              <a:buFont typeface="Mulish"/>
              <a:buChar char="●"/>
            </a:pPr>
            <a:r>
              <a:rPr lang="en-IN"/>
              <a:t>Real-time API based prediction</a:t>
            </a:r>
          </a:p>
          <a:p>
            <a:pPr marL="241300" indent="-203200">
              <a:spcBef>
                <a:spcPts val="1200"/>
              </a:spcBef>
              <a:buFont typeface="Mulish"/>
              <a:buChar char="●"/>
            </a:pPr>
            <a:r>
              <a:rPr lang="en-IN"/>
              <a:t>Risk word detection</a:t>
            </a:r>
          </a:p>
          <a:p>
            <a:pPr marL="241300" indent="-203200">
              <a:spcBef>
                <a:spcPts val="1200"/>
              </a:spcBef>
              <a:buFont typeface="Mulish"/>
              <a:buChar char="●"/>
            </a:pPr>
            <a:r>
              <a:rPr lang="en-IN"/>
              <a:t>Allergen identification</a:t>
            </a:r>
          </a:p>
          <a:p>
            <a:pPr marL="241300" indent="-203200">
              <a:spcBef>
                <a:spcPts val="1200"/>
              </a:spcBef>
              <a:buFont typeface="Mulish"/>
              <a:buChar char="●"/>
            </a:pPr>
            <a:endParaRPr lang="en-IN"/>
          </a:p>
        </p:txBody>
      </p:sp>
      <p:grpSp>
        <p:nvGrpSpPr>
          <p:cNvPr id="5" name="Google Shape;723;p32">
            <a:extLst>
              <a:ext uri="{FF2B5EF4-FFF2-40B4-BE49-F238E27FC236}">
                <a16:creationId xmlns:a16="http://schemas.microsoft.com/office/drawing/2014/main" id="{E6F41A26-72DF-6231-136F-954D1400E432}"/>
              </a:ext>
            </a:extLst>
          </p:cNvPr>
          <p:cNvGrpSpPr/>
          <p:nvPr/>
        </p:nvGrpSpPr>
        <p:grpSpPr>
          <a:xfrm rot="6104796">
            <a:off x="6589473" y="2490439"/>
            <a:ext cx="2666037" cy="2655365"/>
            <a:chOff x="5290851" y="676650"/>
            <a:chExt cx="3610982" cy="4020600"/>
          </a:xfrm>
        </p:grpSpPr>
        <p:sp>
          <p:nvSpPr>
            <p:cNvPr id="6" name="Google Shape;724;p32">
              <a:extLst>
                <a:ext uri="{FF2B5EF4-FFF2-40B4-BE49-F238E27FC236}">
                  <a16:creationId xmlns:a16="http://schemas.microsoft.com/office/drawing/2014/main" id="{DBD630F1-5BFC-F03C-A672-107F218B6598}"/>
                </a:ext>
              </a:extLst>
            </p:cNvPr>
            <p:cNvSpPr/>
            <p:nvPr/>
          </p:nvSpPr>
          <p:spPr>
            <a:xfrm>
              <a:off x="5290851" y="1117800"/>
              <a:ext cx="2950599" cy="3112954"/>
            </a:xfrm>
            <a:custGeom>
              <a:avLst/>
              <a:gdLst/>
              <a:ahLst/>
              <a:cxnLst/>
              <a:rect l="l" t="t" r="r" b="b"/>
              <a:pathLst>
                <a:path w="77765" h="82044" extrusionOk="0">
                  <a:moveTo>
                    <a:pt x="39099" y="0"/>
                  </a:moveTo>
                  <a:cubicBezTo>
                    <a:pt x="34409" y="0"/>
                    <a:pt x="29756" y="533"/>
                    <a:pt x="25687" y="1340"/>
                  </a:cubicBezTo>
                  <a:cubicBezTo>
                    <a:pt x="18662" y="2723"/>
                    <a:pt x="11610" y="5598"/>
                    <a:pt x="7080" y="11104"/>
                  </a:cubicBezTo>
                  <a:cubicBezTo>
                    <a:pt x="1954" y="17289"/>
                    <a:pt x="733" y="25806"/>
                    <a:pt x="435" y="33888"/>
                  </a:cubicBezTo>
                  <a:cubicBezTo>
                    <a:pt x="1" y="44602"/>
                    <a:pt x="977" y="56021"/>
                    <a:pt x="7324" y="64674"/>
                  </a:cubicBezTo>
                  <a:cubicBezTo>
                    <a:pt x="11827" y="70804"/>
                    <a:pt x="18635" y="74845"/>
                    <a:pt x="25660" y="77748"/>
                  </a:cubicBezTo>
                  <a:cubicBezTo>
                    <a:pt x="31854" y="80305"/>
                    <a:pt x="38671" y="82043"/>
                    <a:pt x="45327" y="82043"/>
                  </a:cubicBezTo>
                  <a:cubicBezTo>
                    <a:pt x="50038" y="82043"/>
                    <a:pt x="54669" y="81172"/>
                    <a:pt x="58941" y="79104"/>
                  </a:cubicBezTo>
                  <a:cubicBezTo>
                    <a:pt x="66888" y="75279"/>
                    <a:pt x="72638" y="67630"/>
                    <a:pt x="75188" y="59168"/>
                  </a:cubicBezTo>
                  <a:cubicBezTo>
                    <a:pt x="77765" y="50705"/>
                    <a:pt x="77222" y="41619"/>
                    <a:pt x="75134" y="33075"/>
                  </a:cubicBezTo>
                  <a:cubicBezTo>
                    <a:pt x="72367" y="22090"/>
                    <a:pt x="67756" y="9070"/>
                    <a:pt x="56988" y="3564"/>
                  </a:cubicBezTo>
                  <a:cubicBezTo>
                    <a:pt x="51857" y="975"/>
                    <a:pt x="45443" y="0"/>
                    <a:pt x="390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7" name="Google Shape;725;p32">
              <a:extLst>
                <a:ext uri="{FF2B5EF4-FFF2-40B4-BE49-F238E27FC236}">
                  <a16:creationId xmlns:a16="http://schemas.microsoft.com/office/drawing/2014/main" id="{9557CF47-373F-B760-4A14-EFDA0AAF7F81}"/>
                </a:ext>
              </a:extLst>
            </p:cNvPr>
            <p:cNvGrpSpPr/>
            <p:nvPr/>
          </p:nvGrpSpPr>
          <p:grpSpPr>
            <a:xfrm>
              <a:off x="6951925" y="3509275"/>
              <a:ext cx="345025" cy="338700"/>
              <a:chOff x="6951925" y="3509275"/>
              <a:chExt cx="345025" cy="338700"/>
            </a:xfrm>
          </p:grpSpPr>
          <p:sp>
            <p:nvSpPr>
              <p:cNvPr id="2063" name="Google Shape;726;p32">
                <a:extLst>
                  <a:ext uri="{FF2B5EF4-FFF2-40B4-BE49-F238E27FC236}">
                    <a16:creationId xmlns:a16="http://schemas.microsoft.com/office/drawing/2014/main" id="{48427DB9-5BB9-D8E0-BF21-77F3579E62A2}"/>
                  </a:ext>
                </a:extLst>
              </p:cNvPr>
              <p:cNvSpPr/>
              <p:nvPr/>
            </p:nvSpPr>
            <p:spPr>
              <a:xfrm>
                <a:off x="6951925" y="3546725"/>
                <a:ext cx="345025" cy="301250"/>
              </a:xfrm>
              <a:custGeom>
                <a:avLst/>
                <a:gdLst/>
                <a:ahLst/>
                <a:cxnLst/>
                <a:rect l="l" t="t" r="r" b="b"/>
                <a:pathLst>
                  <a:path w="13801" h="12050" extrusionOk="0">
                    <a:moveTo>
                      <a:pt x="8735" y="1"/>
                    </a:moveTo>
                    <a:cubicBezTo>
                      <a:pt x="8559" y="1"/>
                      <a:pt x="8378" y="7"/>
                      <a:pt x="8192" y="21"/>
                    </a:cubicBezTo>
                    <a:cubicBezTo>
                      <a:pt x="5751" y="211"/>
                      <a:pt x="3093" y="1269"/>
                      <a:pt x="1574" y="3330"/>
                    </a:cubicBezTo>
                    <a:cubicBezTo>
                      <a:pt x="381" y="4958"/>
                      <a:pt x="1" y="7236"/>
                      <a:pt x="950" y="8999"/>
                    </a:cubicBezTo>
                    <a:cubicBezTo>
                      <a:pt x="1737" y="10491"/>
                      <a:pt x="3310" y="11440"/>
                      <a:pt x="4937" y="11847"/>
                    </a:cubicBezTo>
                    <a:cubicBezTo>
                      <a:pt x="5519" y="11984"/>
                      <a:pt x="6107" y="12050"/>
                      <a:pt x="6688" y="12050"/>
                    </a:cubicBezTo>
                    <a:cubicBezTo>
                      <a:pt x="10250" y="12050"/>
                      <a:pt x="13555" y="9569"/>
                      <a:pt x="13671" y="5744"/>
                    </a:cubicBezTo>
                    <a:cubicBezTo>
                      <a:pt x="13800" y="2395"/>
                      <a:pt x="12070" y="1"/>
                      <a:pt x="87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4" name="Google Shape;727;p32">
                <a:extLst>
                  <a:ext uri="{FF2B5EF4-FFF2-40B4-BE49-F238E27FC236}">
                    <a16:creationId xmlns:a16="http://schemas.microsoft.com/office/drawing/2014/main" id="{77FCD532-B85D-4412-C323-59E48A0AF67E}"/>
                  </a:ext>
                </a:extLst>
              </p:cNvPr>
              <p:cNvSpPr/>
              <p:nvPr/>
            </p:nvSpPr>
            <p:spPr>
              <a:xfrm>
                <a:off x="7055000" y="3509275"/>
                <a:ext cx="147175" cy="114050"/>
              </a:xfrm>
              <a:custGeom>
                <a:avLst/>
                <a:gdLst/>
                <a:ahLst/>
                <a:cxnLst/>
                <a:rect l="l" t="t" r="r" b="b"/>
                <a:pathLst>
                  <a:path w="5887" h="4562" extrusionOk="0">
                    <a:moveTo>
                      <a:pt x="3473" y="0"/>
                    </a:moveTo>
                    <a:cubicBezTo>
                      <a:pt x="3174" y="326"/>
                      <a:pt x="2930" y="678"/>
                      <a:pt x="2795" y="1085"/>
                    </a:cubicBezTo>
                    <a:cubicBezTo>
                      <a:pt x="2533" y="657"/>
                      <a:pt x="2042" y="333"/>
                      <a:pt x="1504" y="333"/>
                    </a:cubicBezTo>
                    <a:cubicBezTo>
                      <a:pt x="1429" y="333"/>
                      <a:pt x="1352" y="339"/>
                      <a:pt x="1276" y="353"/>
                    </a:cubicBezTo>
                    <a:cubicBezTo>
                      <a:pt x="1710" y="760"/>
                      <a:pt x="1981" y="1356"/>
                      <a:pt x="2035" y="1980"/>
                    </a:cubicBezTo>
                    <a:cubicBezTo>
                      <a:pt x="1501" y="1725"/>
                      <a:pt x="888" y="1589"/>
                      <a:pt x="297" y="1589"/>
                    </a:cubicBezTo>
                    <a:cubicBezTo>
                      <a:pt x="198" y="1589"/>
                      <a:pt x="99" y="1593"/>
                      <a:pt x="1" y="1600"/>
                    </a:cubicBezTo>
                    <a:cubicBezTo>
                      <a:pt x="136" y="2062"/>
                      <a:pt x="408" y="2414"/>
                      <a:pt x="760" y="2631"/>
                    </a:cubicBezTo>
                    <a:cubicBezTo>
                      <a:pt x="1024" y="2763"/>
                      <a:pt x="1340" y="2842"/>
                      <a:pt x="1654" y="2842"/>
                    </a:cubicBezTo>
                    <a:cubicBezTo>
                      <a:pt x="1792" y="2842"/>
                      <a:pt x="1930" y="2827"/>
                      <a:pt x="2062" y="2794"/>
                    </a:cubicBezTo>
                    <a:lnTo>
                      <a:pt x="2062" y="2794"/>
                    </a:lnTo>
                    <a:cubicBezTo>
                      <a:pt x="1628" y="3228"/>
                      <a:pt x="1384" y="3906"/>
                      <a:pt x="1520" y="4557"/>
                    </a:cubicBezTo>
                    <a:cubicBezTo>
                      <a:pt x="1557" y="4560"/>
                      <a:pt x="1594" y="4562"/>
                      <a:pt x="1630" y="4562"/>
                    </a:cubicBezTo>
                    <a:cubicBezTo>
                      <a:pt x="2246" y="4562"/>
                      <a:pt x="2858" y="4143"/>
                      <a:pt x="3012" y="3580"/>
                    </a:cubicBezTo>
                    <a:cubicBezTo>
                      <a:pt x="3256" y="4014"/>
                      <a:pt x="3663" y="4367"/>
                      <a:pt x="4096" y="4530"/>
                    </a:cubicBezTo>
                    <a:cubicBezTo>
                      <a:pt x="4157" y="4542"/>
                      <a:pt x="4223" y="4554"/>
                      <a:pt x="4287" y="4554"/>
                    </a:cubicBezTo>
                    <a:cubicBezTo>
                      <a:pt x="4367" y="4554"/>
                      <a:pt x="4443" y="4536"/>
                      <a:pt x="4503" y="4476"/>
                    </a:cubicBezTo>
                    <a:cubicBezTo>
                      <a:pt x="4558" y="4394"/>
                      <a:pt x="4558" y="4259"/>
                      <a:pt x="4530" y="4150"/>
                    </a:cubicBezTo>
                    <a:cubicBezTo>
                      <a:pt x="4422" y="3716"/>
                      <a:pt x="4232" y="3336"/>
                      <a:pt x="3934" y="3038"/>
                    </a:cubicBezTo>
                    <a:cubicBezTo>
                      <a:pt x="4747" y="2957"/>
                      <a:pt x="5480" y="2496"/>
                      <a:pt x="5887" y="1817"/>
                    </a:cubicBezTo>
                    <a:lnTo>
                      <a:pt x="5887" y="1817"/>
                    </a:lnTo>
                    <a:cubicBezTo>
                      <a:pt x="5209" y="1872"/>
                      <a:pt x="4530" y="1980"/>
                      <a:pt x="3852" y="2062"/>
                    </a:cubicBezTo>
                    <a:cubicBezTo>
                      <a:pt x="4069" y="1356"/>
                      <a:pt x="3934" y="597"/>
                      <a:pt x="34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5" name="Google Shape;728;p32">
                <a:extLst>
                  <a:ext uri="{FF2B5EF4-FFF2-40B4-BE49-F238E27FC236}">
                    <a16:creationId xmlns:a16="http://schemas.microsoft.com/office/drawing/2014/main" id="{EF59836D-6B0C-0CA5-26D1-BB36F3855717}"/>
                  </a:ext>
                </a:extLst>
              </p:cNvPr>
              <p:cNvSpPr/>
              <p:nvPr/>
            </p:nvSpPr>
            <p:spPr>
              <a:xfrm>
                <a:off x="6990600" y="3614525"/>
                <a:ext cx="105800" cy="151125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6045" extrusionOk="0">
                    <a:moveTo>
                      <a:pt x="2120" y="1"/>
                    </a:moveTo>
                    <a:cubicBezTo>
                      <a:pt x="1037" y="1"/>
                      <a:pt x="327" y="1289"/>
                      <a:pt x="163" y="2273"/>
                    </a:cubicBezTo>
                    <a:cubicBezTo>
                      <a:pt x="0" y="3168"/>
                      <a:pt x="136" y="4090"/>
                      <a:pt x="488" y="4904"/>
                    </a:cubicBezTo>
                    <a:cubicBezTo>
                      <a:pt x="814" y="5473"/>
                      <a:pt x="1275" y="6016"/>
                      <a:pt x="1953" y="6043"/>
                    </a:cubicBezTo>
                    <a:cubicBezTo>
                      <a:pt x="1975" y="6044"/>
                      <a:pt x="1996" y="6045"/>
                      <a:pt x="2018" y="6045"/>
                    </a:cubicBezTo>
                    <a:cubicBezTo>
                      <a:pt x="2507" y="6045"/>
                      <a:pt x="2943" y="5755"/>
                      <a:pt x="3255" y="5365"/>
                    </a:cubicBezTo>
                    <a:cubicBezTo>
                      <a:pt x="3553" y="4958"/>
                      <a:pt x="3716" y="4470"/>
                      <a:pt x="3824" y="3982"/>
                    </a:cubicBezTo>
                    <a:cubicBezTo>
                      <a:pt x="4150" y="2652"/>
                      <a:pt x="4231" y="672"/>
                      <a:pt x="2658" y="103"/>
                    </a:cubicBezTo>
                    <a:cubicBezTo>
                      <a:pt x="2470" y="33"/>
                      <a:pt x="2290" y="1"/>
                      <a:pt x="2120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6" name="Google Shape;729;p32">
                <a:extLst>
                  <a:ext uri="{FF2B5EF4-FFF2-40B4-BE49-F238E27FC236}">
                    <a16:creationId xmlns:a16="http://schemas.microsoft.com/office/drawing/2014/main" id="{B38E16C7-EE8A-A599-9412-5B87ACCF2D97}"/>
                  </a:ext>
                </a:extLst>
              </p:cNvPr>
              <p:cNvSpPr/>
              <p:nvPr/>
            </p:nvSpPr>
            <p:spPr>
              <a:xfrm>
                <a:off x="7216400" y="3638775"/>
                <a:ext cx="38675" cy="129550"/>
              </a:xfrm>
              <a:custGeom>
                <a:avLst/>
                <a:gdLst/>
                <a:ahLst/>
                <a:cxnLst/>
                <a:rect l="l" t="t" r="r" b="b"/>
                <a:pathLst>
                  <a:path w="1547" h="5182" fill="none" extrusionOk="0">
                    <a:moveTo>
                      <a:pt x="1004" y="1"/>
                    </a:moveTo>
                    <a:cubicBezTo>
                      <a:pt x="1411" y="842"/>
                      <a:pt x="1546" y="1818"/>
                      <a:pt x="1356" y="2740"/>
                    </a:cubicBezTo>
                    <a:cubicBezTo>
                      <a:pt x="1194" y="3663"/>
                      <a:pt x="733" y="4530"/>
                      <a:pt x="0" y="5181"/>
                    </a:cubicBezTo>
                  </a:path>
                </a:pathLst>
              </a:custGeom>
              <a:noFill/>
              <a:ln w="162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7" name="Google Shape;730;p32">
                <a:extLst>
                  <a:ext uri="{FF2B5EF4-FFF2-40B4-BE49-F238E27FC236}">
                    <a16:creationId xmlns:a16="http://schemas.microsoft.com/office/drawing/2014/main" id="{8F0EC11B-9B2B-8A60-B00E-28B9AF4431DC}"/>
                  </a:ext>
                </a:extLst>
              </p:cNvPr>
              <p:cNvSpPr/>
              <p:nvPr/>
            </p:nvSpPr>
            <p:spPr>
              <a:xfrm>
                <a:off x="7177075" y="3791350"/>
                <a:ext cx="8150" cy="4100"/>
              </a:xfrm>
              <a:custGeom>
                <a:avLst/>
                <a:gdLst/>
                <a:ahLst/>
                <a:cxnLst/>
                <a:rect l="l" t="t" r="r" b="b"/>
                <a:pathLst>
                  <a:path w="326" h="164" fill="none" extrusionOk="0">
                    <a:moveTo>
                      <a:pt x="326" y="1"/>
                    </a:moveTo>
                    <a:cubicBezTo>
                      <a:pt x="217" y="55"/>
                      <a:pt x="81" y="82"/>
                      <a:pt x="0" y="163"/>
                    </a:cubicBezTo>
                  </a:path>
                </a:pathLst>
              </a:custGeom>
              <a:noFill/>
              <a:ln w="162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8" name="Google Shape;731;p32">
              <a:extLst>
                <a:ext uri="{FF2B5EF4-FFF2-40B4-BE49-F238E27FC236}">
                  <a16:creationId xmlns:a16="http://schemas.microsoft.com/office/drawing/2014/main" id="{96E6A67D-665E-4872-5296-85F8BEDE0122}"/>
                </a:ext>
              </a:extLst>
            </p:cNvPr>
            <p:cNvGrpSpPr/>
            <p:nvPr/>
          </p:nvGrpSpPr>
          <p:grpSpPr>
            <a:xfrm>
              <a:off x="6590500" y="2354625"/>
              <a:ext cx="573025" cy="424675"/>
              <a:chOff x="6590500" y="2354625"/>
              <a:chExt cx="573025" cy="424675"/>
            </a:xfrm>
          </p:grpSpPr>
          <p:sp>
            <p:nvSpPr>
              <p:cNvPr id="2055" name="Google Shape;732;p32">
                <a:extLst>
                  <a:ext uri="{FF2B5EF4-FFF2-40B4-BE49-F238E27FC236}">
                    <a16:creationId xmlns:a16="http://schemas.microsoft.com/office/drawing/2014/main" id="{6D7ED6B9-6474-4931-9378-426D322510AB}"/>
                  </a:ext>
                </a:extLst>
              </p:cNvPr>
              <p:cNvSpPr/>
              <p:nvPr/>
            </p:nvSpPr>
            <p:spPr>
              <a:xfrm>
                <a:off x="6590500" y="2538450"/>
                <a:ext cx="180400" cy="97850"/>
              </a:xfrm>
              <a:custGeom>
                <a:avLst/>
                <a:gdLst/>
                <a:ahLst/>
                <a:cxnLst/>
                <a:rect l="l" t="t" r="r" b="b"/>
                <a:pathLst>
                  <a:path w="7216" h="3914" extrusionOk="0">
                    <a:moveTo>
                      <a:pt x="1856" y="1"/>
                    </a:moveTo>
                    <a:cubicBezTo>
                      <a:pt x="1240" y="1"/>
                      <a:pt x="615" y="51"/>
                      <a:pt x="1" y="100"/>
                    </a:cubicBezTo>
                    <a:cubicBezTo>
                      <a:pt x="82" y="1429"/>
                      <a:pt x="1113" y="2542"/>
                      <a:pt x="2306" y="3111"/>
                    </a:cubicBezTo>
                    <a:cubicBezTo>
                      <a:pt x="3039" y="3488"/>
                      <a:pt x="4176" y="3913"/>
                      <a:pt x="5167" y="3913"/>
                    </a:cubicBezTo>
                    <a:cubicBezTo>
                      <a:pt x="5461" y="3913"/>
                      <a:pt x="5741" y="3876"/>
                      <a:pt x="5995" y="3789"/>
                    </a:cubicBezTo>
                    <a:cubicBezTo>
                      <a:pt x="7216" y="3409"/>
                      <a:pt x="6294" y="1863"/>
                      <a:pt x="5724" y="1294"/>
                    </a:cubicBezTo>
                    <a:cubicBezTo>
                      <a:pt x="5019" y="561"/>
                      <a:pt x="4015" y="209"/>
                      <a:pt x="3012" y="73"/>
                    </a:cubicBezTo>
                    <a:cubicBezTo>
                      <a:pt x="2633" y="21"/>
                      <a:pt x="2247" y="1"/>
                      <a:pt x="18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6" name="Google Shape;733;p32">
                <a:extLst>
                  <a:ext uri="{FF2B5EF4-FFF2-40B4-BE49-F238E27FC236}">
                    <a16:creationId xmlns:a16="http://schemas.microsoft.com/office/drawing/2014/main" id="{C62DBFF1-19FC-E0E1-C559-D40E238B261B}"/>
                  </a:ext>
                </a:extLst>
              </p:cNvPr>
              <p:cNvSpPr/>
              <p:nvPr/>
            </p:nvSpPr>
            <p:spPr>
              <a:xfrm>
                <a:off x="6626450" y="2568075"/>
                <a:ext cx="1288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5154" h="1493" fill="none" extrusionOk="0">
                    <a:moveTo>
                      <a:pt x="5154" y="1492"/>
                    </a:moveTo>
                    <a:cubicBezTo>
                      <a:pt x="3445" y="977"/>
                      <a:pt x="1709" y="516"/>
                      <a:pt x="0" y="0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7" name="Google Shape;734;p32">
                <a:extLst>
                  <a:ext uri="{FF2B5EF4-FFF2-40B4-BE49-F238E27FC236}">
                    <a16:creationId xmlns:a16="http://schemas.microsoft.com/office/drawing/2014/main" id="{5B9FB9AF-2066-5754-2402-7E6477F082D5}"/>
                  </a:ext>
                </a:extLst>
              </p:cNvPr>
              <p:cNvSpPr/>
              <p:nvPr/>
            </p:nvSpPr>
            <p:spPr>
              <a:xfrm>
                <a:off x="6601350" y="2626375"/>
                <a:ext cx="179725" cy="40050"/>
              </a:xfrm>
              <a:custGeom>
                <a:avLst/>
                <a:gdLst/>
                <a:ahLst/>
                <a:cxnLst/>
                <a:rect l="l" t="t" r="r" b="b"/>
                <a:pathLst>
                  <a:path w="7189" h="1602" fill="none" extrusionOk="0">
                    <a:moveTo>
                      <a:pt x="7189" y="1"/>
                    </a:moveTo>
                    <a:cubicBezTo>
                      <a:pt x="4937" y="1086"/>
                      <a:pt x="2469" y="1601"/>
                      <a:pt x="1" y="1466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8" name="Google Shape;735;p32">
                <a:extLst>
                  <a:ext uri="{FF2B5EF4-FFF2-40B4-BE49-F238E27FC236}">
                    <a16:creationId xmlns:a16="http://schemas.microsoft.com/office/drawing/2014/main" id="{6AED6301-07DF-4214-42BD-F024D7B92F02}"/>
                  </a:ext>
                </a:extLst>
              </p:cNvPr>
              <p:cNvSpPr/>
              <p:nvPr/>
            </p:nvSpPr>
            <p:spPr>
              <a:xfrm>
                <a:off x="6707150" y="2354625"/>
                <a:ext cx="456375" cy="424675"/>
              </a:xfrm>
              <a:custGeom>
                <a:avLst/>
                <a:gdLst/>
                <a:ahLst/>
                <a:cxnLst/>
                <a:rect l="l" t="t" r="r" b="b"/>
                <a:pathLst>
                  <a:path w="18255" h="16987" extrusionOk="0">
                    <a:moveTo>
                      <a:pt x="8905" y="0"/>
                    </a:moveTo>
                    <a:cubicBezTo>
                      <a:pt x="8180" y="0"/>
                      <a:pt x="7455" y="95"/>
                      <a:pt x="6754" y="293"/>
                    </a:cubicBezTo>
                    <a:cubicBezTo>
                      <a:pt x="3879" y="1106"/>
                      <a:pt x="1790" y="3493"/>
                      <a:pt x="895" y="6260"/>
                    </a:cubicBezTo>
                    <a:cubicBezTo>
                      <a:pt x="0" y="8972"/>
                      <a:pt x="678" y="11386"/>
                      <a:pt x="2414" y="13665"/>
                    </a:cubicBezTo>
                    <a:cubicBezTo>
                      <a:pt x="3391" y="14967"/>
                      <a:pt x="4774" y="16024"/>
                      <a:pt x="6374" y="16567"/>
                    </a:cubicBezTo>
                    <a:cubicBezTo>
                      <a:pt x="7217" y="16850"/>
                      <a:pt x="8098" y="16986"/>
                      <a:pt x="8980" y="16986"/>
                    </a:cubicBezTo>
                    <a:cubicBezTo>
                      <a:pt x="11303" y="16986"/>
                      <a:pt x="13624" y="16042"/>
                      <a:pt x="15217" y="14370"/>
                    </a:cubicBezTo>
                    <a:cubicBezTo>
                      <a:pt x="17766" y="11685"/>
                      <a:pt x="18255" y="7291"/>
                      <a:pt x="16356" y="4090"/>
                    </a:cubicBezTo>
                    <a:cubicBezTo>
                      <a:pt x="14832" y="1564"/>
                      <a:pt x="11857" y="0"/>
                      <a:pt x="890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9" name="Google Shape;736;p32">
                <a:extLst>
                  <a:ext uri="{FF2B5EF4-FFF2-40B4-BE49-F238E27FC236}">
                    <a16:creationId xmlns:a16="http://schemas.microsoft.com/office/drawing/2014/main" id="{1D6B8F30-4C44-B3B0-2015-60E1B18BAFC9}"/>
                  </a:ext>
                </a:extLst>
              </p:cNvPr>
              <p:cNvSpPr/>
              <p:nvPr/>
            </p:nvSpPr>
            <p:spPr>
              <a:xfrm>
                <a:off x="6767500" y="2391100"/>
                <a:ext cx="196675" cy="93600"/>
              </a:xfrm>
              <a:custGeom>
                <a:avLst/>
                <a:gdLst/>
                <a:ahLst/>
                <a:cxnLst/>
                <a:rect l="l" t="t" r="r" b="b"/>
                <a:pathLst>
                  <a:path w="7867" h="3744" fill="none" extrusionOk="0">
                    <a:moveTo>
                      <a:pt x="0" y="3743"/>
                    </a:moveTo>
                    <a:cubicBezTo>
                      <a:pt x="733" y="2387"/>
                      <a:pt x="1926" y="1302"/>
                      <a:pt x="3364" y="705"/>
                    </a:cubicBezTo>
                    <a:cubicBezTo>
                      <a:pt x="4774" y="81"/>
                      <a:pt x="6401" y="0"/>
                      <a:pt x="7866" y="353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0" name="Google Shape;737;p32">
                <a:extLst>
                  <a:ext uri="{FF2B5EF4-FFF2-40B4-BE49-F238E27FC236}">
                    <a16:creationId xmlns:a16="http://schemas.microsoft.com/office/drawing/2014/main" id="{772A35F2-9C9F-0CB7-1FCE-C89C56744FD9}"/>
                  </a:ext>
                </a:extLst>
              </p:cNvPr>
              <p:cNvSpPr/>
              <p:nvPr/>
            </p:nvSpPr>
            <p:spPr>
              <a:xfrm>
                <a:off x="6991275" y="2405325"/>
                <a:ext cx="29850" cy="10875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5" fill="none" extrusionOk="0">
                    <a:moveTo>
                      <a:pt x="0" y="1"/>
                    </a:moveTo>
                    <a:cubicBezTo>
                      <a:pt x="407" y="136"/>
                      <a:pt x="787" y="299"/>
                      <a:pt x="1194" y="435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1" name="Google Shape;738;p32">
                <a:extLst>
                  <a:ext uri="{FF2B5EF4-FFF2-40B4-BE49-F238E27FC236}">
                    <a16:creationId xmlns:a16="http://schemas.microsoft.com/office/drawing/2014/main" id="{53B3C86D-356D-AD6F-B6BD-08F876065DC0}"/>
                  </a:ext>
                </a:extLst>
              </p:cNvPr>
              <p:cNvSpPr/>
              <p:nvPr/>
            </p:nvSpPr>
            <p:spPr>
              <a:xfrm>
                <a:off x="7082800" y="2521950"/>
                <a:ext cx="38675" cy="128200"/>
              </a:xfrm>
              <a:custGeom>
                <a:avLst/>
                <a:gdLst/>
                <a:ahLst/>
                <a:cxnLst/>
                <a:rect l="l" t="t" r="r" b="b"/>
                <a:pathLst>
                  <a:path w="1547" h="5128" fill="none" extrusionOk="0">
                    <a:moveTo>
                      <a:pt x="1" y="5127"/>
                    </a:moveTo>
                    <a:cubicBezTo>
                      <a:pt x="1194" y="3744"/>
                      <a:pt x="1547" y="1737"/>
                      <a:pt x="1059" y="1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2" name="Google Shape;739;p32">
                <a:extLst>
                  <a:ext uri="{FF2B5EF4-FFF2-40B4-BE49-F238E27FC236}">
                    <a16:creationId xmlns:a16="http://schemas.microsoft.com/office/drawing/2014/main" id="{C984F3E9-4A8E-AD0F-E1C1-D0D8D7A9852E}"/>
                  </a:ext>
                </a:extLst>
              </p:cNvPr>
              <p:cNvSpPr/>
              <p:nvPr/>
            </p:nvSpPr>
            <p:spPr>
              <a:xfrm>
                <a:off x="6760025" y="2615125"/>
                <a:ext cx="261775" cy="127600"/>
              </a:xfrm>
              <a:custGeom>
                <a:avLst/>
                <a:gdLst/>
                <a:ahLst/>
                <a:cxnLst/>
                <a:rect l="l" t="t" r="r" b="b"/>
                <a:pathLst>
                  <a:path w="10471" h="5104" extrusionOk="0">
                    <a:moveTo>
                      <a:pt x="5418" y="1"/>
                    </a:moveTo>
                    <a:cubicBezTo>
                      <a:pt x="4631" y="1"/>
                      <a:pt x="3840" y="89"/>
                      <a:pt x="3066" y="261"/>
                    </a:cubicBezTo>
                    <a:cubicBezTo>
                      <a:pt x="2605" y="342"/>
                      <a:pt x="2117" y="532"/>
                      <a:pt x="1737" y="831"/>
                    </a:cubicBezTo>
                    <a:cubicBezTo>
                      <a:pt x="1" y="2350"/>
                      <a:pt x="2930" y="4248"/>
                      <a:pt x="4205" y="4737"/>
                    </a:cubicBezTo>
                    <a:cubicBezTo>
                      <a:pt x="4889" y="4980"/>
                      <a:pt x="5615" y="5104"/>
                      <a:pt x="6341" y="5104"/>
                    </a:cubicBezTo>
                    <a:cubicBezTo>
                      <a:pt x="6911" y="5104"/>
                      <a:pt x="7481" y="5027"/>
                      <a:pt x="8030" y="4872"/>
                    </a:cubicBezTo>
                    <a:cubicBezTo>
                      <a:pt x="8708" y="4655"/>
                      <a:pt x="9386" y="4330"/>
                      <a:pt x="9820" y="3787"/>
                    </a:cubicBezTo>
                    <a:cubicBezTo>
                      <a:pt x="10254" y="3245"/>
                      <a:pt x="10471" y="2458"/>
                      <a:pt x="10199" y="1780"/>
                    </a:cubicBezTo>
                    <a:cubicBezTo>
                      <a:pt x="9874" y="993"/>
                      <a:pt x="9006" y="614"/>
                      <a:pt x="8219" y="397"/>
                    </a:cubicBezTo>
                    <a:cubicBezTo>
                      <a:pt x="7314" y="130"/>
                      <a:pt x="6369" y="1"/>
                      <a:pt x="5418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9" name="Google Shape;740;p32">
              <a:extLst>
                <a:ext uri="{FF2B5EF4-FFF2-40B4-BE49-F238E27FC236}">
                  <a16:creationId xmlns:a16="http://schemas.microsoft.com/office/drawing/2014/main" id="{26CEAE12-B787-F2E1-C6B6-CB380B8339D2}"/>
                </a:ext>
              </a:extLst>
            </p:cNvPr>
            <p:cNvGrpSpPr/>
            <p:nvPr/>
          </p:nvGrpSpPr>
          <p:grpSpPr>
            <a:xfrm>
              <a:off x="7847025" y="2208500"/>
              <a:ext cx="731000" cy="1080450"/>
              <a:chOff x="7847025" y="2208500"/>
              <a:chExt cx="731000" cy="1080450"/>
            </a:xfrm>
          </p:grpSpPr>
          <p:sp>
            <p:nvSpPr>
              <p:cNvPr id="2041" name="Google Shape;741;p32">
                <a:extLst>
                  <a:ext uri="{FF2B5EF4-FFF2-40B4-BE49-F238E27FC236}">
                    <a16:creationId xmlns:a16="http://schemas.microsoft.com/office/drawing/2014/main" id="{766E266E-FC48-FB28-E821-36B62572EEB0}"/>
                  </a:ext>
                </a:extLst>
              </p:cNvPr>
              <p:cNvSpPr/>
              <p:nvPr/>
            </p:nvSpPr>
            <p:spPr>
              <a:xfrm>
                <a:off x="7847025" y="2386725"/>
                <a:ext cx="731000" cy="902225"/>
              </a:xfrm>
              <a:custGeom>
                <a:avLst/>
                <a:gdLst/>
                <a:ahLst/>
                <a:cxnLst/>
                <a:rect l="l" t="t" r="r" b="b"/>
                <a:pathLst>
                  <a:path w="29240" h="36089" extrusionOk="0">
                    <a:moveTo>
                      <a:pt x="9491" y="1"/>
                    </a:moveTo>
                    <a:cubicBezTo>
                      <a:pt x="9127" y="1"/>
                      <a:pt x="8755" y="87"/>
                      <a:pt x="8355" y="311"/>
                    </a:cubicBezTo>
                    <a:cubicBezTo>
                      <a:pt x="5778" y="1721"/>
                      <a:pt x="3499" y="4542"/>
                      <a:pt x="1872" y="6983"/>
                    </a:cubicBezTo>
                    <a:cubicBezTo>
                      <a:pt x="1194" y="7987"/>
                      <a:pt x="597" y="9126"/>
                      <a:pt x="272" y="10292"/>
                    </a:cubicBezTo>
                    <a:cubicBezTo>
                      <a:pt x="0" y="11486"/>
                      <a:pt x="82" y="12815"/>
                      <a:pt x="679" y="13900"/>
                    </a:cubicBezTo>
                    <a:cubicBezTo>
                      <a:pt x="1384" y="15120"/>
                      <a:pt x="2794" y="15934"/>
                      <a:pt x="3228" y="17290"/>
                    </a:cubicBezTo>
                    <a:cubicBezTo>
                      <a:pt x="3798" y="18918"/>
                      <a:pt x="2821" y="20599"/>
                      <a:pt x="1953" y="22064"/>
                    </a:cubicBezTo>
                    <a:cubicBezTo>
                      <a:pt x="1031" y="23529"/>
                      <a:pt x="136" y="25292"/>
                      <a:pt x="814" y="26838"/>
                    </a:cubicBezTo>
                    <a:cubicBezTo>
                      <a:pt x="1438" y="28275"/>
                      <a:pt x="3093" y="28926"/>
                      <a:pt x="4612" y="29089"/>
                    </a:cubicBezTo>
                    <a:cubicBezTo>
                      <a:pt x="6158" y="29252"/>
                      <a:pt x="7731" y="29143"/>
                      <a:pt x="9168" y="29740"/>
                    </a:cubicBezTo>
                    <a:cubicBezTo>
                      <a:pt x="10986" y="30445"/>
                      <a:pt x="12179" y="32100"/>
                      <a:pt x="13508" y="33537"/>
                    </a:cubicBezTo>
                    <a:cubicBezTo>
                      <a:pt x="14732" y="34836"/>
                      <a:pt x="16277" y="36088"/>
                      <a:pt x="18039" y="36088"/>
                    </a:cubicBezTo>
                    <a:cubicBezTo>
                      <a:pt x="18191" y="36088"/>
                      <a:pt x="18344" y="36079"/>
                      <a:pt x="18499" y="36060"/>
                    </a:cubicBezTo>
                    <a:cubicBezTo>
                      <a:pt x="20452" y="35843"/>
                      <a:pt x="21835" y="34026"/>
                      <a:pt x="22703" y="32262"/>
                    </a:cubicBezTo>
                    <a:cubicBezTo>
                      <a:pt x="23544" y="30499"/>
                      <a:pt x="24114" y="28546"/>
                      <a:pt x="25497" y="27109"/>
                    </a:cubicBezTo>
                    <a:cubicBezTo>
                      <a:pt x="26555" y="26024"/>
                      <a:pt x="28128" y="25292"/>
                      <a:pt x="28698" y="23854"/>
                    </a:cubicBezTo>
                    <a:cubicBezTo>
                      <a:pt x="29240" y="22525"/>
                      <a:pt x="28752" y="20952"/>
                      <a:pt x="27884" y="19786"/>
                    </a:cubicBezTo>
                    <a:cubicBezTo>
                      <a:pt x="26989" y="18646"/>
                      <a:pt x="25822" y="17805"/>
                      <a:pt x="24683" y="16856"/>
                    </a:cubicBezTo>
                    <a:cubicBezTo>
                      <a:pt x="23598" y="15907"/>
                      <a:pt x="22568" y="14768"/>
                      <a:pt x="22161" y="13384"/>
                    </a:cubicBezTo>
                    <a:cubicBezTo>
                      <a:pt x="21564" y="11214"/>
                      <a:pt x="22649" y="8882"/>
                      <a:pt x="22161" y="6712"/>
                    </a:cubicBezTo>
                    <a:cubicBezTo>
                      <a:pt x="21537" y="4162"/>
                      <a:pt x="18960" y="2643"/>
                      <a:pt x="16492" y="1857"/>
                    </a:cubicBezTo>
                    <a:cubicBezTo>
                      <a:pt x="14891" y="1396"/>
                      <a:pt x="13237" y="1070"/>
                      <a:pt x="11637" y="582"/>
                    </a:cubicBezTo>
                    <a:cubicBezTo>
                      <a:pt x="10853" y="315"/>
                      <a:pt x="10187" y="1"/>
                      <a:pt x="949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2" name="Google Shape;742;p32">
                <a:extLst>
                  <a:ext uri="{FF2B5EF4-FFF2-40B4-BE49-F238E27FC236}">
                    <a16:creationId xmlns:a16="http://schemas.microsoft.com/office/drawing/2014/main" id="{14459176-2E6F-5260-6FFF-A6C5C1085C55}"/>
                  </a:ext>
                </a:extLst>
              </p:cNvPr>
              <p:cNvSpPr/>
              <p:nvPr/>
            </p:nvSpPr>
            <p:spPr>
              <a:xfrm>
                <a:off x="7961625" y="2208500"/>
                <a:ext cx="290400" cy="837675"/>
              </a:xfrm>
              <a:custGeom>
                <a:avLst/>
                <a:gdLst/>
                <a:ahLst/>
                <a:cxnLst/>
                <a:rect l="l" t="t" r="r" b="b"/>
                <a:pathLst>
                  <a:path w="11616" h="33507" extrusionOk="0">
                    <a:moveTo>
                      <a:pt x="1938" y="0"/>
                    </a:moveTo>
                    <a:cubicBezTo>
                      <a:pt x="1249" y="0"/>
                      <a:pt x="687" y="328"/>
                      <a:pt x="217" y="930"/>
                    </a:cubicBezTo>
                    <a:cubicBezTo>
                      <a:pt x="28" y="1120"/>
                      <a:pt x="0" y="1472"/>
                      <a:pt x="109" y="1771"/>
                    </a:cubicBezTo>
                    <a:cubicBezTo>
                      <a:pt x="3499" y="12105"/>
                      <a:pt x="6917" y="22493"/>
                      <a:pt x="10307" y="32827"/>
                    </a:cubicBezTo>
                    <a:cubicBezTo>
                      <a:pt x="10471" y="33292"/>
                      <a:pt x="10779" y="33506"/>
                      <a:pt x="11047" y="33506"/>
                    </a:cubicBezTo>
                    <a:cubicBezTo>
                      <a:pt x="11358" y="33506"/>
                      <a:pt x="11616" y="33217"/>
                      <a:pt x="11528" y="32692"/>
                    </a:cubicBezTo>
                    <a:cubicBezTo>
                      <a:pt x="10036" y="22032"/>
                      <a:pt x="7270" y="11156"/>
                      <a:pt x="3418" y="794"/>
                    </a:cubicBezTo>
                    <a:cubicBezTo>
                      <a:pt x="3337" y="523"/>
                      <a:pt x="3120" y="306"/>
                      <a:pt x="2930" y="198"/>
                    </a:cubicBezTo>
                    <a:cubicBezTo>
                      <a:pt x="2572" y="64"/>
                      <a:pt x="2242" y="0"/>
                      <a:pt x="19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3" name="Google Shape;743;p32">
                <a:extLst>
                  <a:ext uri="{FF2B5EF4-FFF2-40B4-BE49-F238E27FC236}">
                    <a16:creationId xmlns:a16="http://schemas.microsoft.com/office/drawing/2014/main" id="{1A57EA8B-BCFC-A544-ED8B-F74EBA5B8507}"/>
                  </a:ext>
                </a:extLst>
              </p:cNvPr>
              <p:cNvSpPr/>
              <p:nvPr/>
            </p:nvSpPr>
            <p:spPr>
              <a:xfrm>
                <a:off x="8165725" y="2752000"/>
                <a:ext cx="181500" cy="140600"/>
              </a:xfrm>
              <a:custGeom>
                <a:avLst/>
                <a:gdLst/>
                <a:ahLst/>
                <a:cxnLst/>
                <a:rect l="l" t="t" r="r" b="b"/>
                <a:pathLst>
                  <a:path w="7260" h="5624" extrusionOk="0">
                    <a:moveTo>
                      <a:pt x="862" y="0"/>
                    </a:moveTo>
                    <a:cubicBezTo>
                      <a:pt x="391" y="0"/>
                      <a:pt x="1" y="504"/>
                      <a:pt x="218" y="1025"/>
                    </a:cubicBezTo>
                    <a:lnTo>
                      <a:pt x="896" y="2598"/>
                    </a:lnTo>
                    <a:cubicBezTo>
                      <a:pt x="923" y="2706"/>
                      <a:pt x="1004" y="2815"/>
                      <a:pt x="1086" y="2869"/>
                    </a:cubicBezTo>
                    <a:cubicBezTo>
                      <a:pt x="2550" y="4062"/>
                      <a:pt x="4259" y="4985"/>
                      <a:pt x="6049" y="5581"/>
                    </a:cubicBezTo>
                    <a:cubicBezTo>
                      <a:pt x="6133" y="5610"/>
                      <a:pt x="6215" y="5624"/>
                      <a:pt x="6293" y="5624"/>
                    </a:cubicBezTo>
                    <a:cubicBezTo>
                      <a:pt x="6874" y="5624"/>
                      <a:pt x="7260" y="4893"/>
                      <a:pt x="6782" y="4415"/>
                    </a:cubicBezTo>
                    <a:cubicBezTo>
                      <a:pt x="5154" y="2706"/>
                      <a:pt x="3256" y="1242"/>
                      <a:pt x="1221" y="102"/>
                    </a:cubicBezTo>
                    <a:cubicBezTo>
                      <a:pt x="1102" y="32"/>
                      <a:pt x="979" y="0"/>
                      <a:pt x="86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4" name="Google Shape;744;p32">
                <a:extLst>
                  <a:ext uri="{FF2B5EF4-FFF2-40B4-BE49-F238E27FC236}">
                    <a16:creationId xmlns:a16="http://schemas.microsoft.com/office/drawing/2014/main" id="{E12543AD-3C84-D930-B9A0-B5E6A6A1282D}"/>
                  </a:ext>
                </a:extLst>
              </p:cNvPr>
              <p:cNvSpPr/>
              <p:nvPr/>
            </p:nvSpPr>
            <p:spPr>
              <a:xfrm>
                <a:off x="8083975" y="2738275"/>
                <a:ext cx="85175" cy="211075"/>
              </a:xfrm>
              <a:custGeom>
                <a:avLst/>
                <a:gdLst/>
                <a:ahLst/>
                <a:cxnLst/>
                <a:rect l="l" t="t" r="r" b="b"/>
                <a:pathLst>
                  <a:path w="3407" h="8443" extrusionOk="0">
                    <a:moveTo>
                      <a:pt x="1725" y="0"/>
                    </a:moveTo>
                    <a:cubicBezTo>
                      <a:pt x="1182" y="2604"/>
                      <a:pt x="613" y="5181"/>
                      <a:pt x="70" y="7812"/>
                    </a:cubicBezTo>
                    <a:cubicBezTo>
                      <a:pt x="0" y="8177"/>
                      <a:pt x="310" y="8442"/>
                      <a:pt x="620" y="8442"/>
                    </a:cubicBezTo>
                    <a:cubicBezTo>
                      <a:pt x="793" y="8442"/>
                      <a:pt x="967" y="8359"/>
                      <a:pt x="1074" y="8165"/>
                    </a:cubicBezTo>
                    <a:lnTo>
                      <a:pt x="3406" y="4286"/>
                    </a:lnTo>
                    <a:lnTo>
                      <a:pt x="17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5" name="Google Shape;745;p32">
                <a:extLst>
                  <a:ext uri="{FF2B5EF4-FFF2-40B4-BE49-F238E27FC236}">
                    <a16:creationId xmlns:a16="http://schemas.microsoft.com/office/drawing/2014/main" id="{186127D2-042F-FF4F-B03A-82BC12430CF1}"/>
                  </a:ext>
                </a:extLst>
              </p:cNvPr>
              <p:cNvSpPr/>
              <p:nvPr/>
            </p:nvSpPr>
            <p:spPr>
              <a:xfrm>
                <a:off x="8130150" y="2561075"/>
                <a:ext cx="157650" cy="85000"/>
              </a:xfrm>
              <a:custGeom>
                <a:avLst/>
                <a:gdLst/>
                <a:ahLst/>
                <a:cxnLst/>
                <a:rect l="l" t="t" r="r" b="b"/>
                <a:pathLst>
                  <a:path w="6306" h="3400" extrusionOk="0">
                    <a:moveTo>
                      <a:pt x="407" y="0"/>
                    </a:moveTo>
                    <a:cubicBezTo>
                      <a:pt x="188" y="0"/>
                      <a:pt x="1" y="226"/>
                      <a:pt x="67" y="470"/>
                    </a:cubicBezTo>
                    <a:lnTo>
                      <a:pt x="854" y="2477"/>
                    </a:lnTo>
                    <a:cubicBezTo>
                      <a:pt x="935" y="2504"/>
                      <a:pt x="990" y="2613"/>
                      <a:pt x="1098" y="2640"/>
                    </a:cubicBezTo>
                    <a:cubicBezTo>
                      <a:pt x="2617" y="3101"/>
                      <a:pt x="4217" y="3318"/>
                      <a:pt x="5818" y="3400"/>
                    </a:cubicBezTo>
                    <a:cubicBezTo>
                      <a:pt x="6170" y="3400"/>
                      <a:pt x="6306" y="2911"/>
                      <a:pt x="5980" y="2749"/>
                    </a:cubicBezTo>
                    <a:lnTo>
                      <a:pt x="556" y="36"/>
                    </a:lnTo>
                    <a:cubicBezTo>
                      <a:pt x="506" y="11"/>
                      <a:pt x="456" y="0"/>
                      <a:pt x="40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6" name="Google Shape;746;p32">
                <a:extLst>
                  <a:ext uri="{FF2B5EF4-FFF2-40B4-BE49-F238E27FC236}">
                    <a16:creationId xmlns:a16="http://schemas.microsoft.com/office/drawing/2014/main" id="{761880B9-7A41-56ED-59B3-5FC5327695AF}"/>
                  </a:ext>
                </a:extLst>
              </p:cNvPr>
              <p:cNvSpPr/>
              <p:nvPr/>
            </p:nvSpPr>
            <p:spPr>
              <a:xfrm>
                <a:off x="8019050" y="2546725"/>
                <a:ext cx="94500" cy="200375"/>
              </a:xfrm>
              <a:custGeom>
                <a:avLst/>
                <a:gdLst/>
                <a:ahLst/>
                <a:cxnLst/>
                <a:rect l="l" t="t" r="r" b="b"/>
                <a:pathLst>
                  <a:path w="3780" h="8015" extrusionOk="0">
                    <a:moveTo>
                      <a:pt x="2990" y="0"/>
                    </a:moveTo>
                    <a:cubicBezTo>
                      <a:pt x="2850" y="0"/>
                      <a:pt x="2705" y="65"/>
                      <a:pt x="2613" y="203"/>
                    </a:cubicBezTo>
                    <a:cubicBezTo>
                      <a:pt x="1338" y="2482"/>
                      <a:pt x="443" y="4977"/>
                      <a:pt x="36" y="7554"/>
                    </a:cubicBezTo>
                    <a:cubicBezTo>
                      <a:pt x="1" y="7819"/>
                      <a:pt x="218" y="8014"/>
                      <a:pt x="441" y="8014"/>
                    </a:cubicBezTo>
                    <a:cubicBezTo>
                      <a:pt x="561" y="8014"/>
                      <a:pt x="683" y="7958"/>
                      <a:pt x="768" y="7825"/>
                    </a:cubicBezTo>
                    <a:cubicBezTo>
                      <a:pt x="1745" y="6415"/>
                      <a:pt x="2721" y="5031"/>
                      <a:pt x="3671" y="3594"/>
                    </a:cubicBezTo>
                    <a:cubicBezTo>
                      <a:pt x="3752" y="3485"/>
                      <a:pt x="3779" y="3404"/>
                      <a:pt x="3779" y="3323"/>
                    </a:cubicBezTo>
                    <a:lnTo>
                      <a:pt x="3372" y="339"/>
                    </a:lnTo>
                    <a:cubicBezTo>
                      <a:pt x="3357" y="120"/>
                      <a:pt x="3179" y="0"/>
                      <a:pt x="299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7" name="Google Shape;747;p32">
                <a:extLst>
                  <a:ext uri="{FF2B5EF4-FFF2-40B4-BE49-F238E27FC236}">
                    <a16:creationId xmlns:a16="http://schemas.microsoft.com/office/drawing/2014/main" id="{F4099203-2FDB-AAAC-71B2-45D4F6B6C157}"/>
                  </a:ext>
                </a:extLst>
              </p:cNvPr>
              <p:cNvSpPr/>
              <p:nvPr/>
            </p:nvSpPr>
            <p:spPr>
              <a:xfrm>
                <a:off x="7847025" y="2427025"/>
                <a:ext cx="731000" cy="861925"/>
              </a:xfrm>
              <a:custGeom>
                <a:avLst/>
                <a:gdLst/>
                <a:ahLst/>
                <a:cxnLst/>
                <a:rect l="l" t="t" r="r" b="b"/>
                <a:pathLst>
                  <a:path w="29240" h="34477" extrusionOk="0">
                    <a:moveTo>
                      <a:pt x="15651" y="1"/>
                    </a:moveTo>
                    <a:lnTo>
                      <a:pt x="15651" y="1"/>
                    </a:lnTo>
                    <a:cubicBezTo>
                      <a:pt x="18282" y="2062"/>
                      <a:pt x="20018" y="5317"/>
                      <a:pt x="20126" y="8680"/>
                    </a:cubicBezTo>
                    <a:cubicBezTo>
                      <a:pt x="20154" y="10199"/>
                      <a:pt x="19909" y="11854"/>
                      <a:pt x="20587" y="13237"/>
                    </a:cubicBezTo>
                    <a:cubicBezTo>
                      <a:pt x="21700" y="15597"/>
                      <a:pt x="25063" y="16519"/>
                      <a:pt x="25578" y="19096"/>
                    </a:cubicBezTo>
                    <a:cubicBezTo>
                      <a:pt x="25904" y="20750"/>
                      <a:pt x="24819" y="22351"/>
                      <a:pt x="23788" y="23707"/>
                    </a:cubicBezTo>
                    <a:cubicBezTo>
                      <a:pt x="22378" y="25578"/>
                      <a:pt x="20994" y="27396"/>
                      <a:pt x="19584" y="29267"/>
                    </a:cubicBezTo>
                    <a:cubicBezTo>
                      <a:pt x="19041" y="29972"/>
                      <a:pt x="18363" y="30759"/>
                      <a:pt x="17468" y="30759"/>
                    </a:cubicBezTo>
                    <a:cubicBezTo>
                      <a:pt x="16655" y="30759"/>
                      <a:pt x="16004" y="30135"/>
                      <a:pt x="15570" y="29430"/>
                    </a:cubicBezTo>
                    <a:cubicBezTo>
                      <a:pt x="15163" y="28752"/>
                      <a:pt x="14891" y="27965"/>
                      <a:pt x="14349" y="27368"/>
                    </a:cubicBezTo>
                    <a:cubicBezTo>
                      <a:pt x="13400" y="26284"/>
                      <a:pt x="11854" y="25931"/>
                      <a:pt x="10416" y="25904"/>
                    </a:cubicBezTo>
                    <a:cubicBezTo>
                      <a:pt x="10295" y="25901"/>
                      <a:pt x="10174" y="25901"/>
                      <a:pt x="10052" y="25901"/>
                    </a:cubicBezTo>
                    <a:cubicBezTo>
                      <a:pt x="9558" y="25901"/>
                      <a:pt x="9055" y="25916"/>
                      <a:pt x="8551" y="25916"/>
                    </a:cubicBezTo>
                    <a:cubicBezTo>
                      <a:pt x="7729" y="25916"/>
                      <a:pt x="6903" y="25875"/>
                      <a:pt x="6103" y="25660"/>
                    </a:cubicBezTo>
                    <a:cubicBezTo>
                      <a:pt x="4720" y="25307"/>
                      <a:pt x="3391" y="24141"/>
                      <a:pt x="3445" y="22676"/>
                    </a:cubicBezTo>
                    <a:cubicBezTo>
                      <a:pt x="3472" y="21266"/>
                      <a:pt x="4747" y="20154"/>
                      <a:pt x="5073" y="18743"/>
                    </a:cubicBezTo>
                    <a:cubicBezTo>
                      <a:pt x="5479" y="16790"/>
                      <a:pt x="3906" y="15054"/>
                      <a:pt x="2903" y="13318"/>
                    </a:cubicBezTo>
                    <a:cubicBezTo>
                      <a:pt x="1574" y="11121"/>
                      <a:pt x="1167" y="8409"/>
                      <a:pt x="1574" y="5914"/>
                    </a:cubicBezTo>
                    <a:lnTo>
                      <a:pt x="1574" y="5914"/>
                    </a:lnTo>
                    <a:cubicBezTo>
                      <a:pt x="1031" y="6782"/>
                      <a:pt x="597" y="7704"/>
                      <a:pt x="326" y="8680"/>
                    </a:cubicBezTo>
                    <a:cubicBezTo>
                      <a:pt x="0" y="9874"/>
                      <a:pt x="82" y="11230"/>
                      <a:pt x="733" y="12288"/>
                    </a:cubicBezTo>
                    <a:cubicBezTo>
                      <a:pt x="1438" y="13508"/>
                      <a:pt x="2794" y="14322"/>
                      <a:pt x="3255" y="15678"/>
                    </a:cubicBezTo>
                    <a:cubicBezTo>
                      <a:pt x="3798" y="17306"/>
                      <a:pt x="2848" y="18987"/>
                      <a:pt x="1981" y="20452"/>
                    </a:cubicBezTo>
                    <a:cubicBezTo>
                      <a:pt x="1085" y="21917"/>
                      <a:pt x="190" y="23680"/>
                      <a:pt x="868" y="25226"/>
                    </a:cubicBezTo>
                    <a:cubicBezTo>
                      <a:pt x="1438" y="26663"/>
                      <a:pt x="3093" y="27260"/>
                      <a:pt x="4612" y="27477"/>
                    </a:cubicBezTo>
                    <a:cubicBezTo>
                      <a:pt x="6158" y="27640"/>
                      <a:pt x="7731" y="27531"/>
                      <a:pt x="9168" y="28101"/>
                    </a:cubicBezTo>
                    <a:cubicBezTo>
                      <a:pt x="10959" y="28833"/>
                      <a:pt x="12179" y="30488"/>
                      <a:pt x="13508" y="31898"/>
                    </a:cubicBezTo>
                    <a:cubicBezTo>
                      <a:pt x="14732" y="33222"/>
                      <a:pt x="16278" y="34476"/>
                      <a:pt x="18039" y="34476"/>
                    </a:cubicBezTo>
                    <a:cubicBezTo>
                      <a:pt x="18191" y="34476"/>
                      <a:pt x="18344" y="34467"/>
                      <a:pt x="18499" y="34448"/>
                    </a:cubicBezTo>
                    <a:cubicBezTo>
                      <a:pt x="20452" y="34204"/>
                      <a:pt x="21835" y="32441"/>
                      <a:pt x="22703" y="30650"/>
                    </a:cubicBezTo>
                    <a:cubicBezTo>
                      <a:pt x="23544" y="28887"/>
                      <a:pt x="24114" y="26880"/>
                      <a:pt x="25497" y="25497"/>
                    </a:cubicBezTo>
                    <a:cubicBezTo>
                      <a:pt x="26582" y="24412"/>
                      <a:pt x="28128" y="23680"/>
                      <a:pt x="28698" y="22242"/>
                    </a:cubicBezTo>
                    <a:cubicBezTo>
                      <a:pt x="29240" y="20913"/>
                      <a:pt x="28752" y="19340"/>
                      <a:pt x="27884" y="18174"/>
                    </a:cubicBezTo>
                    <a:cubicBezTo>
                      <a:pt x="26989" y="17034"/>
                      <a:pt x="25822" y="16166"/>
                      <a:pt x="24683" y="15217"/>
                    </a:cubicBezTo>
                    <a:cubicBezTo>
                      <a:pt x="23571" y="14268"/>
                      <a:pt x="22513" y="13183"/>
                      <a:pt x="22161" y="11772"/>
                    </a:cubicBezTo>
                    <a:cubicBezTo>
                      <a:pt x="21537" y="9602"/>
                      <a:pt x="22649" y="7270"/>
                      <a:pt x="22161" y="5100"/>
                    </a:cubicBezTo>
                    <a:cubicBezTo>
                      <a:pt x="21537" y="2550"/>
                      <a:pt x="18987" y="1031"/>
                      <a:pt x="16492" y="245"/>
                    </a:cubicBezTo>
                    <a:cubicBezTo>
                      <a:pt x="16221" y="136"/>
                      <a:pt x="15922" y="82"/>
                      <a:pt x="15651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8" name="Google Shape;748;p32">
                <a:extLst>
                  <a:ext uri="{FF2B5EF4-FFF2-40B4-BE49-F238E27FC236}">
                    <a16:creationId xmlns:a16="http://schemas.microsoft.com/office/drawing/2014/main" id="{02E7C6F8-218D-0EAD-51BA-AC3A49909615}"/>
                  </a:ext>
                </a:extLst>
              </p:cNvPr>
              <p:cNvSpPr/>
              <p:nvPr/>
            </p:nvSpPr>
            <p:spPr>
              <a:xfrm>
                <a:off x="7929750" y="2477200"/>
                <a:ext cx="78000" cy="304500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12180" fill="none" extrusionOk="0">
                    <a:moveTo>
                      <a:pt x="3120" y="1"/>
                    </a:moveTo>
                    <a:cubicBezTo>
                      <a:pt x="2333" y="1031"/>
                      <a:pt x="1547" y="2035"/>
                      <a:pt x="977" y="3147"/>
                    </a:cubicBezTo>
                    <a:cubicBezTo>
                      <a:pt x="407" y="4286"/>
                      <a:pt x="1" y="5534"/>
                      <a:pt x="1" y="6809"/>
                    </a:cubicBezTo>
                    <a:cubicBezTo>
                      <a:pt x="1" y="8707"/>
                      <a:pt x="869" y="10471"/>
                      <a:pt x="1709" y="12179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9" name="Google Shape;749;p32">
                <a:extLst>
                  <a:ext uri="{FF2B5EF4-FFF2-40B4-BE49-F238E27FC236}">
                    <a16:creationId xmlns:a16="http://schemas.microsoft.com/office/drawing/2014/main" id="{274EE9AB-796D-398E-60B2-562B661CBB0B}"/>
                  </a:ext>
                </a:extLst>
              </p:cNvPr>
              <p:cNvSpPr/>
              <p:nvPr/>
            </p:nvSpPr>
            <p:spPr>
              <a:xfrm>
                <a:off x="7987400" y="2816925"/>
                <a:ext cx="25100" cy="7597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3039" fill="none" extrusionOk="0">
                    <a:moveTo>
                      <a:pt x="0" y="1"/>
                    </a:moveTo>
                    <a:cubicBezTo>
                      <a:pt x="732" y="787"/>
                      <a:pt x="1004" y="1981"/>
                      <a:pt x="678" y="3039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0" name="Google Shape;750;p32">
                <a:extLst>
                  <a:ext uri="{FF2B5EF4-FFF2-40B4-BE49-F238E27FC236}">
                    <a16:creationId xmlns:a16="http://schemas.microsoft.com/office/drawing/2014/main" id="{1048BF8C-E776-B393-C875-208FD0B6AA3B}"/>
                  </a:ext>
                </a:extLst>
              </p:cNvPr>
              <p:cNvSpPr/>
              <p:nvPr/>
            </p:nvSpPr>
            <p:spPr>
              <a:xfrm>
                <a:off x="8318300" y="2988500"/>
                <a:ext cx="100375" cy="126150"/>
              </a:xfrm>
              <a:custGeom>
                <a:avLst/>
                <a:gdLst/>
                <a:ahLst/>
                <a:cxnLst/>
                <a:rect l="l" t="t" r="r" b="b"/>
                <a:pathLst>
                  <a:path w="4015" h="5046" fill="none" extrusionOk="0">
                    <a:moveTo>
                      <a:pt x="4015" y="0"/>
                    </a:moveTo>
                    <a:cubicBezTo>
                      <a:pt x="3445" y="2143"/>
                      <a:pt x="1953" y="3987"/>
                      <a:pt x="1" y="5045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1" name="Google Shape;751;p32">
                <a:extLst>
                  <a:ext uri="{FF2B5EF4-FFF2-40B4-BE49-F238E27FC236}">
                    <a16:creationId xmlns:a16="http://schemas.microsoft.com/office/drawing/2014/main" id="{33B939F8-4BE7-4E4A-0620-1A560CCD2C51}"/>
                  </a:ext>
                </a:extLst>
              </p:cNvPr>
              <p:cNvSpPr/>
              <p:nvPr/>
            </p:nvSpPr>
            <p:spPr>
              <a:xfrm>
                <a:off x="8253200" y="3115300"/>
                <a:ext cx="37325" cy="27150"/>
              </a:xfrm>
              <a:custGeom>
                <a:avLst/>
                <a:gdLst/>
                <a:ahLst/>
                <a:cxnLst/>
                <a:rect l="l" t="t" r="r" b="b"/>
                <a:pathLst>
                  <a:path w="1493" h="1086" fill="none" extrusionOk="0">
                    <a:moveTo>
                      <a:pt x="1492" y="787"/>
                    </a:moveTo>
                    <a:cubicBezTo>
                      <a:pt x="1384" y="1004"/>
                      <a:pt x="1113" y="1085"/>
                      <a:pt x="896" y="1058"/>
                    </a:cubicBezTo>
                    <a:cubicBezTo>
                      <a:pt x="652" y="1031"/>
                      <a:pt x="435" y="841"/>
                      <a:pt x="299" y="651"/>
                    </a:cubicBezTo>
                    <a:cubicBezTo>
                      <a:pt x="163" y="434"/>
                      <a:pt x="82" y="244"/>
                      <a:pt x="1" y="0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2" name="Google Shape;752;p32">
                <a:extLst>
                  <a:ext uri="{FF2B5EF4-FFF2-40B4-BE49-F238E27FC236}">
                    <a16:creationId xmlns:a16="http://schemas.microsoft.com/office/drawing/2014/main" id="{605DFA36-9964-4CC6-B5CF-D87CFE033B10}"/>
                  </a:ext>
                </a:extLst>
              </p:cNvPr>
              <p:cNvSpPr/>
              <p:nvPr/>
            </p:nvSpPr>
            <p:spPr>
              <a:xfrm>
                <a:off x="8344750" y="2784175"/>
                <a:ext cx="166150" cy="181425"/>
              </a:xfrm>
              <a:custGeom>
                <a:avLst/>
                <a:gdLst/>
                <a:ahLst/>
                <a:cxnLst/>
                <a:rect l="l" t="t" r="r" b="b"/>
                <a:pathLst>
                  <a:path w="6646" h="7257" extrusionOk="0">
                    <a:moveTo>
                      <a:pt x="684" y="1"/>
                    </a:moveTo>
                    <a:cubicBezTo>
                      <a:pt x="624" y="1"/>
                      <a:pt x="567" y="10"/>
                      <a:pt x="516" y="36"/>
                    </a:cubicBezTo>
                    <a:cubicBezTo>
                      <a:pt x="217" y="144"/>
                      <a:pt x="0" y="497"/>
                      <a:pt x="28" y="823"/>
                    </a:cubicBezTo>
                    <a:cubicBezTo>
                      <a:pt x="28" y="1148"/>
                      <a:pt x="217" y="1446"/>
                      <a:pt x="380" y="1718"/>
                    </a:cubicBezTo>
                    <a:cubicBezTo>
                      <a:pt x="1085" y="2992"/>
                      <a:pt x="1926" y="4132"/>
                      <a:pt x="2930" y="5189"/>
                    </a:cubicBezTo>
                    <a:cubicBezTo>
                      <a:pt x="3424" y="5754"/>
                      <a:pt x="4632" y="7257"/>
                      <a:pt x="5581" y="7257"/>
                    </a:cubicBezTo>
                    <a:cubicBezTo>
                      <a:pt x="5726" y="7257"/>
                      <a:pt x="5865" y="7222"/>
                      <a:pt x="5995" y="7142"/>
                    </a:cubicBezTo>
                    <a:cubicBezTo>
                      <a:pt x="6646" y="6817"/>
                      <a:pt x="6646" y="5840"/>
                      <a:pt x="6537" y="5217"/>
                    </a:cubicBezTo>
                    <a:cubicBezTo>
                      <a:pt x="6402" y="4484"/>
                      <a:pt x="6076" y="3752"/>
                      <a:pt x="5588" y="3155"/>
                    </a:cubicBezTo>
                    <a:cubicBezTo>
                      <a:pt x="4503" y="1663"/>
                      <a:pt x="2876" y="551"/>
                      <a:pt x="1085" y="63"/>
                    </a:cubicBezTo>
                    <a:cubicBezTo>
                      <a:pt x="956" y="45"/>
                      <a:pt x="813" y="1"/>
                      <a:pt x="684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3" name="Google Shape;753;p32">
                <a:extLst>
                  <a:ext uri="{FF2B5EF4-FFF2-40B4-BE49-F238E27FC236}">
                    <a16:creationId xmlns:a16="http://schemas.microsoft.com/office/drawing/2014/main" id="{2CBAAA2B-84F9-6C92-8E2B-91F43F61DDBF}"/>
                  </a:ext>
                </a:extLst>
              </p:cNvPr>
              <p:cNvSpPr/>
              <p:nvPr/>
            </p:nvSpPr>
            <p:spPr>
              <a:xfrm>
                <a:off x="7895850" y="2966050"/>
                <a:ext cx="69875" cy="78575"/>
              </a:xfrm>
              <a:custGeom>
                <a:avLst/>
                <a:gdLst/>
                <a:ahLst/>
                <a:cxnLst/>
                <a:rect l="l" t="t" r="r" b="b"/>
                <a:pathLst>
                  <a:path w="2795" h="3143" extrusionOk="0">
                    <a:moveTo>
                      <a:pt x="1748" y="1"/>
                    </a:moveTo>
                    <a:cubicBezTo>
                      <a:pt x="1472" y="1"/>
                      <a:pt x="1189" y="97"/>
                      <a:pt x="977" y="274"/>
                    </a:cubicBezTo>
                    <a:cubicBezTo>
                      <a:pt x="0" y="1007"/>
                      <a:pt x="82" y="2281"/>
                      <a:pt x="1085" y="2959"/>
                    </a:cubicBezTo>
                    <a:cubicBezTo>
                      <a:pt x="1282" y="3087"/>
                      <a:pt x="1467" y="3143"/>
                      <a:pt x="1638" y="3143"/>
                    </a:cubicBezTo>
                    <a:cubicBezTo>
                      <a:pt x="2338" y="3143"/>
                      <a:pt x="2794" y="2204"/>
                      <a:pt x="2794" y="1441"/>
                    </a:cubicBezTo>
                    <a:cubicBezTo>
                      <a:pt x="2794" y="1169"/>
                      <a:pt x="2767" y="898"/>
                      <a:pt x="2659" y="654"/>
                    </a:cubicBezTo>
                    <a:cubicBezTo>
                      <a:pt x="2577" y="410"/>
                      <a:pt x="2387" y="193"/>
                      <a:pt x="2170" y="84"/>
                    </a:cubicBezTo>
                    <a:cubicBezTo>
                      <a:pt x="2039" y="28"/>
                      <a:pt x="1894" y="1"/>
                      <a:pt x="1748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4" name="Google Shape;754;p32">
                <a:extLst>
                  <a:ext uri="{FF2B5EF4-FFF2-40B4-BE49-F238E27FC236}">
                    <a16:creationId xmlns:a16="http://schemas.microsoft.com/office/drawing/2014/main" id="{DFABF778-2EA7-76C3-3A54-BB4103306BE6}"/>
                  </a:ext>
                </a:extLst>
              </p:cNvPr>
              <p:cNvSpPr/>
              <p:nvPr/>
            </p:nvSpPr>
            <p:spPr>
              <a:xfrm>
                <a:off x="8296600" y="2527375"/>
                <a:ext cx="71225" cy="121700"/>
              </a:xfrm>
              <a:custGeom>
                <a:avLst/>
                <a:gdLst/>
                <a:ahLst/>
                <a:cxnLst/>
                <a:rect l="l" t="t" r="r" b="b"/>
                <a:pathLst>
                  <a:path w="2849" h="4868" extrusionOk="0">
                    <a:moveTo>
                      <a:pt x="1086" y="1"/>
                    </a:moveTo>
                    <a:cubicBezTo>
                      <a:pt x="841" y="1"/>
                      <a:pt x="597" y="137"/>
                      <a:pt x="462" y="299"/>
                    </a:cubicBezTo>
                    <a:cubicBezTo>
                      <a:pt x="326" y="516"/>
                      <a:pt x="272" y="733"/>
                      <a:pt x="190" y="950"/>
                    </a:cubicBezTo>
                    <a:cubicBezTo>
                      <a:pt x="1" y="2008"/>
                      <a:pt x="136" y="3988"/>
                      <a:pt x="1140" y="4666"/>
                    </a:cubicBezTo>
                    <a:cubicBezTo>
                      <a:pt x="1332" y="4799"/>
                      <a:pt x="1580" y="4868"/>
                      <a:pt x="1818" y="4868"/>
                    </a:cubicBezTo>
                    <a:cubicBezTo>
                      <a:pt x="2018" y="4868"/>
                      <a:pt x="2212" y="4819"/>
                      <a:pt x="2360" y="4720"/>
                    </a:cubicBezTo>
                    <a:cubicBezTo>
                      <a:pt x="2849" y="4368"/>
                      <a:pt x="2713" y="3690"/>
                      <a:pt x="2632" y="3174"/>
                    </a:cubicBezTo>
                    <a:cubicBezTo>
                      <a:pt x="2550" y="2306"/>
                      <a:pt x="2279" y="1411"/>
                      <a:pt x="1818" y="652"/>
                    </a:cubicBezTo>
                    <a:cubicBezTo>
                      <a:pt x="1655" y="326"/>
                      <a:pt x="1411" y="28"/>
                      <a:pt x="1086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0" name="Google Shape;755;p32">
              <a:extLst>
                <a:ext uri="{FF2B5EF4-FFF2-40B4-BE49-F238E27FC236}">
                  <a16:creationId xmlns:a16="http://schemas.microsoft.com/office/drawing/2014/main" id="{87B5D3AB-338E-8317-A939-1C1085D8E707}"/>
                </a:ext>
              </a:extLst>
            </p:cNvPr>
            <p:cNvGrpSpPr/>
            <p:nvPr/>
          </p:nvGrpSpPr>
          <p:grpSpPr>
            <a:xfrm>
              <a:off x="7021100" y="2746400"/>
              <a:ext cx="605575" cy="627175"/>
              <a:chOff x="7021100" y="2746400"/>
              <a:chExt cx="605575" cy="627175"/>
            </a:xfrm>
          </p:grpSpPr>
          <p:sp>
            <p:nvSpPr>
              <p:cNvPr id="2031" name="Google Shape;756;p32">
                <a:extLst>
                  <a:ext uri="{FF2B5EF4-FFF2-40B4-BE49-F238E27FC236}">
                    <a16:creationId xmlns:a16="http://schemas.microsoft.com/office/drawing/2014/main" id="{66649343-F273-F967-6EE6-A9E5937D2986}"/>
                  </a:ext>
                </a:extLst>
              </p:cNvPr>
              <p:cNvSpPr/>
              <p:nvPr/>
            </p:nvSpPr>
            <p:spPr>
              <a:xfrm>
                <a:off x="7208925" y="2746400"/>
                <a:ext cx="282125" cy="319425"/>
              </a:xfrm>
              <a:custGeom>
                <a:avLst/>
                <a:gdLst/>
                <a:ahLst/>
                <a:cxnLst/>
                <a:rect l="l" t="t" r="r" b="b"/>
                <a:pathLst>
                  <a:path w="11285" h="12777" extrusionOk="0">
                    <a:moveTo>
                      <a:pt x="5724" y="1"/>
                    </a:moveTo>
                    <a:cubicBezTo>
                      <a:pt x="5154" y="1"/>
                      <a:pt x="4720" y="462"/>
                      <a:pt x="4693" y="1032"/>
                    </a:cubicBezTo>
                    <a:cubicBezTo>
                      <a:pt x="4558" y="4693"/>
                      <a:pt x="2822" y="8247"/>
                      <a:pt x="1" y="10552"/>
                    </a:cubicBezTo>
                    <a:lnTo>
                      <a:pt x="3419" y="11366"/>
                    </a:lnTo>
                    <a:cubicBezTo>
                      <a:pt x="4015" y="9982"/>
                      <a:pt x="4910" y="8762"/>
                      <a:pt x="6104" y="7813"/>
                    </a:cubicBezTo>
                    <a:cubicBezTo>
                      <a:pt x="6511" y="9277"/>
                      <a:pt x="6945" y="10688"/>
                      <a:pt x="7351" y="12152"/>
                    </a:cubicBezTo>
                    <a:lnTo>
                      <a:pt x="9765" y="12776"/>
                    </a:lnTo>
                    <a:cubicBezTo>
                      <a:pt x="9332" y="11203"/>
                      <a:pt x="9494" y="9494"/>
                      <a:pt x="9765" y="7921"/>
                    </a:cubicBezTo>
                    <a:cubicBezTo>
                      <a:pt x="10118" y="6049"/>
                      <a:pt x="10552" y="4205"/>
                      <a:pt x="11122" y="2415"/>
                    </a:cubicBezTo>
                    <a:cubicBezTo>
                      <a:pt x="11284" y="1927"/>
                      <a:pt x="11040" y="1384"/>
                      <a:pt x="10552" y="1140"/>
                    </a:cubicBezTo>
                    <a:cubicBezTo>
                      <a:pt x="8952" y="435"/>
                      <a:pt x="7324" y="55"/>
                      <a:pt x="572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2" name="Google Shape;757;p32">
                <a:extLst>
                  <a:ext uri="{FF2B5EF4-FFF2-40B4-BE49-F238E27FC236}">
                    <a16:creationId xmlns:a16="http://schemas.microsoft.com/office/drawing/2014/main" id="{F803EFF1-137F-6276-CEE5-59FBAA27C5DC}"/>
                  </a:ext>
                </a:extLst>
              </p:cNvPr>
              <p:cNvSpPr/>
              <p:nvPr/>
            </p:nvSpPr>
            <p:spPr>
              <a:xfrm>
                <a:off x="7021100" y="2943525"/>
                <a:ext cx="339075" cy="430050"/>
              </a:xfrm>
              <a:custGeom>
                <a:avLst/>
                <a:gdLst/>
                <a:ahLst/>
                <a:cxnLst/>
                <a:rect l="l" t="t" r="r" b="b"/>
                <a:pathLst>
                  <a:path w="13563" h="17202" extrusionOk="0">
                    <a:moveTo>
                      <a:pt x="8429" y="0"/>
                    </a:moveTo>
                    <a:cubicBezTo>
                      <a:pt x="8350" y="0"/>
                      <a:pt x="8271" y="3"/>
                      <a:pt x="8192" y="9"/>
                    </a:cubicBezTo>
                    <a:cubicBezTo>
                      <a:pt x="7107" y="90"/>
                      <a:pt x="6103" y="823"/>
                      <a:pt x="5778" y="1853"/>
                    </a:cubicBezTo>
                    <a:cubicBezTo>
                      <a:pt x="5749" y="1844"/>
                      <a:pt x="5719" y="1839"/>
                      <a:pt x="5690" y="1839"/>
                    </a:cubicBezTo>
                    <a:cubicBezTo>
                      <a:pt x="5552" y="1839"/>
                      <a:pt x="5416" y="1936"/>
                      <a:pt x="5371" y="2070"/>
                    </a:cubicBezTo>
                    <a:lnTo>
                      <a:pt x="5290" y="2721"/>
                    </a:lnTo>
                    <a:cubicBezTo>
                      <a:pt x="5230" y="2324"/>
                      <a:pt x="4793" y="2072"/>
                      <a:pt x="4382" y="2072"/>
                    </a:cubicBezTo>
                    <a:cubicBezTo>
                      <a:pt x="4231" y="2072"/>
                      <a:pt x="4084" y="2106"/>
                      <a:pt x="3961" y="2179"/>
                    </a:cubicBezTo>
                    <a:cubicBezTo>
                      <a:pt x="3472" y="2477"/>
                      <a:pt x="3310" y="3128"/>
                      <a:pt x="3391" y="3671"/>
                    </a:cubicBezTo>
                    <a:cubicBezTo>
                      <a:pt x="3413" y="3894"/>
                      <a:pt x="3477" y="4108"/>
                      <a:pt x="3567" y="4317"/>
                    </a:cubicBezTo>
                    <a:lnTo>
                      <a:pt x="3567" y="4317"/>
                    </a:lnTo>
                    <a:cubicBezTo>
                      <a:pt x="3254" y="4048"/>
                      <a:pt x="2840" y="3888"/>
                      <a:pt x="2442" y="3888"/>
                    </a:cubicBezTo>
                    <a:cubicBezTo>
                      <a:pt x="1655" y="3942"/>
                      <a:pt x="977" y="4403"/>
                      <a:pt x="570" y="5054"/>
                    </a:cubicBezTo>
                    <a:cubicBezTo>
                      <a:pt x="82" y="5759"/>
                      <a:pt x="1" y="6681"/>
                      <a:pt x="218" y="7495"/>
                    </a:cubicBezTo>
                    <a:cubicBezTo>
                      <a:pt x="462" y="8309"/>
                      <a:pt x="1086" y="9014"/>
                      <a:pt x="1845" y="9367"/>
                    </a:cubicBezTo>
                    <a:cubicBezTo>
                      <a:pt x="1492" y="9448"/>
                      <a:pt x="1248" y="9963"/>
                      <a:pt x="1438" y="10343"/>
                    </a:cubicBezTo>
                    <a:cubicBezTo>
                      <a:pt x="1575" y="10548"/>
                      <a:pt x="1841" y="10678"/>
                      <a:pt x="2094" y="10678"/>
                    </a:cubicBezTo>
                    <a:cubicBezTo>
                      <a:pt x="2145" y="10678"/>
                      <a:pt x="2196" y="10673"/>
                      <a:pt x="2245" y="10661"/>
                    </a:cubicBezTo>
                    <a:lnTo>
                      <a:pt x="2245" y="10661"/>
                    </a:lnTo>
                    <a:cubicBezTo>
                      <a:pt x="2070" y="10799"/>
                      <a:pt x="1945" y="11019"/>
                      <a:pt x="1926" y="11265"/>
                    </a:cubicBezTo>
                    <a:cubicBezTo>
                      <a:pt x="1845" y="11564"/>
                      <a:pt x="1981" y="11889"/>
                      <a:pt x="2170" y="12160"/>
                    </a:cubicBezTo>
                    <a:cubicBezTo>
                      <a:pt x="2599" y="12829"/>
                      <a:pt x="3375" y="13194"/>
                      <a:pt x="4148" y="13194"/>
                    </a:cubicBezTo>
                    <a:cubicBezTo>
                      <a:pt x="4351" y="13194"/>
                      <a:pt x="4554" y="13169"/>
                      <a:pt x="4750" y="13118"/>
                    </a:cubicBezTo>
                    <a:lnTo>
                      <a:pt x="4750" y="13118"/>
                    </a:lnTo>
                    <a:cubicBezTo>
                      <a:pt x="4273" y="13486"/>
                      <a:pt x="4000" y="14105"/>
                      <a:pt x="4096" y="14683"/>
                    </a:cubicBezTo>
                    <a:cubicBezTo>
                      <a:pt x="4151" y="15225"/>
                      <a:pt x="4530" y="15686"/>
                      <a:pt x="4964" y="16066"/>
                    </a:cubicBezTo>
                    <a:cubicBezTo>
                      <a:pt x="5642" y="16690"/>
                      <a:pt x="6510" y="17097"/>
                      <a:pt x="7378" y="17178"/>
                    </a:cubicBezTo>
                    <a:cubicBezTo>
                      <a:pt x="7507" y="17194"/>
                      <a:pt x="7638" y="17202"/>
                      <a:pt x="7768" y="17202"/>
                    </a:cubicBezTo>
                    <a:cubicBezTo>
                      <a:pt x="8541" y="17202"/>
                      <a:pt x="9313" y="16929"/>
                      <a:pt x="9847" y="16419"/>
                    </a:cubicBezTo>
                    <a:cubicBezTo>
                      <a:pt x="10375" y="15891"/>
                      <a:pt x="10671" y="15148"/>
                      <a:pt x="10619" y="14423"/>
                    </a:cubicBezTo>
                    <a:lnTo>
                      <a:pt x="10619" y="14423"/>
                    </a:lnTo>
                    <a:cubicBezTo>
                      <a:pt x="10814" y="14837"/>
                      <a:pt x="11276" y="15118"/>
                      <a:pt x="11741" y="15118"/>
                    </a:cubicBezTo>
                    <a:cubicBezTo>
                      <a:pt x="11824" y="15118"/>
                      <a:pt x="11907" y="15109"/>
                      <a:pt x="11989" y="15090"/>
                    </a:cubicBezTo>
                    <a:cubicBezTo>
                      <a:pt x="12695" y="14954"/>
                      <a:pt x="13183" y="14249"/>
                      <a:pt x="13291" y="13517"/>
                    </a:cubicBezTo>
                    <a:cubicBezTo>
                      <a:pt x="13373" y="12730"/>
                      <a:pt x="12912" y="11998"/>
                      <a:pt x="13101" y="11211"/>
                    </a:cubicBezTo>
                    <a:cubicBezTo>
                      <a:pt x="13237" y="10370"/>
                      <a:pt x="13454" y="9584"/>
                      <a:pt x="13481" y="8743"/>
                    </a:cubicBezTo>
                    <a:cubicBezTo>
                      <a:pt x="13563" y="7088"/>
                      <a:pt x="13318" y="5461"/>
                      <a:pt x="12776" y="3888"/>
                    </a:cubicBezTo>
                    <a:cubicBezTo>
                      <a:pt x="12396" y="2884"/>
                      <a:pt x="11881" y="1908"/>
                      <a:pt x="11121" y="1148"/>
                    </a:cubicBezTo>
                    <a:cubicBezTo>
                      <a:pt x="10392" y="469"/>
                      <a:pt x="9430" y="0"/>
                      <a:pt x="842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3" name="Google Shape;758;p32">
                <a:extLst>
                  <a:ext uri="{FF2B5EF4-FFF2-40B4-BE49-F238E27FC236}">
                    <a16:creationId xmlns:a16="http://schemas.microsoft.com/office/drawing/2014/main" id="{A9389B0C-ED64-4B6A-1950-AF80BB33913B}"/>
                  </a:ext>
                </a:extLst>
              </p:cNvPr>
              <p:cNvSpPr/>
              <p:nvPr/>
            </p:nvSpPr>
            <p:spPr>
              <a:xfrm>
                <a:off x="7257075" y="2995875"/>
                <a:ext cx="369600" cy="319075"/>
              </a:xfrm>
              <a:custGeom>
                <a:avLst/>
                <a:gdLst/>
                <a:ahLst/>
                <a:cxnLst/>
                <a:rect l="l" t="t" r="r" b="b"/>
                <a:pathLst>
                  <a:path w="14784" h="12763" extrusionOk="0">
                    <a:moveTo>
                      <a:pt x="6301" y="1"/>
                    </a:moveTo>
                    <a:cubicBezTo>
                      <a:pt x="6262" y="1"/>
                      <a:pt x="6224" y="2"/>
                      <a:pt x="6185" y="3"/>
                    </a:cubicBezTo>
                    <a:cubicBezTo>
                      <a:pt x="4964" y="85"/>
                      <a:pt x="3879" y="1088"/>
                      <a:pt x="3744" y="2309"/>
                    </a:cubicBezTo>
                    <a:cubicBezTo>
                      <a:pt x="3595" y="1837"/>
                      <a:pt x="3082" y="1570"/>
                      <a:pt x="2580" y="1570"/>
                    </a:cubicBezTo>
                    <a:cubicBezTo>
                      <a:pt x="2534" y="1570"/>
                      <a:pt x="2488" y="1572"/>
                      <a:pt x="2442" y="1577"/>
                    </a:cubicBezTo>
                    <a:cubicBezTo>
                      <a:pt x="1899" y="1604"/>
                      <a:pt x="1438" y="1929"/>
                      <a:pt x="1059" y="2309"/>
                    </a:cubicBezTo>
                    <a:cubicBezTo>
                      <a:pt x="380" y="3014"/>
                      <a:pt x="1" y="4072"/>
                      <a:pt x="245" y="5021"/>
                    </a:cubicBezTo>
                    <a:cubicBezTo>
                      <a:pt x="489" y="5971"/>
                      <a:pt x="1330" y="6784"/>
                      <a:pt x="2306" y="6866"/>
                    </a:cubicBezTo>
                    <a:cubicBezTo>
                      <a:pt x="1764" y="7083"/>
                      <a:pt x="1303" y="7435"/>
                      <a:pt x="1004" y="7951"/>
                    </a:cubicBezTo>
                    <a:cubicBezTo>
                      <a:pt x="679" y="8439"/>
                      <a:pt x="652" y="9090"/>
                      <a:pt x="923" y="9605"/>
                    </a:cubicBezTo>
                    <a:cubicBezTo>
                      <a:pt x="1125" y="9990"/>
                      <a:pt x="1554" y="10238"/>
                      <a:pt x="1984" y="10238"/>
                    </a:cubicBezTo>
                    <a:cubicBezTo>
                      <a:pt x="2131" y="10238"/>
                      <a:pt x="2277" y="10210"/>
                      <a:pt x="2415" y="10148"/>
                    </a:cubicBezTo>
                    <a:lnTo>
                      <a:pt x="2415" y="10148"/>
                    </a:lnTo>
                    <a:cubicBezTo>
                      <a:pt x="2388" y="10989"/>
                      <a:pt x="2849" y="11884"/>
                      <a:pt x="3581" y="12318"/>
                    </a:cubicBezTo>
                    <a:cubicBezTo>
                      <a:pt x="3928" y="12518"/>
                      <a:pt x="4341" y="12619"/>
                      <a:pt x="4754" y="12619"/>
                    </a:cubicBezTo>
                    <a:cubicBezTo>
                      <a:pt x="5181" y="12619"/>
                      <a:pt x="5610" y="12511"/>
                      <a:pt x="5968" y="12291"/>
                    </a:cubicBezTo>
                    <a:cubicBezTo>
                      <a:pt x="6700" y="11829"/>
                      <a:pt x="7161" y="10961"/>
                      <a:pt x="7107" y="10121"/>
                    </a:cubicBezTo>
                    <a:lnTo>
                      <a:pt x="7107" y="10121"/>
                    </a:lnTo>
                    <a:cubicBezTo>
                      <a:pt x="7297" y="10989"/>
                      <a:pt x="7867" y="11802"/>
                      <a:pt x="8653" y="12291"/>
                    </a:cubicBezTo>
                    <a:cubicBezTo>
                      <a:pt x="9181" y="12600"/>
                      <a:pt x="9794" y="12763"/>
                      <a:pt x="10411" y="12763"/>
                    </a:cubicBezTo>
                    <a:cubicBezTo>
                      <a:pt x="10713" y="12763"/>
                      <a:pt x="11017" y="12723"/>
                      <a:pt x="11311" y="12643"/>
                    </a:cubicBezTo>
                    <a:cubicBezTo>
                      <a:pt x="11881" y="12507"/>
                      <a:pt x="12423" y="12182"/>
                      <a:pt x="12668" y="11640"/>
                    </a:cubicBezTo>
                    <a:cubicBezTo>
                      <a:pt x="12857" y="11070"/>
                      <a:pt x="12668" y="10419"/>
                      <a:pt x="12288" y="9931"/>
                    </a:cubicBezTo>
                    <a:cubicBezTo>
                      <a:pt x="12206" y="9849"/>
                      <a:pt x="12125" y="9768"/>
                      <a:pt x="12017" y="9660"/>
                    </a:cubicBezTo>
                    <a:cubicBezTo>
                      <a:pt x="12586" y="9578"/>
                      <a:pt x="13074" y="9090"/>
                      <a:pt x="13210" y="8547"/>
                    </a:cubicBezTo>
                    <a:cubicBezTo>
                      <a:pt x="13337" y="7888"/>
                      <a:pt x="12895" y="7158"/>
                      <a:pt x="12283" y="6932"/>
                    </a:cubicBezTo>
                    <a:lnTo>
                      <a:pt x="12283" y="6932"/>
                    </a:lnTo>
                    <a:cubicBezTo>
                      <a:pt x="12407" y="6964"/>
                      <a:pt x="12533" y="6979"/>
                      <a:pt x="12659" y="6979"/>
                    </a:cubicBezTo>
                    <a:cubicBezTo>
                      <a:pt x="13355" y="6979"/>
                      <a:pt x="14050" y="6526"/>
                      <a:pt x="14376" y="5916"/>
                    </a:cubicBezTo>
                    <a:cubicBezTo>
                      <a:pt x="14783" y="5103"/>
                      <a:pt x="14620" y="4099"/>
                      <a:pt x="14105" y="3367"/>
                    </a:cubicBezTo>
                    <a:cubicBezTo>
                      <a:pt x="13617" y="2607"/>
                      <a:pt x="12803" y="2119"/>
                      <a:pt x="11908" y="2038"/>
                    </a:cubicBezTo>
                    <a:cubicBezTo>
                      <a:pt x="11860" y="2035"/>
                      <a:pt x="11812" y="2034"/>
                      <a:pt x="11765" y="2034"/>
                    </a:cubicBezTo>
                    <a:cubicBezTo>
                      <a:pt x="11243" y="2034"/>
                      <a:pt x="10728" y="2169"/>
                      <a:pt x="10281" y="2417"/>
                    </a:cubicBezTo>
                    <a:cubicBezTo>
                      <a:pt x="10362" y="2282"/>
                      <a:pt x="10416" y="2119"/>
                      <a:pt x="10416" y="1929"/>
                    </a:cubicBezTo>
                    <a:cubicBezTo>
                      <a:pt x="10416" y="1441"/>
                      <a:pt x="10009" y="953"/>
                      <a:pt x="9494" y="953"/>
                    </a:cubicBezTo>
                    <a:cubicBezTo>
                      <a:pt x="9087" y="953"/>
                      <a:pt x="8789" y="1360"/>
                      <a:pt x="8789" y="1739"/>
                    </a:cubicBezTo>
                    <a:cubicBezTo>
                      <a:pt x="8422" y="718"/>
                      <a:pt x="7374" y="1"/>
                      <a:pt x="630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4" name="Google Shape;759;p32">
                <a:extLst>
                  <a:ext uri="{FF2B5EF4-FFF2-40B4-BE49-F238E27FC236}">
                    <a16:creationId xmlns:a16="http://schemas.microsoft.com/office/drawing/2014/main" id="{FB940652-80F4-8DF0-A2C1-4865059979E4}"/>
                  </a:ext>
                </a:extLst>
              </p:cNvPr>
              <p:cNvSpPr/>
              <p:nvPr/>
            </p:nvSpPr>
            <p:spPr>
              <a:xfrm>
                <a:off x="7475425" y="3186500"/>
                <a:ext cx="78675" cy="70550"/>
              </a:xfrm>
              <a:custGeom>
                <a:avLst/>
                <a:gdLst/>
                <a:ahLst/>
                <a:cxnLst/>
                <a:rect l="l" t="t" r="r" b="b"/>
                <a:pathLst>
                  <a:path w="3147" h="2822" fill="none" extrusionOk="0">
                    <a:moveTo>
                      <a:pt x="1" y="2306"/>
                    </a:moveTo>
                    <a:cubicBezTo>
                      <a:pt x="218" y="2631"/>
                      <a:pt x="624" y="2821"/>
                      <a:pt x="1031" y="2794"/>
                    </a:cubicBezTo>
                    <a:cubicBezTo>
                      <a:pt x="1438" y="2740"/>
                      <a:pt x="1818" y="2496"/>
                      <a:pt x="1954" y="2116"/>
                    </a:cubicBezTo>
                    <a:cubicBezTo>
                      <a:pt x="2089" y="1736"/>
                      <a:pt x="2035" y="1275"/>
                      <a:pt x="1709" y="977"/>
                    </a:cubicBezTo>
                    <a:cubicBezTo>
                      <a:pt x="1954" y="1058"/>
                      <a:pt x="2225" y="1085"/>
                      <a:pt x="2469" y="1058"/>
                    </a:cubicBezTo>
                    <a:cubicBezTo>
                      <a:pt x="2713" y="1031"/>
                      <a:pt x="2930" y="841"/>
                      <a:pt x="3038" y="624"/>
                    </a:cubicBezTo>
                    <a:cubicBezTo>
                      <a:pt x="3147" y="380"/>
                      <a:pt x="3011" y="82"/>
                      <a:pt x="2767" y="0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5" name="Google Shape;760;p32">
                <a:extLst>
                  <a:ext uri="{FF2B5EF4-FFF2-40B4-BE49-F238E27FC236}">
                    <a16:creationId xmlns:a16="http://schemas.microsoft.com/office/drawing/2014/main" id="{1D652A67-C4EB-5A7F-D821-CC9EF3527624}"/>
                  </a:ext>
                </a:extLst>
              </p:cNvPr>
              <p:cNvSpPr/>
              <p:nvPr/>
            </p:nvSpPr>
            <p:spPr>
              <a:xfrm>
                <a:off x="7321500" y="3049525"/>
                <a:ext cx="124800" cy="92925"/>
              </a:xfrm>
              <a:custGeom>
                <a:avLst/>
                <a:gdLst/>
                <a:ahLst/>
                <a:cxnLst/>
                <a:rect l="l" t="t" r="r" b="b"/>
                <a:pathLst>
                  <a:path w="4992" h="3717" fill="none" extrusionOk="0">
                    <a:moveTo>
                      <a:pt x="4937" y="2577"/>
                    </a:moveTo>
                    <a:cubicBezTo>
                      <a:pt x="4991" y="2007"/>
                      <a:pt x="4964" y="1384"/>
                      <a:pt x="4693" y="868"/>
                    </a:cubicBezTo>
                    <a:cubicBezTo>
                      <a:pt x="4422" y="353"/>
                      <a:pt x="3852" y="0"/>
                      <a:pt x="3310" y="82"/>
                    </a:cubicBezTo>
                    <a:cubicBezTo>
                      <a:pt x="2848" y="163"/>
                      <a:pt x="2523" y="543"/>
                      <a:pt x="2306" y="895"/>
                    </a:cubicBezTo>
                    <a:cubicBezTo>
                      <a:pt x="2116" y="1302"/>
                      <a:pt x="2035" y="1763"/>
                      <a:pt x="1981" y="2197"/>
                    </a:cubicBezTo>
                    <a:cubicBezTo>
                      <a:pt x="1845" y="1899"/>
                      <a:pt x="1682" y="1573"/>
                      <a:pt x="1411" y="1411"/>
                    </a:cubicBezTo>
                    <a:cubicBezTo>
                      <a:pt x="1194" y="1275"/>
                      <a:pt x="923" y="1248"/>
                      <a:pt x="679" y="1302"/>
                    </a:cubicBezTo>
                    <a:cubicBezTo>
                      <a:pt x="272" y="1438"/>
                      <a:pt x="0" y="1845"/>
                      <a:pt x="0" y="2306"/>
                    </a:cubicBezTo>
                    <a:cubicBezTo>
                      <a:pt x="0" y="2740"/>
                      <a:pt x="245" y="3147"/>
                      <a:pt x="597" y="3391"/>
                    </a:cubicBezTo>
                    <a:cubicBezTo>
                      <a:pt x="923" y="3608"/>
                      <a:pt x="1357" y="3716"/>
                      <a:pt x="1818" y="3716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6" name="Google Shape;761;p32">
                <a:extLst>
                  <a:ext uri="{FF2B5EF4-FFF2-40B4-BE49-F238E27FC236}">
                    <a16:creationId xmlns:a16="http://schemas.microsoft.com/office/drawing/2014/main" id="{F264E66E-16EB-F738-59EE-6543294A63FE}"/>
                  </a:ext>
                </a:extLst>
              </p:cNvPr>
              <p:cNvSpPr/>
              <p:nvPr/>
            </p:nvSpPr>
            <p:spPr>
              <a:xfrm>
                <a:off x="7354725" y="3213625"/>
                <a:ext cx="53600" cy="50875"/>
              </a:xfrm>
              <a:custGeom>
                <a:avLst/>
                <a:gdLst/>
                <a:ahLst/>
                <a:cxnLst/>
                <a:rect l="l" t="t" r="r" b="b"/>
                <a:pathLst>
                  <a:path w="2144" h="2035" fill="none" extrusionOk="0">
                    <a:moveTo>
                      <a:pt x="2143" y="814"/>
                    </a:moveTo>
                    <a:cubicBezTo>
                      <a:pt x="2062" y="1275"/>
                      <a:pt x="1818" y="1736"/>
                      <a:pt x="1384" y="1872"/>
                    </a:cubicBezTo>
                    <a:cubicBezTo>
                      <a:pt x="950" y="2034"/>
                      <a:pt x="407" y="1763"/>
                      <a:pt x="218" y="1329"/>
                    </a:cubicBezTo>
                    <a:cubicBezTo>
                      <a:pt x="1" y="895"/>
                      <a:pt x="163" y="353"/>
                      <a:pt x="516" y="0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7" name="Google Shape;762;p32">
                <a:extLst>
                  <a:ext uri="{FF2B5EF4-FFF2-40B4-BE49-F238E27FC236}">
                    <a16:creationId xmlns:a16="http://schemas.microsoft.com/office/drawing/2014/main" id="{AD6CC9D3-154C-4C73-A1C7-F2EBFB500615}"/>
                  </a:ext>
                </a:extLst>
              </p:cNvPr>
              <p:cNvSpPr/>
              <p:nvPr/>
            </p:nvSpPr>
            <p:spPr>
              <a:xfrm>
                <a:off x="7127575" y="3181075"/>
                <a:ext cx="118675" cy="144450"/>
              </a:xfrm>
              <a:custGeom>
                <a:avLst/>
                <a:gdLst/>
                <a:ahLst/>
                <a:cxnLst/>
                <a:rect l="l" t="t" r="r" b="b"/>
                <a:pathLst>
                  <a:path w="4747" h="5778" fill="none" extrusionOk="0">
                    <a:moveTo>
                      <a:pt x="4747" y="3906"/>
                    </a:moveTo>
                    <a:cubicBezTo>
                      <a:pt x="4638" y="4530"/>
                      <a:pt x="4421" y="5208"/>
                      <a:pt x="3825" y="5506"/>
                    </a:cubicBezTo>
                    <a:cubicBezTo>
                      <a:pt x="3363" y="5778"/>
                      <a:pt x="2712" y="5669"/>
                      <a:pt x="2278" y="5371"/>
                    </a:cubicBezTo>
                    <a:cubicBezTo>
                      <a:pt x="1844" y="5045"/>
                      <a:pt x="1600" y="4503"/>
                      <a:pt x="1600" y="3960"/>
                    </a:cubicBezTo>
                    <a:cubicBezTo>
                      <a:pt x="1600" y="3418"/>
                      <a:pt x="1844" y="2875"/>
                      <a:pt x="2170" y="2468"/>
                    </a:cubicBezTo>
                    <a:cubicBezTo>
                      <a:pt x="1763" y="2794"/>
                      <a:pt x="1302" y="3174"/>
                      <a:pt x="787" y="3065"/>
                    </a:cubicBezTo>
                    <a:cubicBezTo>
                      <a:pt x="353" y="3011"/>
                      <a:pt x="0" y="2577"/>
                      <a:pt x="27" y="2170"/>
                    </a:cubicBezTo>
                    <a:cubicBezTo>
                      <a:pt x="27" y="1709"/>
                      <a:pt x="407" y="1302"/>
                      <a:pt x="841" y="1275"/>
                    </a:cubicBezTo>
                    <a:cubicBezTo>
                      <a:pt x="488" y="1384"/>
                      <a:pt x="81" y="1004"/>
                      <a:pt x="109" y="597"/>
                    </a:cubicBezTo>
                    <a:cubicBezTo>
                      <a:pt x="163" y="217"/>
                      <a:pt x="678" y="0"/>
                      <a:pt x="1031" y="190"/>
                    </a:cubicBezTo>
                  </a:path>
                </a:pathLst>
              </a:custGeom>
              <a:noFill/>
              <a:ln w="1220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8" name="Google Shape;763;p32">
                <a:extLst>
                  <a:ext uri="{FF2B5EF4-FFF2-40B4-BE49-F238E27FC236}">
                    <a16:creationId xmlns:a16="http://schemas.microsoft.com/office/drawing/2014/main" id="{A5DF8DB6-6FA0-672B-C4E5-7C2DC7166D88}"/>
                  </a:ext>
                </a:extLst>
              </p:cNvPr>
              <p:cNvSpPr/>
              <p:nvPr/>
            </p:nvSpPr>
            <p:spPr>
              <a:xfrm>
                <a:off x="7129600" y="3017650"/>
                <a:ext cx="103100" cy="97000"/>
              </a:xfrm>
              <a:custGeom>
                <a:avLst/>
                <a:gdLst/>
                <a:ahLst/>
                <a:cxnLst/>
                <a:rect l="l" t="t" r="r" b="b"/>
                <a:pathLst>
                  <a:path w="4124" h="3880" fill="none" extrusionOk="0">
                    <a:moveTo>
                      <a:pt x="4123" y="1818"/>
                    </a:moveTo>
                    <a:cubicBezTo>
                      <a:pt x="4015" y="1357"/>
                      <a:pt x="3933" y="923"/>
                      <a:pt x="3608" y="597"/>
                    </a:cubicBezTo>
                    <a:cubicBezTo>
                      <a:pt x="3337" y="245"/>
                      <a:pt x="2876" y="0"/>
                      <a:pt x="2442" y="109"/>
                    </a:cubicBezTo>
                    <a:cubicBezTo>
                      <a:pt x="2089" y="217"/>
                      <a:pt x="1818" y="489"/>
                      <a:pt x="1655" y="841"/>
                    </a:cubicBezTo>
                    <a:cubicBezTo>
                      <a:pt x="1411" y="1329"/>
                      <a:pt x="1438" y="1926"/>
                      <a:pt x="1682" y="2414"/>
                    </a:cubicBezTo>
                    <a:cubicBezTo>
                      <a:pt x="1438" y="2089"/>
                      <a:pt x="977" y="1953"/>
                      <a:pt x="597" y="2116"/>
                    </a:cubicBezTo>
                    <a:cubicBezTo>
                      <a:pt x="217" y="2279"/>
                      <a:pt x="0" y="2686"/>
                      <a:pt x="28" y="3093"/>
                    </a:cubicBezTo>
                    <a:cubicBezTo>
                      <a:pt x="55" y="3499"/>
                      <a:pt x="434" y="3852"/>
                      <a:pt x="841" y="3879"/>
                    </a:cubicBezTo>
                  </a:path>
                </a:pathLst>
              </a:custGeom>
              <a:noFill/>
              <a:ln w="1220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9" name="Google Shape;764;p32">
                <a:extLst>
                  <a:ext uri="{FF2B5EF4-FFF2-40B4-BE49-F238E27FC236}">
                    <a16:creationId xmlns:a16="http://schemas.microsoft.com/office/drawing/2014/main" id="{04A386AE-70E3-B313-6D9D-38270BAA2BAE}"/>
                  </a:ext>
                </a:extLst>
              </p:cNvPr>
              <p:cNvSpPr/>
              <p:nvPr/>
            </p:nvSpPr>
            <p:spPr>
              <a:xfrm>
                <a:off x="7302500" y="2821675"/>
                <a:ext cx="40725" cy="113275"/>
              </a:xfrm>
              <a:custGeom>
                <a:avLst/>
                <a:gdLst/>
                <a:ahLst/>
                <a:cxnLst/>
                <a:rect l="l" t="t" r="r" b="b"/>
                <a:pathLst>
                  <a:path w="1629" h="4531" fill="none" extrusionOk="0">
                    <a:moveTo>
                      <a:pt x="1" y="4530"/>
                    </a:moveTo>
                    <a:cubicBezTo>
                      <a:pt x="869" y="3174"/>
                      <a:pt x="1439" y="1574"/>
                      <a:pt x="1628" y="1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0" name="Google Shape;765;p32">
                <a:extLst>
                  <a:ext uri="{FF2B5EF4-FFF2-40B4-BE49-F238E27FC236}">
                    <a16:creationId xmlns:a16="http://schemas.microsoft.com/office/drawing/2014/main" id="{00EDF2F4-9106-5E82-F63E-C5F8E8B9D747}"/>
                  </a:ext>
                </a:extLst>
              </p:cNvPr>
              <p:cNvSpPr/>
              <p:nvPr/>
            </p:nvSpPr>
            <p:spPr>
              <a:xfrm>
                <a:off x="7346600" y="2783025"/>
                <a:ext cx="2240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896" h="489" fill="none" extrusionOk="0">
                    <a:moveTo>
                      <a:pt x="0" y="489"/>
                    </a:moveTo>
                    <a:cubicBezTo>
                      <a:pt x="190" y="190"/>
                      <a:pt x="570" y="1"/>
                      <a:pt x="895" y="1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1" name="Google Shape;766;p32">
              <a:extLst>
                <a:ext uri="{FF2B5EF4-FFF2-40B4-BE49-F238E27FC236}">
                  <a16:creationId xmlns:a16="http://schemas.microsoft.com/office/drawing/2014/main" id="{8DCB32BC-E8A8-6AB2-FC1A-08A0ABD95E73}"/>
                </a:ext>
              </a:extLst>
            </p:cNvPr>
            <p:cNvGrpSpPr/>
            <p:nvPr/>
          </p:nvGrpSpPr>
          <p:grpSpPr>
            <a:xfrm>
              <a:off x="6136175" y="1866925"/>
              <a:ext cx="581725" cy="569750"/>
              <a:chOff x="6136175" y="1866925"/>
              <a:chExt cx="581725" cy="569750"/>
            </a:xfrm>
          </p:grpSpPr>
          <p:sp>
            <p:nvSpPr>
              <p:cNvPr id="2004" name="Google Shape;767;p32">
                <a:extLst>
                  <a:ext uri="{FF2B5EF4-FFF2-40B4-BE49-F238E27FC236}">
                    <a16:creationId xmlns:a16="http://schemas.microsoft.com/office/drawing/2014/main" id="{CDA61795-D6C9-6AE5-92D1-D0C641713FC7}"/>
                  </a:ext>
                </a:extLst>
              </p:cNvPr>
              <p:cNvSpPr/>
              <p:nvPr/>
            </p:nvSpPr>
            <p:spPr>
              <a:xfrm>
                <a:off x="6312500" y="1871900"/>
                <a:ext cx="185125" cy="148125"/>
              </a:xfrm>
              <a:custGeom>
                <a:avLst/>
                <a:gdLst/>
                <a:ahLst/>
                <a:cxnLst/>
                <a:rect l="l" t="t" r="r" b="b"/>
                <a:pathLst>
                  <a:path w="7405" h="5925" extrusionOk="0">
                    <a:moveTo>
                      <a:pt x="3450" y="1"/>
                    </a:moveTo>
                    <a:cubicBezTo>
                      <a:pt x="2769" y="1"/>
                      <a:pt x="2097" y="141"/>
                      <a:pt x="1519" y="479"/>
                    </a:cubicBezTo>
                    <a:cubicBezTo>
                      <a:pt x="624" y="995"/>
                      <a:pt x="0" y="1971"/>
                      <a:pt x="54" y="3002"/>
                    </a:cubicBezTo>
                    <a:cubicBezTo>
                      <a:pt x="136" y="3843"/>
                      <a:pt x="624" y="4629"/>
                      <a:pt x="1302" y="5118"/>
                    </a:cubicBezTo>
                    <a:cubicBezTo>
                      <a:pt x="2002" y="5653"/>
                      <a:pt x="2842" y="5924"/>
                      <a:pt x="3662" y="5924"/>
                    </a:cubicBezTo>
                    <a:cubicBezTo>
                      <a:pt x="4877" y="5924"/>
                      <a:pt x="6046" y="5329"/>
                      <a:pt x="6645" y="4114"/>
                    </a:cubicBezTo>
                    <a:cubicBezTo>
                      <a:pt x="7405" y="2487"/>
                      <a:pt x="7052" y="968"/>
                      <a:pt x="5289" y="317"/>
                    </a:cubicBezTo>
                    <a:cubicBezTo>
                      <a:pt x="4716" y="121"/>
                      <a:pt x="4079" y="1"/>
                      <a:pt x="34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5" name="Google Shape;768;p32">
                <a:extLst>
                  <a:ext uri="{FF2B5EF4-FFF2-40B4-BE49-F238E27FC236}">
                    <a16:creationId xmlns:a16="http://schemas.microsoft.com/office/drawing/2014/main" id="{393B4696-4705-32B7-0F80-C09271EB7FB4}"/>
                  </a:ext>
                </a:extLst>
              </p:cNvPr>
              <p:cNvSpPr/>
              <p:nvPr/>
            </p:nvSpPr>
            <p:spPr>
              <a:xfrm>
                <a:off x="6265025" y="1866925"/>
                <a:ext cx="425200" cy="434675"/>
              </a:xfrm>
              <a:custGeom>
                <a:avLst/>
                <a:gdLst/>
                <a:ahLst/>
                <a:cxnLst/>
                <a:rect l="l" t="t" r="r" b="b"/>
                <a:pathLst>
                  <a:path w="17008" h="17387" fill="none" extrusionOk="0">
                    <a:moveTo>
                      <a:pt x="17007" y="0"/>
                    </a:moveTo>
                    <a:cubicBezTo>
                      <a:pt x="9087" y="2821"/>
                      <a:pt x="2631" y="9439"/>
                      <a:pt x="0" y="17387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6" name="Google Shape;769;p32">
                <a:extLst>
                  <a:ext uri="{FF2B5EF4-FFF2-40B4-BE49-F238E27FC236}">
                    <a16:creationId xmlns:a16="http://schemas.microsoft.com/office/drawing/2014/main" id="{64B77B1A-BF28-5296-392D-37784C99465D}"/>
                  </a:ext>
                </a:extLst>
              </p:cNvPr>
              <p:cNvSpPr/>
              <p:nvPr/>
            </p:nvSpPr>
            <p:spPr>
              <a:xfrm>
                <a:off x="6446075" y="1928625"/>
                <a:ext cx="9700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3880" h="516" fill="none" extrusionOk="0">
                    <a:moveTo>
                      <a:pt x="3879" y="516"/>
                    </a:moveTo>
                    <a:cubicBezTo>
                      <a:pt x="2686" y="218"/>
                      <a:pt x="1221" y="1"/>
                      <a:pt x="1" y="109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7" name="Google Shape;770;p32">
                <a:extLst>
                  <a:ext uri="{FF2B5EF4-FFF2-40B4-BE49-F238E27FC236}">
                    <a16:creationId xmlns:a16="http://schemas.microsoft.com/office/drawing/2014/main" id="{EFBB2D4B-1DAA-B1F0-6D5E-50B840A203F0}"/>
                  </a:ext>
                </a:extLst>
              </p:cNvPr>
              <p:cNvSpPr/>
              <p:nvPr/>
            </p:nvSpPr>
            <p:spPr>
              <a:xfrm>
                <a:off x="6590500" y="1917100"/>
                <a:ext cx="35975" cy="221075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8843" fill="none" extrusionOk="0">
                    <a:moveTo>
                      <a:pt x="1" y="0"/>
                    </a:moveTo>
                    <a:cubicBezTo>
                      <a:pt x="1032" y="2821"/>
                      <a:pt x="1438" y="5859"/>
                      <a:pt x="1113" y="8843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8" name="Google Shape;771;p32">
                <a:extLst>
                  <a:ext uri="{FF2B5EF4-FFF2-40B4-BE49-F238E27FC236}">
                    <a16:creationId xmlns:a16="http://schemas.microsoft.com/office/drawing/2014/main" id="{471BD704-39DA-BB83-D477-7A2DB1FB8C3A}"/>
                  </a:ext>
                </a:extLst>
              </p:cNvPr>
              <p:cNvSpPr/>
              <p:nvPr/>
            </p:nvSpPr>
            <p:spPr>
              <a:xfrm>
                <a:off x="6371475" y="2109675"/>
                <a:ext cx="90900" cy="169550"/>
              </a:xfrm>
              <a:custGeom>
                <a:avLst/>
                <a:gdLst/>
                <a:ahLst/>
                <a:cxnLst/>
                <a:rect l="l" t="t" r="r" b="b"/>
                <a:pathLst>
                  <a:path w="3636" h="6782" fill="none" extrusionOk="0">
                    <a:moveTo>
                      <a:pt x="1" y="1"/>
                    </a:moveTo>
                    <a:cubicBezTo>
                      <a:pt x="1900" y="1818"/>
                      <a:pt x="3147" y="4151"/>
                      <a:pt x="3636" y="6782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9" name="Google Shape;772;p32">
                <a:extLst>
                  <a:ext uri="{FF2B5EF4-FFF2-40B4-BE49-F238E27FC236}">
                    <a16:creationId xmlns:a16="http://schemas.microsoft.com/office/drawing/2014/main" id="{59689B3A-66BE-3615-79C3-B42C194ACF5F}"/>
                  </a:ext>
                </a:extLst>
              </p:cNvPr>
              <p:cNvSpPr/>
              <p:nvPr/>
            </p:nvSpPr>
            <p:spPr>
              <a:xfrm>
                <a:off x="6241300" y="2050000"/>
                <a:ext cx="163425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6537" h="1493" fill="none" extrusionOk="0">
                    <a:moveTo>
                      <a:pt x="6537" y="435"/>
                    </a:moveTo>
                    <a:cubicBezTo>
                      <a:pt x="4286" y="1"/>
                      <a:pt x="1980" y="380"/>
                      <a:pt x="0" y="1493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0" name="Google Shape;773;p32">
                <a:extLst>
                  <a:ext uri="{FF2B5EF4-FFF2-40B4-BE49-F238E27FC236}">
                    <a16:creationId xmlns:a16="http://schemas.microsoft.com/office/drawing/2014/main" id="{611CB113-89FF-AC4E-D549-E60B25B9DDB4}"/>
                  </a:ext>
                </a:extLst>
              </p:cNvPr>
              <p:cNvSpPr/>
              <p:nvPr/>
            </p:nvSpPr>
            <p:spPr>
              <a:xfrm>
                <a:off x="6398600" y="1892000"/>
                <a:ext cx="75300" cy="74125"/>
              </a:xfrm>
              <a:custGeom>
                <a:avLst/>
                <a:gdLst/>
                <a:ahLst/>
                <a:cxnLst/>
                <a:rect l="l" t="t" r="r" b="b"/>
                <a:pathLst>
                  <a:path w="3012" h="2965" extrusionOk="0">
                    <a:moveTo>
                      <a:pt x="1032" y="1"/>
                    </a:moveTo>
                    <a:cubicBezTo>
                      <a:pt x="1167" y="354"/>
                      <a:pt x="1113" y="733"/>
                      <a:pt x="977" y="1032"/>
                    </a:cubicBezTo>
                    <a:cubicBezTo>
                      <a:pt x="760" y="679"/>
                      <a:pt x="408" y="462"/>
                      <a:pt x="28" y="326"/>
                    </a:cubicBezTo>
                    <a:lnTo>
                      <a:pt x="28" y="326"/>
                    </a:lnTo>
                    <a:cubicBezTo>
                      <a:pt x="1" y="543"/>
                      <a:pt x="28" y="815"/>
                      <a:pt x="164" y="1059"/>
                    </a:cubicBezTo>
                    <a:cubicBezTo>
                      <a:pt x="299" y="1276"/>
                      <a:pt x="543" y="1438"/>
                      <a:pt x="787" y="1466"/>
                    </a:cubicBezTo>
                    <a:cubicBezTo>
                      <a:pt x="435" y="1574"/>
                      <a:pt x="136" y="1872"/>
                      <a:pt x="28" y="2225"/>
                    </a:cubicBezTo>
                    <a:cubicBezTo>
                      <a:pt x="163" y="2304"/>
                      <a:pt x="322" y="2345"/>
                      <a:pt x="479" y="2345"/>
                    </a:cubicBezTo>
                    <a:cubicBezTo>
                      <a:pt x="699" y="2345"/>
                      <a:pt x="916" y="2264"/>
                      <a:pt x="1059" y="2089"/>
                    </a:cubicBezTo>
                    <a:cubicBezTo>
                      <a:pt x="1059" y="2361"/>
                      <a:pt x="1194" y="2659"/>
                      <a:pt x="1357" y="2849"/>
                    </a:cubicBezTo>
                    <a:cubicBezTo>
                      <a:pt x="1424" y="2916"/>
                      <a:pt x="1473" y="2964"/>
                      <a:pt x="1548" y="2964"/>
                    </a:cubicBezTo>
                    <a:cubicBezTo>
                      <a:pt x="1564" y="2964"/>
                      <a:pt x="1582" y="2962"/>
                      <a:pt x="1601" y="2957"/>
                    </a:cubicBezTo>
                    <a:cubicBezTo>
                      <a:pt x="1655" y="2930"/>
                      <a:pt x="1710" y="2849"/>
                      <a:pt x="1710" y="2795"/>
                    </a:cubicBezTo>
                    <a:cubicBezTo>
                      <a:pt x="1764" y="2551"/>
                      <a:pt x="1764" y="2279"/>
                      <a:pt x="1655" y="2035"/>
                    </a:cubicBezTo>
                    <a:lnTo>
                      <a:pt x="1655" y="2035"/>
                    </a:lnTo>
                    <a:cubicBezTo>
                      <a:pt x="1878" y="2134"/>
                      <a:pt x="2106" y="2182"/>
                      <a:pt x="2322" y="2182"/>
                    </a:cubicBezTo>
                    <a:cubicBezTo>
                      <a:pt x="2580" y="2182"/>
                      <a:pt x="2820" y="2114"/>
                      <a:pt x="3012" y="1981"/>
                    </a:cubicBezTo>
                    <a:lnTo>
                      <a:pt x="1900" y="1574"/>
                    </a:lnTo>
                    <a:cubicBezTo>
                      <a:pt x="2171" y="1276"/>
                      <a:pt x="2306" y="842"/>
                      <a:pt x="2252" y="435"/>
                    </a:cubicBezTo>
                    <a:lnTo>
                      <a:pt x="2252" y="435"/>
                    </a:lnTo>
                    <a:cubicBezTo>
                      <a:pt x="2008" y="489"/>
                      <a:pt x="1791" y="625"/>
                      <a:pt x="1601" y="787"/>
                    </a:cubicBezTo>
                    <a:cubicBezTo>
                      <a:pt x="1574" y="462"/>
                      <a:pt x="1330" y="109"/>
                      <a:pt x="10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1" name="Google Shape;774;p32">
                <a:extLst>
                  <a:ext uri="{FF2B5EF4-FFF2-40B4-BE49-F238E27FC236}">
                    <a16:creationId xmlns:a16="http://schemas.microsoft.com/office/drawing/2014/main" id="{697B2B85-5BF7-0FEE-F293-FFA2BDB818EB}"/>
                  </a:ext>
                </a:extLst>
              </p:cNvPr>
              <p:cNvSpPr/>
              <p:nvPr/>
            </p:nvSpPr>
            <p:spPr>
              <a:xfrm>
                <a:off x="6368775" y="2228175"/>
                <a:ext cx="191250" cy="151600"/>
              </a:xfrm>
              <a:custGeom>
                <a:avLst/>
                <a:gdLst/>
                <a:ahLst/>
                <a:cxnLst/>
                <a:rect l="l" t="t" r="r" b="b"/>
                <a:pathLst>
                  <a:path w="7650" h="6064" extrusionOk="0">
                    <a:moveTo>
                      <a:pt x="3692" y="1"/>
                    </a:moveTo>
                    <a:cubicBezTo>
                      <a:pt x="2942" y="1"/>
                      <a:pt x="2188" y="168"/>
                      <a:pt x="1546" y="550"/>
                    </a:cubicBezTo>
                    <a:cubicBezTo>
                      <a:pt x="651" y="1092"/>
                      <a:pt x="0" y="2096"/>
                      <a:pt x="109" y="3154"/>
                    </a:cubicBezTo>
                    <a:cubicBezTo>
                      <a:pt x="190" y="4022"/>
                      <a:pt x="760" y="4808"/>
                      <a:pt x="1465" y="5324"/>
                    </a:cubicBezTo>
                    <a:cubicBezTo>
                      <a:pt x="2153" y="5813"/>
                      <a:pt x="2973" y="6063"/>
                      <a:pt x="3776" y="6063"/>
                    </a:cubicBezTo>
                    <a:cubicBezTo>
                      <a:pt x="5063" y="6063"/>
                      <a:pt x="6305" y="5422"/>
                      <a:pt x="6890" y="4103"/>
                    </a:cubicBezTo>
                    <a:cubicBezTo>
                      <a:pt x="7649" y="2394"/>
                      <a:pt x="7188" y="848"/>
                      <a:pt x="5371" y="279"/>
                    </a:cubicBezTo>
                    <a:cubicBezTo>
                      <a:pt x="4850" y="101"/>
                      <a:pt x="4272" y="1"/>
                      <a:pt x="36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2" name="Google Shape;775;p32">
                <a:extLst>
                  <a:ext uri="{FF2B5EF4-FFF2-40B4-BE49-F238E27FC236}">
                    <a16:creationId xmlns:a16="http://schemas.microsoft.com/office/drawing/2014/main" id="{48547BB0-421D-BE7D-7791-6FB1D35E0FBE}"/>
                  </a:ext>
                </a:extLst>
              </p:cNvPr>
              <p:cNvSpPr/>
              <p:nvPr/>
            </p:nvSpPr>
            <p:spPr>
              <a:xfrm>
                <a:off x="6410825" y="2191050"/>
                <a:ext cx="75275" cy="75300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3012" extrusionOk="0">
                    <a:moveTo>
                      <a:pt x="2170" y="0"/>
                    </a:moveTo>
                    <a:lnTo>
                      <a:pt x="2170" y="0"/>
                    </a:lnTo>
                    <a:cubicBezTo>
                      <a:pt x="1980" y="353"/>
                      <a:pt x="1817" y="706"/>
                      <a:pt x="1655" y="1085"/>
                    </a:cubicBezTo>
                    <a:cubicBezTo>
                      <a:pt x="1403" y="783"/>
                      <a:pt x="1011" y="621"/>
                      <a:pt x="631" y="621"/>
                    </a:cubicBezTo>
                    <a:cubicBezTo>
                      <a:pt x="601" y="621"/>
                      <a:pt x="572" y="622"/>
                      <a:pt x="543" y="624"/>
                    </a:cubicBezTo>
                    <a:cubicBezTo>
                      <a:pt x="597" y="868"/>
                      <a:pt x="705" y="1113"/>
                      <a:pt x="841" y="1302"/>
                    </a:cubicBezTo>
                    <a:cubicBezTo>
                      <a:pt x="488" y="1302"/>
                      <a:pt x="136" y="1519"/>
                      <a:pt x="0" y="1818"/>
                    </a:cubicBezTo>
                    <a:cubicBezTo>
                      <a:pt x="102" y="1784"/>
                      <a:pt x="210" y="1768"/>
                      <a:pt x="318" y="1768"/>
                    </a:cubicBezTo>
                    <a:cubicBezTo>
                      <a:pt x="556" y="1768"/>
                      <a:pt x="799" y="1842"/>
                      <a:pt x="1004" y="1953"/>
                    </a:cubicBezTo>
                    <a:cubicBezTo>
                      <a:pt x="678" y="2143"/>
                      <a:pt x="407" y="2469"/>
                      <a:pt x="190" y="2821"/>
                    </a:cubicBezTo>
                    <a:cubicBezTo>
                      <a:pt x="286" y="2853"/>
                      <a:pt x="387" y="2869"/>
                      <a:pt x="488" y="2869"/>
                    </a:cubicBezTo>
                    <a:cubicBezTo>
                      <a:pt x="644" y="2869"/>
                      <a:pt x="802" y="2833"/>
                      <a:pt x="949" y="2767"/>
                    </a:cubicBezTo>
                    <a:cubicBezTo>
                      <a:pt x="1166" y="2631"/>
                      <a:pt x="1356" y="2442"/>
                      <a:pt x="1411" y="2198"/>
                    </a:cubicBezTo>
                    <a:cubicBezTo>
                      <a:pt x="1492" y="2577"/>
                      <a:pt x="1763" y="2876"/>
                      <a:pt x="2089" y="3011"/>
                    </a:cubicBezTo>
                    <a:cubicBezTo>
                      <a:pt x="2333" y="2713"/>
                      <a:pt x="2333" y="2252"/>
                      <a:pt x="2062" y="1981"/>
                    </a:cubicBezTo>
                    <a:lnTo>
                      <a:pt x="2062" y="1981"/>
                    </a:lnTo>
                    <a:cubicBezTo>
                      <a:pt x="2110" y="1990"/>
                      <a:pt x="2158" y="1995"/>
                      <a:pt x="2208" y="1995"/>
                    </a:cubicBezTo>
                    <a:cubicBezTo>
                      <a:pt x="2437" y="1995"/>
                      <a:pt x="2674" y="1897"/>
                      <a:pt x="2875" y="1764"/>
                    </a:cubicBezTo>
                    <a:cubicBezTo>
                      <a:pt x="2929" y="1682"/>
                      <a:pt x="3011" y="1628"/>
                      <a:pt x="2984" y="1547"/>
                    </a:cubicBezTo>
                    <a:cubicBezTo>
                      <a:pt x="2929" y="1492"/>
                      <a:pt x="2875" y="1438"/>
                      <a:pt x="2848" y="1411"/>
                    </a:cubicBezTo>
                    <a:cubicBezTo>
                      <a:pt x="2717" y="1353"/>
                      <a:pt x="2579" y="1326"/>
                      <a:pt x="2441" y="1326"/>
                    </a:cubicBezTo>
                    <a:cubicBezTo>
                      <a:pt x="2321" y="1326"/>
                      <a:pt x="2202" y="1346"/>
                      <a:pt x="2089" y="1384"/>
                    </a:cubicBezTo>
                    <a:cubicBezTo>
                      <a:pt x="2333" y="896"/>
                      <a:pt x="2360" y="407"/>
                      <a:pt x="21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3" name="Google Shape;776;p32">
                <a:extLst>
                  <a:ext uri="{FF2B5EF4-FFF2-40B4-BE49-F238E27FC236}">
                    <a16:creationId xmlns:a16="http://schemas.microsoft.com/office/drawing/2014/main" id="{25909C43-128F-2D06-EEB2-09F074776A42}"/>
                  </a:ext>
                </a:extLst>
              </p:cNvPr>
              <p:cNvSpPr/>
              <p:nvPr/>
            </p:nvSpPr>
            <p:spPr>
              <a:xfrm>
                <a:off x="6517275" y="2068850"/>
                <a:ext cx="200625" cy="173325"/>
              </a:xfrm>
              <a:custGeom>
                <a:avLst/>
                <a:gdLst/>
                <a:ahLst/>
                <a:cxnLst/>
                <a:rect l="l" t="t" r="r" b="b"/>
                <a:pathLst>
                  <a:path w="8025" h="6933" extrusionOk="0">
                    <a:moveTo>
                      <a:pt x="5046" y="1"/>
                    </a:moveTo>
                    <a:cubicBezTo>
                      <a:pt x="4975" y="1"/>
                      <a:pt x="4902" y="2"/>
                      <a:pt x="4829" y="6"/>
                    </a:cubicBezTo>
                    <a:cubicBezTo>
                      <a:pt x="3391" y="88"/>
                      <a:pt x="1872" y="684"/>
                      <a:pt x="950" y="1823"/>
                    </a:cubicBezTo>
                    <a:cubicBezTo>
                      <a:pt x="245" y="2746"/>
                      <a:pt x="1" y="4021"/>
                      <a:pt x="516" y="5078"/>
                    </a:cubicBezTo>
                    <a:cubicBezTo>
                      <a:pt x="950" y="5973"/>
                      <a:pt x="1845" y="6543"/>
                      <a:pt x="2740" y="6787"/>
                    </a:cubicBezTo>
                    <a:cubicBezTo>
                      <a:pt x="3114" y="6885"/>
                      <a:pt x="3494" y="6932"/>
                      <a:pt x="3869" y="6932"/>
                    </a:cubicBezTo>
                    <a:cubicBezTo>
                      <a:pt x="5884" y="6932"/>
                      <a:pt x="7756" y="5569"/>
                      <a:pt x="7894" y="3397"/>
                    </a:cubicBezTo>
                    <a:cubicBezTo>
                      <a:pt x="8024" y="1433"/>
                      <a:pt x="7018" y="1"/>
                      <a:pt x="504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4" name="Google Shape;777;p32">
                <a:extLst>
                  <a:ext uri="{FF2B5EF4-FFF2-40B4-BE49-F238E27FC236}">
                    <a16:creationId xmlns:a16="http://schemas.microsoft.com/office/drawing/2014/main" id="{E79A544D-F55C-165C-4EAC-32D1B1D4226E}"/>
                  </a:ext>
                </a:extLst>
              </p:cNvPr>
              <p:cNvSpPr/>
              <p:nvPr/>
            </p:nvSpPr>
            <p:spPr>
              <a:xfrm>
                <a:off x="6578975" y="2047300"/>
                <a:ext cx="84800" cy="66975"/>
              </a:xfrm>
              <a:custGeom>
                <a:avLst/>
                <a:gdLst/>
                <a:ahLst/>
                <a:cxnLst/>
                <a:rect l="l" t="t" r="r" b="b"/>
                <a:pathLst>
                  <a:path w="3392" h="2679" extrusionOk="0">
                    <a:moveTo>
                      <a:pt x="2035" y="0"/>
                    </a:moveTo>
                    <a:cubicBezTo>
                      <a:pt x="1872" y="190"/>
                      <a:pt x="1737" y="380"/>
                      <a:pt x="1628" y="624"/>
                    </a:cubicBezTo>
                    <a:cubicBezTo>
                      <a:pt x="1489" y="369"/>
                      <a:pt x="1230" y="173"/>
                      <a:pt x="921" y="173"/>
                    </a:cubicBezTo>
                    <a:cubicBezTo>
                      <a:pt x="868" y="173"/>
                      <a:pt x="815" y="178"/>
                      <a:pt x="760" y="190"/>
                    </a:cubicBezTo>
                    <a:cubicBezTo>
                      <a:pt x="1004" y="407"/>
                      <a:pt x="1167" y="787"/>
                      <a:pt x="1167" y="1139"/>
                    </a:cubicBezTo>
                    <a:cubicBezTo>
                      <a:pt x="846" y="956"/>
                      <a:pt x="506" y="889"/>
                      <a:pt x="179" y="889"/>
                    </a:cubicBezTo>
                    <a:cubicBezTo>
                      <a:pt x="119" y="889"/>
                      <a:pt x="60" y="891"/>
                      <a:pt x="1" y="895"/>
                    </a:cubicBezTo>
                    <a:cubicBezTo>
                      <a:pt x="82" y="1139"/>
                      <a:pt x="245" y="1356"/>
                      <a:pt x="462" y="1492"/>
                    </a:cubicBezTo>
                    <a:cubicBezTo>
                      <a:pt x="591" y="1584"/>
                      <a:pt x="757" y="1639"/>
                      <a:pt x="936" y="1639"/>
                    </a:cubicBezTo>
                    <a:cubicBezTo>
                      <a:pt x="1020" y="1639"/>
                      <a:pt x="1107" y="1627"/>
                      <a:pt x="1194" y="1601"/>
                    </a:cubicBezTo>
                    <a:lnTo>
                      <a:pt x="1194" y="1601"/>
                    </a:lnTo>
                    <a:cubicBezTo>
                      <a:pt x="923" y="1872"/>
                      <a:pt x="787" y="2252"/>
                      <a:pt x="869" y="2631"/>
                    </a:cubicBezTo>
                    <a:cubicBezTo>
                      <a:pt x="899" y="2636"/>
                      <a:pt x="930" y="2638"/>
                      <a:pt x="961" y="2638"/>
                    </a:cubicBezTo>
                    <a:cubicBezTo>
                      <a:pt x="1289" y="2638"/>
                      <a:pt x="1638" y="2386"/>
                      <a:pt x="1737" y="2089"/>
                    </a:cubicBezTo>
                    <a:cubicBezTo>
                      <a:pt x="1872" y="2360"/>
                      <a:pt x="2089" y="2550"/>
                      <a:pt x="2333" y="2658"/>
                    </a:cubicBezTo>
                    <a:cubicBezTo>
                      <a:pt x="2374" y="2672"/>
                      <a:pt x="2422" y="2679"/>
                      <a:pt x="2466" y="2679"/>
                    </a:cubicBezTo>
                    <a:cubicBezTo>
                      <a:pt x="2510" y="2679"/>
                      <a:pt x="2550" y="2672"/>
                      <a:pt x="2578" y="2658"/>
                    </a:cubicBezTo>
                    <a:cubicBezTo>
                      <a:pt x="2605" y="2631"/>
                      <a:pt x="2605" y="2523"/>
                      <a:pt x="2605" y="2441"/>
                    </a:cubicBezTo>
                    <a:cubicBezTo>
                      <a:pt x="2578" y="2224"/>
                      <a:pt x="2442" y="1980"/>
                      <a:pt x="2279" y="1818"/>
                    </a:cubicBezTo>
                    <a:cubicBezTo>
                      <a:pt x="2713" y="1709"/>
                      <a:pt x="3174" y="1465"/>
                      <a:pt x="3391" y="1085"/>
                    </a:cubicBezTo>
                    <a:lnTo>
                      <a:pt x="3391" y="1085"/>
                    </a:lnTo>
                    <a:cubicBezTo>
                      <a:pt x="2984" y="1139"/>
                      <a:pt x="2632" y="1167"/>
                      <a:pt x="2225" y="1194"/>
                    </a:cubicBezTo>
                    <a:cubicBezTo>
                      <a:pt x="2361" y="787"/>
                      <a:pt x="2279" y="353"/>
                      <a:pt x="20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5" name="Google Shape;778;p32">
                <a:extLst>
                  <a:ext uri="{FF2B5EF4-FFF2-40B4-BE49-F238E27FC236}">
                    <a16:creationId xmlns:a16="http://schemas.microsoft.com/office/drawing/2014/main" id="{0B968277-84E3-FA6D-1771-49C62D71609C}"/>
                  </a:ext>
                </a:extLst>
              </p:cNvPr>
              <p:cNvSpPr/>
              <p:nvPr/>
            </p:nvSpPr>
            <p:spPr>
              <a:xfrm>
                <a:off x="6136175" y="2029375"/>
                <a:ext cx="191250" cy="152975"/>
              </a:xfrm>
              <a:custGeom>
                <a:avLst/>
                <a:gdLst/>
                <a:ahLst/>
                <a:cxnLst/>
                <a:rect l="l" t="t" r="r" b="b"/>
                <a:pathLst>
                  <a:path w="7650" h="6119" extrusionOk="0">
                    <a:moveTo>
                      <a:pt x="3317" y="1"/>
                    </a:moveTo>
                    <a:cubicBezTo>
                      <a:pt x="2810" y="1"/>
                      <a:pt x="2310" y="87"/>
                      <a:pt x="1845" y="283"/>
                    </a:cubicBezTo>
                    <a:cubicBezTo>
                      <a:pt x="896" y="690"/>
                      <a:pt x="137" y="1612"/>
                      <a:pt x="55" y="2670"/>
                    </a:cubicBezTo>
                    <a:cubicBezTo>
                      <a:pt x="1" y="3538"/>
                      <a:pt x="462" y="4379"/>
                      <a:pt x="1086" y="5003"/>
                    </a:cubicBezTo>
                    <a:cubicBezTo>
                      <a:pt x="1829" y="5733"/>
                      <a:pt x="2827" y="6119"/>
                      <a:pt x="3808" y="6119"/>
                    </a:cubicBezTo>
                    <a:cubicBezTo>
                      <a:pt x="4902" y="6119"/>
                      <a:pt x="5974" y="5639"/>
                      <a:pt x="6646" y="4623"/>
                    </a:cubicBezTo>
                    <a:cubicBezTo>
                      <a:pt x="7650" y="3077"/>
                      <a:pt x="7460" y="1477"/>
                      <a:pt x="5724" y="582"/>
                    </a:cubicBezTo>
                    <a:cubicBezTo>
                      <a:pt x="4985" y="229"/>
                      <a:pt x="4142" y="1"/>
                      <a:pt x="33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6" name="Google Shape;779;p32">
                <a:extLst>
                  <a:ext uri="{FF2B5EF4-FFF2-40B4-BE49-F238E27FC236}">
                    <a16:creationId xmlns:a16="http://schemas.microsoft.com/office/drawing/2014/main" id="{72B2DEE9-F6D4-428B-D810-A1ABED3CFCDA}"/>
                  </a:ext>
                </a:extLst>
              </p:cNvPr>
              <p:cNvSpPr/>
              <p:nvPr/>
            </p:nvSpPr>
            <p:spPr>
              <a:xfrm>
                <a:off x="6266375" y="2022875"/>
                <a:ext cx="75300" cy="74075"/>
              </a:xfrm>
              <a:custGeom>
                <a:avLst/>
                <a:gdLst/>
                <a:ahLst/>
                <a:cxnLst/>
                <a:rect l="l" t="t" r="r" b="b"/>
                <a:pathLst>
                  <a:path w="3012" h="2963" extrusionOk="0">
                    <a:moveTo>
                      <a:pt x="1031" y="1"/>
                    </a:moveTo>
                    <a:cubicBezTo>
                      <a:pt x="1167" y="326"/>
                      <a:pt x="1113" y="706"/>
                      <a:pt x="977" y="1004"/>
                    </a:cubicBezTo>
                    <a:cubicBezTo>
                      <a:pt x="760" y="679"/>
                      <a:pt x="408" y="435"/>
                      <a:pt x="28" y="299"/>
                    </a:cubicBezTo>
                    <a:lnTo>
                      <a:pt x="28" y="299"/>
                    </a:lnTo>
                    <a:cubicBezTo>
                      <a:pt x="1" y="543"/>
                      <a:pt x="28" y="814"/>
                      <a:pt x="163" y="1059"/>
                    </a:cubicBezTo>
                    <a:cubicBezTo>
                      <a:pt x="299" y="1248"/>
                      <a:pt x="543" y="1411"/>
                      <a:pt x="787" y="1465"/>
                    </a:cubicBezTo>
                    <a:cubicBezTo>
                      <a:pt x="435" y="1547"/>
                      <a:pt x="136" y="1872"/>
                      <a:pt x="28" y="2198"/>
                    </a:cubicBezTo>
                    <a:cubicBezTo>
                      <a:pt x="161" y="2286"/>
                      <a:pt x="316" y="2330"/>
                      <a:pt x="470" y="2330"/>
                    </a:cubicBezTo>
                    <a:cubicBezTo>
                      <a:pt x="694" y="2330"/>
                      <a:pt x="914" y="2239"/>
                      <a:pt x="1059" y="2062"/>
                    </a:cubicBezTo>
                    <a:cubicBezTo>
                      <a:pt x="1059" y="2333"/>
                      <a:pt x="1194" y="2632"/>
                      <a:pt x="1357" y="2849"/>
                    </a:cubicBezTo>
                    <a:cubicBezTo>
                      <a:pt x="1427" y="2896"/>
                      <a:pt x="1477" y="2963"/>
                      <a:pt x="1559" y="2963"/>
                    </a:cubicBezTo>
                    <a:cubicBezTo>
                      <a:pt x="1572" y="2963"/>
                      <a:pt x="1586" y="2961"/>
                      <a:pt x="1601" y="2957"/>
                    </a:cubicBezTo>
                    <a:cubicBezTo>
                      <a:pt x="1655" y="2903"/>
                      <a:pt x="1710" y="2849"/>
                      <a:pt x="1710" y="2767"/>
                    </a:cubicBezTo>
                    <a:cubicBezTo>
                      <a:pt x="1764" y="2550"/>
                      <a:pt x="1764" y="2279"/>
                      <a:pt x="1655" y="2035"/>
                    </a:cubicBezTo>
                    <a:lnTo>
                      <a:pt x="1655" y="2035"/>
                    </a:lnTo>
                    <a:cubicBezTo>
                      <a:pt x="1869" y="2130"/>
                      <a:pt x="2089" y="2173"/>
                      <a:pt x="2297" y="2173"/>
                    </a:cubicBezTo>
                    <a:cubicBezTo>
                      <a:pt x="2564" y="2173"/>
                      <a:pt x="2813" y="2103"/>
                      <a:pt x="3011" y="1981"/>
                    </a:cubicBezTo>
                    <a:lnTo>
                      <a:pt x="1899" y="1574"/>
                    </a:lnTo>
                    <a:cubicBezTo>
                      <a:pt x="2171" y="1248"/>
                      <a:pt x="2306" y="814"/>
                      <a:pt x="2252" y="408"/>
                    </a:cubicBezTo>
                    <a:lnTo>
                      <a:pt x="2252" y="408"/>
                    </a:lnTo>
                    <a:cubicBezTo>
                      <a:pt x="2008" y="489"/>
                      <a:pt x="1791" y="625"/>
                      <a:pt x="1601" y="787"/>
                    </a:cubicBezTo>
                    <a:cubicBezTo>
                      <a:pt x="1574" y="435"/>
                      <a:pt x="1330" y="109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7" name="Google Shape;780;p32">
                <a:extLst>
                  <a:ext uri="{FF2B5EF4-FFF2-40B4-BE49-F238E27FC236}">
                    <a16:creationId xmlns:a16="http://schemas.microsoft.com/office/drawing/2014/main" id="{88F3C44D-2DF8-EBDC-BABF-0C9C126BB5E9}"/>
                  </a:ext>
                </a:extLst>
              </p:cNvPr>
              <p:cNvSpPr/>
              <p:nvPr/>
            </p:nvSpPr>
            <p:spPr>
              <a:xfrm>
                <a:off x="6157200" y="2271325"/>
                <a:ext cx="207525" cy="165350"/>
              </a:xfrm>
              <a:custGeom>
                <a:avLst/>
                <a:gdLst/>
                <a:ahLst/>
                <a:cxnLst/>
                <a:rect l="l" t="t" r="r" b="b"/>
                <a:pathLst>
                  <a:path w="8301" h="6614" extrusionOk="0">
                    <a:moveTo>
                      <a:pt x="3951" y="0"/>
                    </a:moveTo>
                    <a:cubicBezTo>
                      <a:pt x="3129" y="0"/>
                      <a:pt x="2314" y="187"/>
                      <a:pt x="1628" y="614"/>
                    </a:cubicBezTo>
                    <a:cubicBezTo>
                      <a:pt x="679" y="1211"/>
                      <a:pt x="1" y="2296"/>
                      <a:pt x="109" y="3462"/>
                    </a:cubicBezTo>
                    <a:cubicBezTo>
                      <a:pt x="191" y="4411"/>
                      <a:pt x="814" y="5252"/>
                      <a:pt x="1601" y="5795"/>
                    </a:cubicBezTo>
                    <a:cubicBezTo>
                      <a:pt x="2344" y="6342"/>
                      <a:pt x="3221" y="6614"/>
                      <a:pt x="4081" y="6614"/>
                    </a:cubicBezTo>
                    <a:cubicBezTo>
                      <a:pt x="5479" y="6614"/>
                      <a:pt x="6832" y="5893"/>
                      <a:pt x="7487" y="4466"/>
                    </a:cubicBezTo>
                    <a:cubicBezTo>
                      <a:pt x="8301" y="2648"/>
                      <a:pt x="7840" y="939"/>
                      <a:pt x="5832" y="316"/>
                    </a:cubicBezTo>
                    <a:cubicBezTo>
                      <a:pt x="5238" y="114"/>
                      <a:pt x="4592" y="0"/>
                      <a:pt x="39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8" name="Google Shape;781;p32">
                <a:extLst>
                  <a:ext uri="{FF2B5EF4-FFF2-40B4-BE49-F238E27FC236}">
                    <a16:creationId xmlns:a16="http://schemas.microsoft.com/office/drawing/2014/main" id="{0951C578-D45F-796E-2E89-9EC2EECF59EF}"/>
                  </a:ext>
                </a:extLst>
              </p:cNvPr>
              <p:cNvSpPr/>
              <p:nvPr/>
            </p:nvSpPr>
            <p:spPr>
              <a:xfrm>
                <a:off x="6235875" y="2236475"/>
                <a:ext cx="75275" cy="74075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2963" extrusionOk="0">
                    <a:moveTo>
                      <a:pt x="1031" y="1"/>
                    </a:moveTo>
                    <a:lnTo>
                      <a:pt x="1031" y="1"/>
                    </a:lnTo>
                    <a:cubicBezTo>
                      <a:pt x="1166" y="326"/>
                      <a:pt x="1112" y="706"/>
                      <a:pt x="977" y="1004"/>
                    </a:cubicBezTo>
                    <a:cubicBezTo>
                      <a:pt x="760" y="679"/>
                      <a:pt x="407" y="435"/>
                      <a:pt x="27" y="299"/>
                    </a:cubicBezTo>
                    <a:lnTo>
                      <a:pt x="27" y="299"/>
                    </a:lnTo>
                    <a:cubicBezTo>
                      <a:pt x="0" y="543"/>
                      <a:pt x="27" y="814"/>
                      <a:pt x="163" y="1059"/>
                    </a:cubicBezTo>
                    <a:cubicBezTo>
                      <a:pt x="298" y="1248"/>
                      <a:pt x="543" y="1411"/>
                      <a:pt x="787" y="1465"/>
                    </a:cubicBezTo>
                    <a:cubicBezTo>
                      <a:pt x="434" y="1547"/>
                      <a:pt x="136" y="1872"/>
                      <a:pt x="27" y="2198"/>
                    </a:cubicBezTo>
                    <a:cubicBezTo>
                      <a:pt x="160" y="2286"/>
                      <a:pt x="316" y="2330"/>
                      <a:pt x="470" y="2330"/>
                    </a:cubicBezTo>
                    <a:cubicBezTo>
                      <a:pt x="693" y="2330"/>
                      <a:pt x="914" y="2239"/>
                      <a:pt x="1058" y="2062"/>
                    </a:cubicBezTo>
                    <a:cubicBezTo>
                      <a:pt x="1058" y="2333"/>
                      <a:pt x="1194" y="2632"/>
                      <a:pt x="1356" y="2849"/>
                    </a:cubicBezTo>
                    <a:cubicBezTo>
                      <a:pt x="1427" y="2896"/>
                      <a:pt x="1477" y="2963"/>
                      <a:pt x="1559" y="2963"/>
                    </a:cubicBezTo>
                    <a:cubicBezTo>
                      <a:pt x="1572" y="2963"/>
                      <a:pt x="1586" y="2961"/>
                      <a:pt x="1600" y="2957"/>
                    </a:cubicBezTo>
                    <a:cubicBezTo>
                      <a:pt x="1655" y="2903"/>
                      <a:pt x="1709" y="2849"/>
                      <a:pt x="1709" y="2767"/>
                    </a:cubicBezTo>
                    <a:cubicBezTo>
                      <a:pt x="1763" y="2550"/>
                      <a:pt x="1763" y="2279"/>
                      <a:pt x="1655" y="2035"/>
                    </a:cubicBezTo>
                    <a:lnTo>
                      <a:pt x="1655" y="2035"/>
                    </a:lnTo>
                    <a:cubicBezTo>
                      <a:pt x="1857" y="2130"/>
                      <a:pt x="2064" y="2173"/>
                      <a:pt x="2268" y="2173"/>
                    </a:cubicBezTo>
                    <a:cubicBezTo>
                      <a:pt x="2528" y="2173"/>
                      <a:pt x="2782" y="2103"/>
                      <a:pt x="3011" y="1981"/>
                    </a:cubicBezTo>
                    <a:lnTo>
                      <a:pt x="1899" y="1574"/>
                    </a:lnTo>
                    <a:cubicBezTo>
                      <a:pt x="2170" y="1248"/>
                      <a:pt x="2306" y="814"/>
                      <a:pt x="2251" y="408"/>
                    </a:cubicBezTo>
                    <a:lnTo>
                      <a:pt x="2251" y="408"/>
                    </a:lnTo>
                    <a:cubicBezTo>
                      <a:pt x="2007" y="489"/>
                      <a:pt x="1790" y="625"/>
                      <a:pt x="1600" y="787"/>
                    </a:cubicBezTo>
                    <a:cubicBezTo>
                      <a:pt x="1573" y="435"/>
                      <a:pt x="1329" y="109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9" name="Google Shape;782;p32">
                <a:extLst>
                  <a:ext uri="{FF2B5EF4-FFF2-40B4-BE49-F238E27FC236}">
                    <a16:creationId xmlns:a16="http://schemas.microsoft.com/office/drawing/2014/main" id="{B7C8F0FF-7CA7-9BF1-0FA1-56443C864EFB}"/>
                  </a:ext>
                </a:extLst>
              </p:cNvPr>
              <p:cNvSpPr/>
              <p:nvPr/>
            </p:nvSpPr>
            <p:spPr>
              <a:xfrm>
                <a:off x="6333500" y="1891175"/>
                <a:ext cx="55650" cy="63975"/>
              </a:xfrm>
              <a:custGeom>
                <a:avLst/>
                <a:gdLst/>
                <a:ahLst/>
                <a:cxnLst/>
                <a:rect l="l" t="t" r="r" b="b"/>
                <a:pathLst>
                  <a:path w="2226" h="2559" extrusionOk="0">
                    <a:moveTo>
                      <a:pt x="1658" y="0"/>
                    </a:moveTo>
                    <a:cubicBezTo>
                      <a:pt x="1249" y="0"/>
                      <a:pt x="791" y="273"/>
                      <a:pt x="516" y="522"/>
                    </a:cubicBezTo>
                    <a:cubicBezTo>
                      <a:pt x="191" y="848"/>
                      <a:pt x="1" y="1309"/>
                      <a:pt x="28" y="1743"/>
                    </a:cubicBezTo>
                    <a:cubicBezTo>
                      <a:pt x="28" y="1905"/>
                      <a:pt x="55" y="2068"/>
                      <a:pt x="164" y="2258"/>
                    </a:cubicBezTo>
                    <a:cubicBezTo>
                      <a:pt x="272" y="2421"/>
                      <a:pt x="408" y="2529"/>
                      <a:pt x="571" y="2556"/>
                    </a:cubicBezTo>
                    <a:cubicBezTo>
                      <a:pt x="590" y="2558"/>
                      <a:pt x="609" y="2559"/>
                      <a:pt x="628" y="2559"/>
                    </a:cubicBezTo>
                    <a:cubicBezTo>
                      <a:pt x="903" y="2559"/>
                      <a:pt x="1154" y="2378"/>
                      <a:pt x="1357" y="2150"/>
                    </a:cubicBezTo>
                    <a:cubicBezTo>
                      <a:pt x="1656" y="1851"/>
                      <a:pt x="1927" y="1471"/>
                      <a:pt x="2062" y="1065"/>
                    </a:cubicBezTo>
                    <a:cubicBezTo>
                      <a:pt x="2171" y="739"/>
                      <a:pt x="2225" y="88"/>
                      <a:pt x="1764" y="7"/>
                    </a:cubicBezTo>
                    <a:cubicBezTo>
                      <a:pt x="1729" y="2"/>
                      <a:pt x="1694" y="0"/>
                      <a:pt x="1658" y="0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0" name="Google Shape;783;p32">
                <a:extLst>
                  <a:ext uri="{FF2B5EF4-FFF2-40B4-BE49-F238E27FC236}">
                    <a16:creationId xmlns:a16="http://schemas.microsoft.com/office/drawing/2014/main" id="{DC6F5A71-0392-97A8-4E29-7E09B87238A0}"/>
                  </a:ext>
                </a:extLst>
              </p:cNvPr>
              <p:cNvSpPr/>
              <p:nvPr/>
            </p:nvSpPr>
            <p:spPr>
              <a:xfrm>
                <a:off x="6539650" y="2107700"/>
                <a:ext cx="61725" cy="86850"/>
              </a:xfrm>
              <a:custGeom>
                <a:avLst/>
                <a:gdLst/>
                <a:ahLst/>
                <a:cxnLst/>
                <a:rect l="l" t="t" r="r" b="b"/>
                <a:pathLst>
                  <a:path w="2469" h="3474" extrusionOk="0">
                    <a:moveTo>
                      <a:pt x="1236" y="0"/>
                    </a:moveTo>
                    <a:cubicBezTo>
                      <a:pt x="654" y="0"/>
                      <a:pt x="242" y="728"/>
                      <a:pt x="82" y="1300"/>
                    </a:cubicBezTo>
                    <a:cubicBezTo>
                      <a:pt x="1" y="1734"/>
                      <a:pt x="55" y="2277"/>
                      <a:pt x="272" y="2738"/>
                    </a:cubicBezTo>
                    <a:cubicBezTo>
                      <a:pt x="435" y="3090"/>
                      <a:pt x="706" y="3416"/>
                      <a:pt x="1086" y="3470"/>
                    </a:cubicBezTo>
                    <a:cubicBezTo>
                      <a:pt x="1107" y="3472"/>
                      <a:pt x="1129" y="3473"/>
                      <a:pt x="1150" y="3473"/>
                    </a:cubicBezTo>
                    <a:cubicBezTo>
                      <a:pt x="1423" y="3473"/>
                      <a:pt x="1667" y="3317"/>
                      <a:pt x="1818" y="3090"/>
                    </a:cubicBezTo>
                    <a:cubicBezTo>
                      <a:pt x="1981" y="2846"/>
                      <a:pt x="2089" y="2575"/>
                      <a:pt x="2198" y="2304"/>
                    </a:cubicBezTo>
                    <a:cubicBezTo>
                      <a:pt x="2388" y="1571"/>
                      <a:pt x="2469" y="405"/>
                      <a:pt x="1574" y="80"/>
                    </a:cubicBezTo>
                    <a:cubicBezTo>
                      <a:pt x="1456" y="25"/>
                      <a:pt x="1343" y="0"/>
                      <a:pt x="1236" y="0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1" name="Google Shape;784;p32">
                <a:extLst>
                  <a:ext uri="{FF2B5EF4-FFF2-40B4-BE49-F238E27FC236}">
                    <a16:creationId xmlns:a16="http://schemas.microsoft.com/office/drawing/2014/main" id="{10AF9E83-4207-D57A-B3D1-BD68C73D240A}"/>
                  </a:ext>
                </a:extLst>
              </p:cNvPr>
              <p:cNvSpPr/>
              <p:nvPr/>
            </p:nvSpPr>
            <p:spPr>
              <a:xfrm>
                <a:off x="6384375" y="2273650"/>
                <a:ext cx="57650" cy="73325"/>
              </a:xfrm>
              <a:custGeom>
                <a:avLst/>
                <a:gdLst/>
                <a:ahLst/>
                <a:cxnLst/>
                <a:rect l="l" t="t" r="r" b="b"/>
                <a:pathLst>
                  <a:path w="2306" h="2933" extrusionOk="0">
                    <a:moveTo>
                      <a:pt x="814" y="1"/>
                    </a:moveTo>
                    <a:cubicBezTo>
                      <a:pt x="493" y="1"/>
                      <a:pt x="249" y="204"/>
                      <a:pt x="136" y="657"/>
                    </a:cubicBezTo>
                    <a:cubicBezTo>
                      <a:pt x="0" y="1063"/>
                      <a:pt x="109" y="1470"/>
                      <a:pt x="271" y="1850"/>
                    </a:cubicBezTo>
                    <a:cubicBezTo>
                      <a:pt x="407" y="2175"/>
                      <a:pt x="543" y="2474"/>
                      <a:pt x="814" y="2718"/>
                    </a:cubicBezTo>
                    <a:cubicBezTo>
                      <a:pt x="993" y="2843"/>
                      <a:pt x="1231" y="2933"/>
                      <a:pt x="1457" y="2933"/>
                    </a:cubicBezTo>
                    <a:cubicBezTo>
                      <a:pt x="1575" y="2933"/>
                      <a:pt x="1689" y="2909"/>
                      <a:pt x="1790" y="2854"/>
                    </a:cubicBezTo>
                    <a:cubicBezTo>
                      <a:pt x="2197" y="2664"/>
                      <a:pt x="2306" y="2148"/>
                      <a:pt x="2279" y="1714"/>
                    </a:cubicBezTo>
                    <a:cubicBezTo>
                      <a:pt x="2224" y="982"/>
                      <a:pt x="1926" y="412"/>
                      <a:pt x="1275" y="114"/>
                    </a:cubicBezTo>
                    <a:cubicBezTo>
                      <a:pt x="1110" y="40"/>
                      <a:pt x="954" y="1"/>
                      <a:pt x="814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2" name="Google Shape;785;p32">
                <a:extLst>
                  <a:ext uri="{FF2B5EF4-FFF2-40B4-BE49-F238E27FC236}">
                    <a16:creationId xmlns:a16="http://schemas.microsoft.com/office/drawing/2014/main" id="{4881C11A-EE81-725D-06AA-4A1889B85847}"/>
                  </a:ext>
                </a:extLst>
              </p:cNvPr>
              <p:cNvSpPr/>
              <p:nvPr/>
            </p:nvSpPr>
            <p:spPr>
              <a:xfrm>
                <a:off x="6180250" y="2294450"/>
                <a:ext cx="52250" cy="62100"/>
              </a:xfrm>
              <a:custGeom>
                <a:avLst/>
                <a:gdLst/>
                <a:ahLst/>
                <a:cxnLst/>
                <a:rect l="l" t="t" r="r" b="b"/>
                <a:pathLst>
                  <a:path w="2090" h="2484" extrusionOk="0">
                    <a:moveTo>
                      <a:pt x="1330" y="1"/>
                    </a:moveTo>
                    <a:cubicBezTo>
                      <a:pt x="1181" y="1"/>
                      <a:pt x="1032" y="42"/>
                      <a:pt x="896" y="123"/>
                    </a:cubicBezTo>
                    <a:cubicBezTo>
                      <a:pt x="598" y="286"/>
                      <a:pt x="354" y="557"/>
                      <a:pt x="218" y="828"/>
                    </a:cubicBezTo>
                    <a:cubicBezTo>
                      <a:pt x="55" y="1181"/>
                      <a:pt x="1" y="1560"/>
                      <a:pt x="55" y="1913"/>
                    </a:cubicBezTo>
                    <a:cubicBezTo>
                      <a:pt x="82" y="2076"/>
                      <a:pt x="164" y="2266"/>
                      <a:pt x="299" y="2374"/>
                    </a:cubicBezTo>
                    <a:cubicBezTo>
                      <a:pt x="391" y="2451"/>
                      <a:pt x="509" y="2484"/>
                      <a:pt x="637" y="2484"/>
                    </a:cubicBezTo>
                    <a:cubicBezTo>
                      <a:pt x="737" y="2484"/>
                      <a:pt x="844" y="2464"/>
                      <a:pt x="950" y="2428"/>
                    </a:cubicBezTo>
                    <a:cubicBezTo>
                      <a:pt x="1276" y="2320"/>
                      <a:pt x="1574" y="2130"/>
                      <a:pt x="1791" y="1859"/>
                    </a:cubicBezTo>
                    <a:cubicBezTo>
                      <a:pt x="1981" y="1588"/>
                      <a:pt x="2090" y="1208"/>
                      <a:pt x="2090" y="882"/>
                    </a:cubicBezTo>
                    <a:cubicBezTo>
                      <a:pt x="2090" y="584"/>
                      <a:pt x="1981" y="286"/>
                      <a:pt x="1764" y="123"/>
                    </a:cubicBezTo>
                    <a:cubicBezTo>
                      <a:pt x="1628" y="42"/>
                      <a:pt x="1479" y="1"/>
                      <a:pt x="1330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3" name="Google Shape;786;p32">
                <a:extLst>
                  <a:ext uri="{FF2B5EF4-FFF2-40B4-BE49-F238E27FC236}">
                    <a16:creationId xmlns:a16="http://schemas.microsoft.com/office/drawing/2014/main" id="{DD1686B5-6FB1-A321-0811-30E7DBAEBF7C}"/>
                  </a:ext>
                </a:extLst>
              </p:cNvPr>
              <p:cNvSpPr/>
              <p:nvPr/>
            </p:nvSpPr>
            <p:spPr>
              <a:xfrm>
                <a:off x="6182300" y="2365150"/>
                <a:ext cx="27150" cy="27825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1113" extrusionOk="0">
                    <a:moveTo>
                      <a:pt x="411" y="1"/>
                    </a:moveTo>
                    <a:cubicBezTo>
                      <a:pt x="258" y="1"/>
                      <a:pt x="122" y="62"/>
                      <a:pt x="55" y="224"/>
                    </a:cubicBezTo>
                    <a:cubicBezTo>
                      <a:pt x="0" y="306"/>
                      <a:pt x="0" y="414"/>
                      <a:pt x="0" y="523"/>
                    </a:cubicBezTo>
                    <a:cubicBezTo>
                      <a:pt x="0" y="658"/>
                      <a:pt x="55" y="794"/>
                      <a:pt x="136" y="930"/>
                    </a:cubicBezTo>
                    <a:cubicBezTo>
                      <a:pt x="217" y="1052"/>
                      <a:pt x="375" y="1113"/>
                      <a:pt x="529" y="1113"/>
                    </a:cubicBezTo>
                    <a:cubicBezTo>
                      <a:pt x="580" y="1113"/>
                      <a:pt x="631" y="1106"/>
                      <a:pt x="678" y="1092"/>
                    </a:cubicBezTo>
                    <a:cubicBezTo>
                      <a:pt x="895" y="1038"/>
                      <a:pt x="1031" y="848"/>
                      <a:pt x="1058" y="658"/>
                    </a:cubicBezTo>
                    <a:cubicBezTo>
                      <a:pt x="1085" y="441"/>
                      <a:pt x="1004" y="251"/>
                      <a:pt x="868" y="143"/>
                    </a:cubicBezTo>
                    <a:cubicBezTo>
                      <a:pt x="733" y="62"/>
                      <a:pt x="563" y="1"/>
                      <a:pt x="411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4" name="Google Shape;787;p32">
                <a:extLst>
                  <a:ext uri="{FF2B5EF4-FFF2-40B4-BE49-F238E27FC236}">
                    <a16:creationId xmlns:a16="http://schemas.microsoft.com/office/drawing/2014/main" id="{17770E1C-EAF3-FD32-43D3-F562E5343B2A}"/>
                  </a:ext>
                </a:extLst>
              </p:cNvPr>
              <p:cNvSpPr/>
              <p:nvPr/>
            </p:nvSpPr>
            <p:spPr>
              <a:xfrm>
                <a:off x="6167375" y="2042875"/>
                <a:ext cx="86375" cy="46475"/>
              </a:xfrm>
              <a:custGeom>
                <a:avLst/>
                <a:gdLst/>
                <a:ahLst/>
                <a:cxnLst/>
                <a:rect l="l" t="t" r="r" b="b"/>
                <a:pathLst>
                  <a:path w="3455" h="1859" extrusionOk="0">
                    <a:moveTo>
                      <a:pt x="2058" y="0"/>
                    </a:moveTo>
                    <a:cubicBezTo>
                      <a:pt x="1780" y="0"/>
                      <a:pt x="1514" y="40"/>
                      <a:pt x="1330" y="96"/>
                    </a:cubicBezTo>
                    <a:cubicBezTo>
                      <a:pt x="1004" y="150"/>
                      <a:pt x="733" y="259"/>
                      <a:pt x="516" y="421"/>
                    </a:cubicBezTo>
                    <a:cubicBezTo>
                      <a:pt x="380" y="530"/>
                      <a:pt x="245" y="638"/>
                      <a:pt x="136" y="801"/>
                    </a:cubicBezTo>
                    <a:cubicBezTo>
                      <a:pt x="28" y="937"/>
                      <a:pt x="1" y="1127"/>
                      <a:pt x="55" y="1316"/>
                    </a:cubicBezTo>
                    <a:cubicBezTo>
                      <a:pt x="163" y="1506"/>
                      <a:pt x="380" y="1615"/>
                      <a:pt x="597" y="1669"/>
                    </a:cubicBezTo>
                    <a:cubicBezTo>
                      <a:pt x="950" y="1778"/>
                      <a:pt x="1275" y="1859"/>
                      <a:pt x="1655" y="1859"/>
                    </a:cubicBezTo>
                    <a:cubicBezTo>
                      <a:pt x="2008" y="1859"/>
                      <a:pt x="2333" y="1859"/>
                      <a:pt x="2632" y="1723"/>
                    </a:cubicBezTo>
                    <a:cubicBezTo>
                      <a:pt x="2957" y="1561"/>
                      <a:pt x="3228" y="1316"/>
                      <a:pt x="3283" y="991"/>
                    </a:cubicBezTo>
                    <a:cubicBezTo>
                      <a:pt x="3455" y="226"/>
                      <a:pt x="2723" y="0"/>
                      <a:pt x="2058" y="0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5" name="Google Shape;788;p32">
                <a:extLst>
                  <a:ext uri="{FF2B5EF4-FFF2-40B4-BE49-F238E27FC236}">
                    <a16:creationId xmlns:a16="http://schemas.microsoft.com/office/drawing/2014/main" id="{B3D48CE2-1C75-B036-2740-2E48C076D514}"/>
                  </a:ext>
                </a:extLst>
              </p:cNvPr>
              <p:cNvSpPr/>
              <p:nvPr/>
            </p:nvSpPr>
            <p:spPr>
              <a:xfrm>
                <a:off x="6668500" y="2123250"/>
                <a:ext cx="22400" cy="74600"/>
              </a:xfrm>
              <a:custGeom>
                <a:avLst/>
                <a:gdLst/>
                <a:ahLst/>
                <a:cxnLst/>
                <a:rect l="l" t="t" r="r" b="b"/>
                <a:pathLst>
                  <a:path w="896" h="2984" fill="none" extrusionOk="0">
                    <a:moveTo>
                      <a:pt x="624" y="0"/>
                    </a:moveTo>
                    <a:cubicBezTo>
                      <a:pt x="868" y="488"/>
                      <a:pt x="895" y="1031"/>
                      <a:pt x="814" y="1573"/>
                    </a:cubicBezTo>
                    <a:cubicBezTo>
                      <a:pt x="705" y="2116"/>
                      <a:pt x="407" y="2604"/>
                      <a:pt x="0" y="2984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6" name="Google Shape;789;p32">
                <a:extLst>
                  <a:ext uri="{FF2B5EF4-FFF2-40B4-BE49-F238E27FC236}">
                    <a16:creationId xmlns:a16="http://schemas.microsoft.com/office/drawing/2014/main" id="{64AFA35F-F1AC-93B6-D52D-014892474C64}"/>
                  </a:ext>
                </a:extLst>
              </p:cNvPr>
              <p:cNvSpPr/>
              <p:nvPr/>
            </p:nvSpPr>
            <p:spPr>
              <a:xfrm>
                <a:off x="6645425" y="2210025"/>
                <a:ext cx="4775" cy="2750"/>
              </a:xfrm>
              <a:custGeom>
                <a:avLst/>
                <a:gdLst/>
                <a:ahLst/>
                <a:cxnLst/>
                <a:rect l="l" t="t" r="r" b="b"/>
                <a:pathLst>
                  <a:path w="191" h="110" fill="none" extrusionOk="0">
                    <a:moveTo>
                      <a:pt x="191" y="1"/>
                    </a:moveTo>
                    <a:lnTo>
                      <a:pt x="1" y="109"/>
                    </a:ln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7" name="Google Shape;790;p32">
                <a:extLst>
                  <a:ext uri="{FF2B5EF4-FFF2-40B4-BE49-F238E27FC236}">
                    <a16:creationId xmlns:a16="http://schemas.microsoft.com/office/drawing/2014/main" id="{4D26620E-AEBD-7645-B0B6-47023610A6D6}"/>
                  </a:ext>
                </a:extLst>
              </p:cNvPr>
              <p:cNvSpPr/>
              <p:nvPr/>
            </p:nvSpPr>
            <p:spPr>
              <a:xfrm>
                <a:off x="6204000" y="2120525"/>
                <a:ext cx="76650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3066" h="1493" fill="none" extrusionOk="0">
                    <a:moveTo>
                      <a:pt x="3065" y="1"/>
                    </a:moveTo>
                    <a:cubicBezTo>
                      <a:pt x="2414" y="977"/>
                      <a:pt x="1140" y="1492"/>
                      <a:pt x="0" y="1221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8" name="Google Shape;791;p32">
                <a:extLst>
                  <a:ext uri="{FF2B5EF4-FFF2-40B4-BE49-F238E27FC236}">
                    <a16:creationId xmlns:a16="http://schemas.microsoft.com/office/drawing/2014/main" id="{2CDE5D99-959B-80F9-6775-F3DBC79798BC}"/>
                  </a:ext>
                </a:extLst>
              </p:cNvPr>
              <p:cNvSpPr/>
              <p:nvPr/>
            </p:nvSpPr>
            <p:spPr>
              <a:xfrm>
                <a:off x="6356575" y="1978125"/>
                <a:ext cx="48150" cy="2782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113" fill="none" extrusionOk="0">
                    <a:moveTo>
                      <a:pt x="0" y="1"/>
                    </a:moveTo>
                    <a:cubicBezTo>
                      <a:pt x="54" y="407"/>
                      <a:pt x="326" y="814"/>
                      <a:pt x="733" y="950"/>
                    </a:cubicBezTo>
                    <a:cubicBezTo>
                      <a:pt x="1139" y="1113"/>
                      <a:pt x="1628" y="1004"/>
                      <a:pt x="1926" y="733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9" name="Google Shape;792;p32">
                <a:extLst>
                  <a:ext uri="{FF2B5EF4-FFF2-40B4-BE49-F238E27FC236}">
                    <a16:creationId xmlns:a16="http://schemas.microsoft.com/office/drawing/2014/main" id="{FD1A214A-A6C8-DFB9-5C49-CC2793E12DA9}"/>
                  </a:ext>
                </a:extLst>
              </p:cNvPr>
              <p:cNvSpPr/>
              <p:nvPr/>
            </p:nvSpPr>
            <p:spPr>
              <a:xfrm>
                <a:off x="6450150" y="2324625"/>
                <a:ext cx="57650" cy="40725"/>
              </a:xfrm>
              <a:custGeom>
                <a:avLst/>
                <a:gdLst/>
                <a:ahLst/>
                <a:cxnLst/>
                <a:rect l="l" t="t" r="r" b="b"/>
                <a:pathLst>
                  <a:path w="2306" h="1629" fill="none" extrusionOk="0">
                    <a:moveTo>
                      <a:pt x="0" y="1466"/>
                    </a:moveTo>
                    <a:cubicBezTo>
                      <a:pt x="489" y="1628"/>
                      <a:pt x="1058" y="1574"/>
                      <a:pt x="1492" y="1303"/>
                    </a:cubicBezTo>
                    <a:cubicBezTo>
                      <a:pt x="1953" y="1032"/>
                      <a:pt x="2252" y="543"/>
                      <a:pt x="2306" y="1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0" name="Google Shape;793;p32">
                <a:extLst>
                  <a:ext uri="{FF2B5EF4-FFF2-40B4-BE49-F238E27FC236}">
                    <a16:creationId xmlns:a16="http://schemas.microsoft.com/office/drawing/2014/main" id="{7939BBEE-F78A-BA10-A5C9-64C122D61467}"/>
                  </a:ext>
                </a:extLst>
              </p:cNvPr>
              <p:cNvSpPr/>
              <p:nvPr/>
            </p:nvSpPr>
            <p:spPr>
              <a:xfrm>
                <a:off x="6248075" y="2347700"/>
                <a:ext cx="75300" cy="61050"/>
              </a:xfrm>
              <a:custGeom>
                <a:avLst/>
                <a:gdLst/>
                <a:ahLst/>
                <a:cxnLst/>
                <a:rect l="l" t="t" r="r" b="b"/>
                <a:pathLst>
                  <a:path w="3012" h="2442" fill="none" extrusionOk="0">
                    <a:moveTo>
                      <a:pt x="0" y="2224"/>
                    </a:moveTo>
                    <a:cubicBezTo>
                      <a:pt x="461" y="2414"/>
                      <a:pt x="1004" y="2441"/>
                      <a:pt x="1519" y="2306"/>
                    </a:cubicBezTo>
                    <a:cubicBezTo>
                      <a:pt x="1980" y="2170"/>
                      <a:pt x="2442" y="1845"/>
                      <a:pt x="2713" y="1411"/>
                    </a:cubicBezTo>
                    <a:cubicBezTo>
                      <a:pt x="2984" y="977"/>
                      <a:pt x="3011" y="434"/>
                      <a:pt x="2767" y="0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2" name="Google Shape;794;p32">
              <a:extLst>
                <a:ext uri="{FF2B5EF4-FFF2-40B4-BE49-F238E27FC236}">
                  <a16:creationId xmlns:a16="http://schemas.microsoft.com/office/drawing/2014/main" id="{141760F5-0793-DCB6-BA69-FFF1363CB485}"/>
                </a:ext>
              </a:extLst>
            </p:cNvPr>
            <p:cNvGrpSpPr/>
            <p:nvPr/>
          </p:nvGrpSpPr>
          <p:grpSpPr>
            <a:xfrm>
              <a:off x="5782225" y="3227825"/>
              <a:ext cx="605550" cy="551200"/>
              <a:chOff x="5782225" y="3227825"/>
              <a:chExt cx="605550" cy="551200"/>
            </a:xfrm>
          </p:grpSpPr>
          <p:sp>
            <p:nvSpPr>
              <p:cNvPr id="1987" name="Google Shape;795;p32">
                <a:extLst>
                  <a:ext uri="{FF2B5EF4-FFF2-40B4-BE49-F238E27FC236}">
                    <a16:creationId xmlns:a16="http://schemas.microsoft.com/office/drawing/2014/main" id="{2D2D3CEE-E348-BB45-5E4E-F7CC89CDF814}"/>
                  </a:ext>
                </a:extLst>
              </p:cNvPr>
              <p:cNvSpPr/>
              <p:nvPr/>
            </p:nvSpPr>
            <p:spPr>
              <a:xfrm>
                <a:off x="5782225" y="3227825"/>
                <a:ext cx="605550" cy="551200"/>
              </a:xfrm>
              <a:custGeom>
                <a:avLst/>
                <a:gdLst/>
                <a:ahLst/>
                <a:cxnLst/>
                <a:rect l="l" t="t" r="r" b="b"/>
                <a:pathLst>
                  <a:path w="24222" h="22048" extrusionOk="0">
                    <a:moveTo>
                      <a:pt x="12911" y="0"/>
                    </a:moveTo>
                    <a:cubicBezTo>
                      <a:pt x="10095" y="0"/>
                      <a:pt x="7203" y="971"/>
                      <a:pt x="4883" y="2714"/>
                    </a:cubicBezTo>
                    <a:cubicBezTo>
                      <a:pt x="3445" y="3880"/>
                      <a:pt x="2252" y="5399"/>
                      <a:pt x="1546" y="7108"/>
                    </a:cubicBezTo>
                    <a:cubicBezTo>
                      <a:pt x="0" y="10878"/>
                      <a:pt x="895" y="15435"/>
                      <a:pt x="3608" y="18419"/>
                    </a:cubicBezTo>
                    <a:cubicBezTo>
                      <a:pt x="5722" y="20744"/>
                      <a:pt x="8873" y="22048"/>
                      <a:pt x="12036" y="22048"/>
                    </a:cubicBezTo>
                    <a:cubicBezTo>
                      <a:pt x="12931" y="22048"/>
                      <a:pt x="13828" y="21943"/>
                      <a:pt x="14701" y="21728"/>
                    </a:cubicBezTo>
                    <a:cubicBezTo>
                      <a:pt x="17007" y="21131"/>
                      <a:pt x="19095" y="19856"/>
                      <a:pt x="20614" y="18066"/>
                    </a:cubicBezTo>
                    <a:cubicBezTo>
                      <a:pt x="23734" y="14377"/>
                      <a:pt x="24222" y="8681"/>
                      <a:pt x="21645" y="4613"/>
                    </a:cubicBezTo>
                    <a:cubicBezTo>
                      <a:pt x="19611" y="1420"/>
                      <a:pt x="16317" y="0"/>
                      <a:pt x="129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88" name="Google Shape;796;p32">
                <a:extLst>
                  <a:ext uri="{FF2B5EF4-FFF2-40B4-BE49-F238E27FC236}">
                    <a16:creationId xmlns:a16="http://schemas.microsoft.com/office/drawing/2014/main" id="{F2D40221-92FA-242C-6ED4-DCF1B7D01EAF}"/>
                  </a:ext>
                </a:extLst>
              </p:cNvPr>
              <p:cNvSpPr/>
              <p:nvPr/>
            </p:nvSpPr>
            <p:spPr>
              <a:xfrm>
                <a:off x="5826300" y="3261875"/>
                <a:ext cx="518775" cy="482075"/>
              </a:xfrm>
              <a:custGeom>
                <a:avLst/>
                <a:gdLst/>
                <a:ahLst/>
                <a:cxnLst/>
                <a:rect l="l" t="t" r="r" b="b"/>
                <a:pathLst>
                  <a:path w="20751" h="19283" extrusionOk="0">
                    <a:moveTo>
                      <a:pt x="10189" y="1"/>
                    </a:moveTo>
                    <a:cubicBezTo>
                      <a:pt x="9080" y="1"/>
                      <a:pt x="7972" y="177"/>
                      <a:pt x="6917" y="538"/>
                    </a:cubicBezTo>
                    <a:cubicBezTo>
                      <a:pt x="2930" y="1895"/>
                      <a:pt x="0" y="6045"/>
                      <a:pt x="136" y="10276"/>
                    </a:cubicBezTo>
                    <a:cubicBezTo>
                      <a:pt x="335" y="15854"/>
                      <a:pt x="5426" y="19283"/>
                      <a:pt x="10646" y="19283"/>
                    </a:cubicBezTo>
                    <a:cubicBezTo>
                      <a:pt x="11112" y="19283"/>
                      <a:pt x="11579" y="19255"/>
                      <a:pt x="12043" y="19200"/>
                    </a:cubicBezTo>
                    <a:cubicBezTo>
                      <a:pt x="13644" y="19010"/>
                      <a:pt x="15244" y="18386"/>
                      <a:pt x="16519" y="17409"/>
                    </a:cubicBezTo>
                    <a:cubicBezTo>
                      <a:pt x="19367" y="15240"/>
                      <a:pt x="20750" y="11361"/>
                      <a:pt x="20018" y="7862"/>
                    </a:cubicBezTo>
                    <a:cubicBezTo>
                      <a:pt x="19258" y="4390"/>
                      <a:pt x="16492" y="1406"/>
                      <a:pt x="13074" y="403"/>
                    </a:cubicBezTo>
                    <a:cubicBezTo>
                      <a:pt x="12136" y="137"/>
                      <a:pt x="11162" y="1"/>
                      <a:pt x="101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89" name="Google Shape;797;p32">
                <a:extLst>
                  <a:ext uri="{FF2B5EF4-FFF2-40B4-BE49-F238E27FC236}">
                    <a16:creationId xmlns:a16="http://schemas.microsoft.com/office/drawing/2014/main" id="{0C1904BC-C9F2-2611-A7B5-F88C54DFD3FB}"/>
                  </a:ext>
                </a:extLst>
              </p:cNvPr>
              <p:cNvSpPr/>
              <p:nvPr/>
            </p:nvSpPr>
            <p:spPr>
              <a:xfrm>
                <a:off x="6024975" y="3289775"/>
                <a:ext cx="118700" cy="187725"/>
              </a:xfrm>
              <a:custGeom>
                <a:avLst/>
                <a:gdLst/>
                <a:ahLst/>
                <a:cxnLst/>
                <a:rect l="l" t="t" r="r" b="b"/>
                <a:pathLst>
                  <a:path w="4748" h="7509" extrusionOk="0">
                    <a:moveTo>
                      <a:pt x="2327" y="1"/>
                    </a:moveTo>
                    <a:cubicBezTo>
                      <a:pt x="1605" y="1"/>
                      <a:pt x="901" y="367"/>
                      <a:pt x="516" y="968"/>
                    </a:cubicBezTo>
                    <a:cubicBezTo>
                      <a:pt x="1" y="1701"/>
                      <a:pt x="55" y="2732"/>
                      <a:pt x="245" y="3627"/>
                    </a:cubicBezTo>
                    <a:cubicBezTo>
                      <a:pt x="407" y="4413"/>
                      <a:pt x="923" y="7370"/>
                      <a:pt x="1899" y="7505"/>
                    </a:cubicBezTo>
                    <a:cubicBezTo>
                      <a:pt x="1920" y="7508"/>
                      <a:pt x="1941" y="7509"/>
                      <a:pt x="1962" y="7509"/>
                    </a:cubicBezTo>
                    <a:cubicBezTo>
                      <a:pt x="2942" y="7509"/>
                      <a:pt x="3858" y="5048"/>
                      <a:pt x="4151" y="4305"/>
                    </a:cubicBezTo>
                    <a:cubicBezTo>
                      <a:pt x="4503" y="3410"/>
                      <a:pt x="4747" y="2379"/>
                      <a:pt x="4395" y="1484"/>
                    </a:cubicBezTo>
                    <a:cubicBezTo>
                      <a:pt x="4123" y="697"/>
                      <a:pt x="3418" y="128"/>
                      <a:pt x="2604" y="19"/>
                    </a:cubicBezTo>
                    <a:cubicBezTo>
                      <a:pt x="2512" y="7"/>
                      <a:pt x="2419" y="1"/>
                      <a:pt x="23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0" name="Google Shape;798;p32">
                <a:extLst>
                  <a:ext uri="{FF2B5EF4-FFF2-40B4-BE49-F238E27FC236}">
                    <a16:creationId xmlns:a16="http://schemas.microsoft.com/office/drawing/2014/main" id="{8662CD96-FD42-BE7B-CE45-4990372EBF02}"/>
                  </a:ext>
                </a:extLst>
              </p:cNvPr>
              <p:cNvSpPr/>
              <p:nvPr/>
            </p:nvSpPr>
            <p:spPr>
              <a:xfrm>
                <a:off x="6106350" y="3370350"/>
                <a:ext cx="169550" cy="128700"/>
              </a:xfrm>
              <a:custGeom>
                <a:avLst/>
                <a:gdLst/>
                <a:ahLst/>
                <a:cxnLst/>
                <a:rect l="l" t="t" r="r" b="b"/>
                <a:pathLst>
                  <a:path w="6782" h="5148" extrusionOk="0">
                    <a:moveTo>
                      <a:pt x="5010" y="0"/>
                    </a:moveTo>
                    <a:cubicBezTo>
                      <a:pt x="4583" y="0"/>
                      <a:pt x="4143" y="133"/>
                      <a:pt x="3771" y="295"/>
                    </a:cubicBezTo>
                    <a:cubicBezTo>
                      <a:pt x="3120" y="593"/>
                      <a:pt x="2496" y="973"/>
                      <a:pt x="1953" y="1434"/>
                    </a:cubicBezTo>
                    <a:cubicBezTo>
                      <a:pt x="1248" y="2112"/>
                      <a:pt x="0" y="3577"/>
                      <a:pt x="163" y="4662"/>
                    </a:cubicBezTo>
                    <a:cubicBezTo>
                      <a:pt x="233" y="5020"/>
                      <a:pt x="584" y="5148"/>
                      <a:pt x="1051" y="5148"/>
                    </a:cubicBezTo>
                    <a:cubicBezTo>
                      <a:pt x="2034" y="5148"/>
                      <a:pt x="3528" y="4583"/>
                      <a:pt x="3988" y="4418"/>
                    </a:cubicBezTo>
                    <a:cubicBezTo>
                      <a:pt x="4910" y="4092"/>
                      <a:pt x="5832" y="3604"/>
                      <a:pt x="6293" y="2763"/>
                    </a:cubicBezTo>
                    <a:cubicBezTo>
                      <a:pt x="6781" y="1950"/>
                      <a:pt x="6673" y="702"/>
                      <a:pt x="5832" y="214"/>
                    </a:cubicBezTo>
                    <a:cubicBezTo>
                      <a:pt x="5581" y="61"/>
                      <a:pt x="5299" y="0"/>
                      <a:pt x="50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1" name="Google Shape;799;p32">
                <a:extLst>
                  <a:ext uri="{FF2B5EF4-FFF2-40B4-BE49-F238E27FC236}">
                    <a16:creationId xmlns:a16="http://schemas.microsoft.com/office/drawing/2014/main" id="{CD9ADCC7-D385-CB65-CA3B-B780E2B4EFB8}"/>
                  </a:ext>
                </a:extLst>
              </p:cNvPr>
              <p:cNvSpPr/>
              <p:nvPr/>
            </p:nvSpPr>
            <p:spPr>
              <a:xfrm>
                <a:off x="5885300" y="3341050"/>
                <a:ext cx="157325" cy="152250"/>
              </a:xfrm>
              <a:custGeom>
                <a:avLst/>
                <a:gdLst/>
                <a:ahLst/>
                <a:cxnLst/>
                <a:rect l="l" t="t" r="r" b="b"/>
                <a:pathLst>
                  <a:path w="6293" h="6090" extrusionOk="0">
                    <a:moveTo>
                      <a:pt x="2643" y="0"/>
                    </a:moveTo>
                    <a:cubicBezTo>
                      <a:pt x="2032" y="0"/>
                      <a:pt x="1452" y="473"/>
                      <a:pt x="977" y="925"/>
                    </a:cubicBezTo>
                    <a:cubicBezTo>
                      <a:pt x="488" y="1386"/>
                      <a:pt x="54" y="1955"/>
                      <a:pt x="27" y="2633"/>
                    </a:cubicBezTo>
                    <a:cubicBezTo>
                      <a:pt x="0" y="3176"/>
                      <a:pt x="271" y="3691"/>
                      <a:pt x="624" y="4071"/>
                    </a:cubicBezTo>
                    <a:cubicBezTo>
                      <a:pt x="1004" y="4451"/>
                      <a:pt x="1492" y="4722"/>
                      <a:pt x="1953" y="4939"/>
                    </a:cubicBezTo>
                    <a:cubicBezTo>
                      <a:pt x="2658" y="5292"/>
                      <a:pt x="3391" y="5563"/>
                      <a:pt x="4123" y="5726"/>
                    </a:cubicBezTo>
                    <a:cubicBezTo>
                      <a:pt x="4549" y="5832"/>
                      <a:pt x="5327" y="6089"/>
                      <a:pt x="5891" y="6089"/>
                    </a:cubicBezTo>
                    <a:cubicBezTo>
                      <a:pt x="6045" y="6089"/>
                      <a:pt x="6182" y="6070"/>
                      <a:pt x="6293" y="6024"/>
                    </a:cubicBezTo>
                    <a:cubicBezTo>
                      <a:pt x="5777" y="4505"/>
                      <a:pt x="4910" y="3013"/>
                      <a:pt x="4231" y="1521"/>
                    </a:cubicBezTo>
                    <a:cubicBezTo>
                      <a:pt x="3933" y="870"/>
                      <a:pt x="3553" y="192"/>
                      <a:pt x="2902" y="30"/>
                    </a:cubicBezTo>
                    <a:cubicBezTo>
                      <a:pt x="2815" y="10"/>
                      <a:pt x="2729" y="0"/>
                      <a:pt x="26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2" name="Google Shape;800;p32">
                <a:extLst>
                  <a:ext uri="{FF2B5EF4-FFF2-40B4-BE49-F238E27FC236}">
                    <a16:creationId xmlns:a16="http://schemas.microsoft.com/office/drawing/2014/main" id="{0ADBB2AA-E677-4816-439C-2283DE4A96D2}"/>
                  </a:ext>
                </a:extLst>
              </p:cNvPr>
              <p:cNvSpPr/>
              <p:nvPr/>
            </p:nvSpPr>
            <p:spPr>
              <a:xfrm>
                <a:off x="5858850" y="3498100"/>
                <a:ext cx="187850" cy="127625"/>
              </a:xfrm>
              <a:custGeom>
                <a:avLst/>
                <a:gdLst/>
                <a:ahLst/>
                <a:cxnLst/>
                <a:rect l="l" t="t" r="r" b="b"/>
                <a:pathLst>
                  <a:path w="7514" h="5105" extrusionOk="0">
                    <a:moveTo>
                      <a:pt x="1720" y="1"/>
                    </a:moveTo>
                    <a:cubicBezTo>
                      <a:pt x="1317" y="1"/>
                      <a:pt x="924" y="61"/>
                      <a:pt x="597" y="284"/>
                    </a:cubicBezTo>
                    <a:cubicBezTo>
                      <a:pt x="244" y="556"/>
                      <a:pt x="55" y="1044"/>
                      <a:pt x="27" y="1478"/>
                    </a:cubicBezTo>
                    <a:cubicBezTo>
                      <a:pt x="0" y="1939"/>
                      <a:pt x="109" y="2400"/>
                      <a:pt x="190" y="2834"/>
                    </a:cubicBezTo>
                    <a:cubicBezTo>
                      <a:pt x="380" y="3539"/>
                      <a:pt x="570" y="4299"/>
                      <a:pt x="1139" y="4733"/>
                    </a:cubicBezTo>
                    <a:cubicBezTo>
                      <a:pt x="1510" y="5002"/>
                      <a:pt x="1942" y="5104"/>
                      <a:pt x="2392" y="5104"/>
                    </a:cubicBezTo>
                    <a:cubicBezTo>
                      <a:pt x="2668" y="5104"/>
                      <a:pt x="2950" y="5066"/>
                      <a:pt x="3228" y="5004"/>
                    </a:cubicBezTo>
                    <a:cubicBezTo>
                      <a:pt x="4584" y="4706"/>
                      <a:pt x="5751" y="3892"/>
                      <a:pt x="6564" y="2807"/>
                    </a:cubicBezTo>
                    <a:cubicBezTo>
                      <a:pt x="7514" y="1505"/>
                      <a:pt x="6890" y="556"/>
                      <a:pt x="5425" y="393"/>
                    </a:cubicBezTo>
                    <a:cubicBezTo>
                      <a:pt x="4449" y="284"/>
                      <a:pt x="3418" y="203"/>
                      <a:pt x="2414" y="40"/>
                    </a:cubicBezTo>
                    <a:cubicBezTo>
                      <a:pt x="2186" y="20"/>
                      <a:pt x="1951" y="1"/>
                      <a:pt x="172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3" name="Google Shape;801;p32">
                <a:extLst>
                  <a:ext uri="{FF2B5EF4-FFF2-40B4-BE49-F238E27FC236}">
                    <a16:creationId xmlns:a16="http://schemas.microsoft.com/office/drawing/2014/main" id="{290CA68F-1E3D-D2EB-8657-156CC45AC946}"/>
                  </a:ext>
                </a:extLst>
              </p:cNvPr>
              <p:cNvSpPr/>
              <p:nvPr/>
            </p:nvSpPr>
            <p:spPr>
              <a:xfrm>
                <a:off x="5978200" y="3526075"/>
                <a:ext cx="137675" cy="192925"/>
              </a:xfrm>
              <a:custGeom>
                <a:avLst/>
                <a:gdLst/>
                <a:ahLst/>
                <a:cxnLst/>
                <a:rect l="l" t="t" r="r" b="b"/>
                <a:pathLst>
                  <a:path w="5507" h="7717" extrusionOk="0">
                    <a:moveTo>
                      <a:pt x="3941" y="0"/>
                    </a:moveTo>
                    <a:cubicBezTo>
                      <a:pt x="3320" y="0"/>
                      <a:pt x="2836" y="1179"/>
                      <a:pt x="2577" y="1579"/>
                    </a:cubicBezTo>
                    <a:cubicBezTo>
                      <a:pt x="1980" y="2502"/>
                      <a:pt x="1383" y="3424"/>
                      <a:pt x="814" y="4319"/>
                    </a:cubicBezTo>
                    <a:cubicBezTo>
                      <a:pt x="407" y="4943"/>
                      <a:pt x="0" y="5675"/>
                      <a:pt x="244" y="6407"/>
                    </a:cubicBezTo>
                    <a:cubicBezTo>
                      <a:pt x="380" y="6814"/>
                      <a:pt x="760" y="7113"/>
                      <a:pt x="1112" y="7275"/>
                    </a:cubicBezTo>
                    <a:cubicBezTo>
                      <a:pt x="1519" y="7438"/>
                      <a:pt x="1926" y="7520"/>
                      <a:pt x="2387" y="7628"/>
                    </a:cubicBezTo>
                    <a:cubicBezTo>
                      <a:pt x="2685" y="7669"/>
                      <a:pt x="2997" y="7716"/>
                      <a:pt x="3302" y="7716"/>
                    </a:cubicBezTo>
                    <a:cubicBezTo>
                      <a:pt x="3608" y="7716"/>
                      <a:pt x="3906" y="7669"/>
                      <a:pt x="4177" y="7520"/>
                    </a:cubicBezTo>
                    <a:cubicBezTo>
                      <a:pt x="4855" y="7140"/>
                      <a:pt x="5154" y="6326"/>
                      <a:pt x="5262" y="5539"/>
                    </a:cubicBezTo>
                    <a:cubicBezTo>
                      <a:pt x="5506" y="3993"/>
                      <a:pt x="5316" y="2366"/>
                      <a:pt x="4774" y="901"/>
                    </a:cubicBezTo>
                    <a:cubicBezTo>
                      <a:pt x="4665" y="603"/>
                      <a:pt x="4503" y="250"/>
                      <a:pt x="4231" y="88"/>
                    </a:cubicBezTo>
                    <a:cubicBezTo>
                      <a:pt x="4132" y="27"/>
                      <a:pt x="4035" y="0"/>
                      <a:pt x="39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4" name="Google Shape;802;p32">
                <a:extLst>
                  <a:ext uri="{FF2B5EF4-FFF2-40B4-BE49-F238E27FC236}">
                    <a16:creationId xmlns:a16="http://schemas.microsoft.com/office/drawing/2014/main" id="{513C4F38-E1EE-5728-D3DC-1CA90B61D162}"/>
                  </a:ext>
                </a:extLst>
              </p:cNvPr>
              <p:cNvSpPr/>
              <p:nvPr/>
            </p:nvSpPr>
            <p:spPr>
              <a:xfrm>
                <a:off x="6109050" y="3506475"/>
                <a:ext cx="179725" cy="173650"/>
              </a:xfrm>
              <a:custGeom>
                <a:avLst/>
                <a:gdLst/>
                <a:ahLst/>
                <a:cxnLst/>
                <a:rect l="l" t="t" r="r" b="b"/>
                <a:pathLst>
                  <a:path w="7189" h="6946" extrusionOk="0">
                    <a:moveTo>
                      <a:pt x="5684" y="0"/>
                    </a:moveTo>
                    <a:cubicBezTo>
                      <a:pt x="5517" y="0"/>
                      <a:pt x="5347" y="14"/>
                      <a:pt x="5182" y="31"/>
                    </a:cubicBezTo>
                    <a:cubicBezTo>
                      <a:pt x="3690" y="166"/>
                      <a:pt x="2225" y="329"/>
                      <a:pt x="760" y="573"/>
                    </a:cubicBezTo>
                    <a:cubicBezTo>
                      <a:pt x="543" y="600"/>
                      <a:pt x="299" y="682"/>
                      <a:pt x="164" y="844"/>
                    </a:cubicBezTo>
                    <a:cubicBezTo>
                      <a:pt x="1" y="1034"/>
                      <a:pt x="55" y="1360"/>
                      <a:pt x="137" y="1631"/>
                    </a:cubicBezTo>
                    <a:cubicBezTo>
                      <a:pt x="489" y="2879"/>
                      <a:pt x="950" y="4126"/>
                      <a:pt x="1520" y="5320"/>
                    </a:cubicBezTo>
                    <a:cubicBezTo>
                      <a:pt x="1656" y="5591"/>
                      <a:pt x="1791" y="5862"/>
                      <a:pt x="1900" y="6134"/>
                    </a:cubicBezTo>
                    <a:cubicBezTo>
                      <a:pt x="1927" y="6296"/>
                      <a:pt x="1954" y="6513"/>
                      <a:pt x="2035" y="6622"/>
                    </a:cubicBezTo>
                    <a:cubicBezTo>
                      <a:pt x="2152" y="6870"/>
                      <a:pt x="2386" y="6945"/>
                      <a:pt x="2641" y="6945"/>
                    </a:cubicBezTo>
                    <a:cubicBezTo>
                      <a:pt x="2860" y="6945"/>
                      <a:pt x="3095" y="6889"/>
                      <a:pt x="3283" y="6839"/>
                    </a:cubicBezTo>
                    <a:cubicBezTo>
                      <a:pt x="4476" y="6513"/>
                      <a:pt x="5507" y="5754"/>
                      <a:pt x="6185" y="4750"/>
                    </a:cubicBezTo>
                    <a:cubicBezTo>
                      <a:pt x="6863" y="3720"/>
                      <a:pt x="7189" y="2472"/>
                      <a:pt x="6999" y="1251"/>
                    </a:cubicBezTo>
                    <a:cubicBezTo>
                      <a:pt x="6972" y="926"/>
                      <a:pt x="6918" y="600"/>
                      <a:pt x="6673" y="356"/>
                    </a:cubicBezTo>
                    <a:cubicBezTo>
                      <a:pt x="6428" y="73"/>
                      <a:pt x="6065" y="0"/>
                      <a:pt x="56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5" name="Google Shape;803;p32">
                <a:extLst>
                  <a:ext uri="{FF2B5EF4-FFF2-40B4-BE49-F238E27FC236}">
                    <a16:creationId xmlns:a16="http://schemas.microsoft.com/office/drawing/2014/main" id="{C0D8B5FB-B451-1E19-21E8-40C1205EECEB}"/>
                  </a:ext>
                </a:extLst>
              </p:cNvPr>
              <p:cNvSpPr/>
              <p:nvPr/>
            </p:nvSpPr>
            <p:spPr>
              <a:xfrm>
                <a:off x="5885975" y="3343800"/>
                <a:ext cx="156650" cy="149900"/>
              </a:xfrm>
              <a:custGeom>
                <a:avLst/>
                <a:gdLst/>
                <a:ahLst/>
                <a:cxnLst/>
                <a:rect l="l" t="t" r="r" b="b"/>
                <a:pathLst>
                  <a:path w="6266" h="5996" extrusionOk="0">
                    <a:moveTo>
                      <a:pt x="2170" y="1"/>
                    </a:moveTo>
                    <a:cubicBezTo>
                      <a:pt x="2034" y="28"/>
                      <a:pt x="1926" y="82"/>
                      <a:pt x="1790" y="164"/>
                    </a:cubicBezTo>
                    <a:cubicBezTo>
                      <a:pt x="2550" y="1574"/>
                      <a:pt x="3391" y="2903"/>
                      <a:pt x="4367" y="4124"/>
                    </a:cubicBezTo>
                    <a:cubicBezTo>
                      <a:pt x="3174" y="3066"/>
                      <a:pt x="2007" y="2035"/>
                      <a:pt x="841" y="896"/>
                    </a:cubicBezTo>
                    <a:cubicBezTo>
                      <a:pt x="733" y="1005"/>
                      <a:pt x="678" y="1113"/>
                      <a:pt x="570" y="1194"/>
                    </a:cubicBezTo>
                    <a:cubicBezTo>
                      <a:pt x="2034" y="2605"/>
                      <a:pt x="3526" y="3961"/>
                      <a:pt x="5045" y="5236"/>
                    </a:cubicBezTo>
                    <a:cubicBezTo>
                      <a:pt x="3282" y="4449"/>
                      <a:pt x="1601" y="3554"/>
                      <a:pt x="0" y="2496"/>
                    </a:cubicBezTo>
                    <a:lnTo>
                      <a:pt x="0" y="2551"/>
                    </a:lnTo>
                    <a:cubicBezTo>
                      <a:pt x="0" y="2740"/>
                      <a:pt x="0" y="2876"/>
                      <a:pt x="54" y="3012"/>
                    </a:cubicBezTo>
                    <a:cubicBezTo>
                      <a:pt x="1899" y="4178"/>
                      <a:pt x="3825" y="5182"/>
                      <a:pt x="5859" y="5995"/>
                    </a:cubicBezTo>
                    <a:cubicBezTo>
                      <a:pt x="6022" y="5995"/>
                      <a:pt x="6157" y="5968"/>
                      <a:pt x="6266" y="5914"/>
                    </a:cubicBezTo>
                    <a:cubicBezTo>
                      <a:pt x="6239" y="5778"/>
                      <a:pt x="6157" y="5616"/>
                      <a:pt x="6103" y="5480"/>
                    </a:cubicBezTo>
                    <a:cubicBezTo>
                      <a:pt x="4530" y="3825"/>
                      <a:pt x="3228" y="1981"/>
                      <a:pt x="21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6" name="Google Shape;804;p32">
                <a:extLst>
                  <a:ext uri="{FF2B5EF4-FFF2-40B4-BE49-F238E27FC236}">
                    <a16:creationId xmlns:a16="http://schemas.microsoft.com/office/drawing/2014/main" id="{484C69B6-C8BC-2C72-F775-C6C598A5901A}"/>
                  </a:ext>
                </a:extLst>
              </p:cNvPr>
              <p:cNvSpPr/>
              <p:nvPr/>
            </p:nvSpPr>
            <p:spPr>
              <a:xfrm>
                <a:off x="5859525" y="3514025"/>
                <a:ext cx="174975" cy="94950"/>
              </a:xfrm>
              <a:custGeom>
                <a:avLst/>
                <a:gdLst/>
                <a:ahLst/>
                <a:cxnLst/>
                <a:rect l="l" t="t" r="r" b="b"/>
                <a:pathLst>
                  <a:path w="6999" h="3798" extrusionOk="0">
                    <a:moveTo>
                      <a:pt x="272" y="0"/>
                    </a:moveTo>
                    <a:lnTo>
                      <a:pt x="82" y="407"/>
                    </a:lnTo>
                    <a:cubicBezTo>
                      <a:pt x="309" y="404"/>
                      <a:pt x="536" y="402"/>
                      <a:pt x="763" y="402"/>
                    </a:cubicBezTo>
                    <a:cubicBezTo>
                      <a:pt x="2435" y="402"/>
                      <a:pt x="4106" y="494"/>
                      <a:pt x="5778" y="732"/>
                    </a:cubicBezTo>
                    <a:cubicBezTo>
                      <a:pt x="3879" y="1112"/>
                      <a:pt x="1926" y="1410"/>
                      <a:pt x="0" y="1627"/>
                    </a:cubicBezTo>
                    <a:cubicBezTo>
                      <a:pt x="28" y="1763"/>
                      <a:pt x="28" y="1899"/>
                      <a:pt x="82" y="2034"/>
                    </a:cubicBezTo>
                    <a:cubicBezTo>
                      <a:pt x="2008" y="1790"/>
                      <a:pt x="3933" y="1519"/>
                      <a:pt x="5859" y="1139"/>
                    </a:cubicBezTo>
                    <a:lnTo>
                      <a:pt x="5859" y="1139"/>
                    </a:lnTo>
                    <a:cubicBezTo>
                      <a:pt x="4177" y="2061"/>
                      <a:pt x="2387" y="2848"/>
                      <a:pt x="516" y="3445"/>
                    </a:cubicBezTo>
                    <a:cubicBezTo>
                      <a:pt x="651" y="3553"/>
                      <a:pt x="706" y="3662"/>
                      <a:pt x="787" y="3797"/>
                    </a:cubicBezTo>
                    <a:cubicBezTo>
                      <a:pt x="2957" y="3092"/>
                      <a:pt x="5018" y="2143"/>
                      <a:pt x="6998" y="976"/>
                    </a:cubicBezTo>
                    <a:cubicBezTo>
                      <a:pt x="6998" y="814"/>
                      <a:pt x="6917" y="651"/>
                      <a:pt x="6808" y="515"/>
                    </a:cubicBezTo>
                    <a:cubicBezTo>
                      <a:pt x="4639" y="163"/>
                      <a:pt x="2469" y="0"/>
                      <a:pt x="2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7" name="Google Shape;805;p32">
                <a:extLst>
                  <a:ext uri="{FF2B5EF4-FFF2-40B4-BE49-F238E27FC236}">
                    <a16:creationId xmlns:a16="http://schemas.microsoft.com/office/drawing/2014/main" id="{BA4A2400-E271-832C-F358-7891DCC8BBBB}"/>
                  </a:ext>
                </a:extLst>
              </p:cNvPr>
              <p:cNvSpPr/>
              <p:nvPr/>
            </p:nvSpPr>
            <p:spPr>
              <a:xfrm>
                <a:off x="6111775" y="3520800"/>
                <a:ext cx="173625" cy="149875"/>
              </a:xfrm>
              <a:custGeom>
                <a:avLst/>
                <a:gdLst/>
                <a:ahLst/>
                <a:cxnLst/>
                <a:rect l="l" t="t" r="r" b="b"/>
                <a:pathLst>
                  <a:path w="6945" h="5995" extrusionOk="0">
                    <a:moveTo>
                      <a:pt x="651" y="0"/>
                    </a:moveTo>
                    <a:cubicBezTo>
                      <a:pt x="462" y="27"/>
                      <a:pt x="190" y="54"/>
                      <a:pt x="82" y="271"/>
                    </a:cubicBezTo>
                    <a:cubicBezTo>
                      <a:pt x="55" y="326"/>
                      <a:pt x="0" y="380"/>
                      <a:pt x="0" y="434"/>
                    </a:cubicBezTo>
                    <a:cubicBezTo>
                      <a:pt x="55" y="461"/>
                      <a:pt x="82" y="461"/>
                      <a:pt x="82" y="488"/>
                    </a:cubicBezTo>
                    <a:cubicBezTo>
                      <a:pt x="1411" y="2333"/>
                      <a:pt x="2767" y="4177"/>
                      <a:pt x="4042" y="5995"/>
                    </a:cubicBezTo>
                    <a:cubicBezTo>
                      <a:pt x="4178" y="5940"/>
                      <a:pt x="4286" y="5859"/>
                      <a:pt x="4395" y="5778"/>
                    </a:cubicBezTo>
                    <a:cubicBezTo>
                      <a:pt x="3364" y="4394"/>
                      <a:pt x="2360" y="2984"/>
                      <a:pt x="1330" y="1601"/>
                    </a:cubicBezTo>
                    <a:lnTo>
                      <a:pt x="1330" y="1601"/>
                    </a:lnTo>
                    <a:cubicBezTo>
                      <a:pt x="2713" y="2713"/>
                      <a:pt x="4178" y="3743"/>
                      <a:pt x="5669" y="4747"/>
                    </a:cubicBezTo>
                    <a:cubicBezTo>
                      <a:pt x="5778" y="4638"/>
                      <a:pt x="5859" y="4530"/>
                      <a:pt x="5941" y="4449"/>
                    </a:cubicBezTo>
                    <a:cubicBezTo>
                      <a:pt x="4259" y="3364"/>
                      <a:pt x="2659" y="2143"/>
                      <a:pt x="1113" y="841"/>
                    </a:cubicBezTo>
                    <a:lnTo>
                      <a:pt x="1113" y="841"/>
                    </a:lnTo>
                    <a:cubicBezTo>
                      <a:pt x="2930" y="1628"/>
                      <a:pt x="4747" y="2496"/>
                      <a:pt x="6537" y="3445"/>
                    </a:cubicBezTo>
                    <a:cubicBezTo>
                      <a:pt x="6592" y="3309"/>
                      <a:pt x="6619" y="3228"/>
                      <a:pt x="6673" y="3065"/>
                    </a:cubicBezTo>
                    <a:cubicBezTo>
                      <a:pt x="4910" y="2116"/>
                      <a:pt x="3093" y="1248"/>
                      <a:pt x="1248" y="461"/>
                    </a:cubicBezTo>
                    <a:lnTo>
                      <a:pt x="1248" y="461"/>
                    </a:lnTo>
                    <a:lnTo>
                      <a:pt x="6944" y="1112"/>
                    </a:lnTo>
                    <a:cubicBezTo>
                      <a:pt x="6944" y="977"/>
                      <a:pt x="6890" y="841"/>
                      <a:pt x="6890" y="705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8" name="Google Shape;806;p32">
                <a:extLst>
                  <a:ext uri="{FF2B5EF4-FFF2-40B4-BE49-F238E27FC236}">
                    <a16:creationId xmlns:a16="http://schemas.microsoft.com/office/drawing/2014/main" id="{7CFEB20D-046F-ACEF-5C36-333E672B3EA8}"/>
                  </a:ext>
                </a:extLst>
              </p:cNvPr>
              <p:cNvSpPr/>
              <p:nvPr/>
            </p:nvSpPr>
            <p:spPr>
              <a:xfrm>
                <a:off x="6110425" y="3372975"/>
                <a:ext cx="159375" cy="118675"/>
              </a:xfrm>
              <a:custGeom>
                <a:avLst/>
                <a:gdLst/>
                <a:ahLst/>
                <a:cxnLst/>
                <a:rect l="l" t="t" r="r" b="b"/>
                <a:pathLst>
                  <a:path w="6375" h="4747" extrusionOk="0">
                    <a:moveTo>
                      <a:pt x="5289" y="0"/>
                    </a:moveTo>
                    <a:lnTo>
                      <a:pt x="27" y="4150"/>
                    </a:lnTo>
                    <a:cubicBezTo>
                      <a:pt x="0" y="4286"/>
                      <a:pt x="0" y="4421"/>
                      <a:pt x="27" y="4557"/>
                    </a:cubicBezTo>
                    <a:cubicBezTo>
                      <a:pt x="27" y="4611"/>
                      <a:pt x="54" y="4693"/>
                      <a:pt x="109" y="4747"/>
                    </a:cubicBezTo>
                    <a:cubicBezTo>
                      <a:pt x="163" y="4720"/>
                      <a:pt x="244" y="4666"/>
                      <a:pt x="353" y="4611"/>
                    </a:cubicBezTo>
                    <a:lnTo>
                      <a:pt x="6103" y="2767"/>
                    </a:lnTo>
                    <a:cubicBezTo>
                      <a:pt x="6103" y="2713"/>
                      <a:pt x="6130" y="2713"/>
                      <a:pt x="6130" y="2686"/>
                    </a:cubicBezTo>
                    <a:cubicBezTo>
                      <a:pt x="6212" y="2550"/>
                      <a:pt x="6266" y="2414"/>
                      <a:pt x="6320" y="2279"/>
                    </a:cubicBezTo>
                    <a:lnTo>
                      <a:pt x="6320" y="2279"/>
                    </a:lnTo>
                    <a:lnTo>
                      <a:pt x="1845" y="3743"/>
                    </a:lnTo>
                    <a:cubicBezTo>
                      <a:pt x="3336" y="2848"/>
                      <a:pt x="4855" y="2007"/>
                      <a:pt x="6374" y="1167"/>
                    </a:cubicBezTo>
                    <a:cubicBezTo>
                      <a:pt x="6347" y="1031"/>
                      <a:pt x="6320" y="895"/>
                      <a:pt x="6239" y="787"/>
                    </a:cubicBezTo>
                    <a:cubicBezTo>
                      <a:pt x="4693" y="1628"/>
                      <a:pt x="3119" y="2523"/>
                      <a:pt x="1601" y="3445"/>
                    </a:cubicBezTo>
                    <a:lnTo>
                      <a:pt x="5696" y="190"/>
                    </a:lnTo>
                    <a:lnTo>
                      <a:pt x="5669" y="136"/>
                    </a:lnTo>
                    <a:cubicBezTo>
                      <a:pt x="5533" y="82"/>
                      <a:pt x="5425" y="27"/>
                      <a:pt x="52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9" name="Google Shape;807;p32">
                <a:extLst>
                  <a:ext uri="{FF2B5EF4-FFF2-40B4-BE49-F238E27FC236}">
                    <a16:creationId xmlns:a16="http://schemas.microsoft.com/office/drawing/2014/main" id="{57B28CAE-E6BE-1E18-E90B-CEA74107D531}"/>
                  </a:ext>
                </a:extLst>
              </p:cNvPr>
              <p:cNvSpPr/>
              <p:nvPr/>
            </p:nvSpPr>
            <p:spPr>
              <a:xfrm>
                <a:off x="5997175" y="3525100"/>
                <a:ext cx="92250" cy="191700"/>
              </a:xfrm>
              <a:custGeom>
                <a:avLst/>
                <a:gdLst/>
                <a:ahLst/>
                <a:cxnLst/>
                <a:rect l="l" t="t" r="r" b="b"/>
                <a:pathLst>
                  <a:path w="3690" h="7668" extrusionOk="0">
                    <a:moveTo>
                      <a:pt x="3144" y="1"/>
                    </a:moveTo>
                    <a:cubicBezTo>
                      <a:pt x="3059" y="1"/>
                      <a:pt x="2978" y="20"/>
                      <a:pt x="2903" y="45"/>
                    </a:cubicBezTo>
                    <a:cubicBezTo>
                      <a:pt x="2035" y="2432"/>
                      <a:pt x="1031" y="4765"/>
                      <a:pt x="1" y="7043"/>
                    </a:cubicBezTo>
                    <a:cubicBezTo>
                      <a:pt x="82" y="7125"/>
                      <a:pt x="218" y="7206"/>
                      <a:pt x="326" y="7260"/>
                    </a:cubicBezTo>
                    <a:cubicBezTo>
                      <a:pt x="1275" y="5280"/>
                      <a:pt x="2170" y="3246"/>
                      <a:pt x="2930" y="1184"/>
                    </a:cubicBezTo>
                    <a:lnTo>
                      <a:pt x="2930" y="1184"/>
                    </a:lnTo>
                    <a:lnTo>
                      <a:pt x="1519" y="7613"/>
                    </a:lnTo>
                    <a:lnTo>
                      <a:pt x="1574" y="7613"/>
                    </a:lnTo>
                    <a:cubicBezTo>
                      <a:pt x="1682" y="7667"/>
                      <a:pt x="1791" y="7667"/>
                      <a:pt x="1899" y="7667"/>
                    </a:cubicBezTo>
                    <a:lnTo>
                      <a:pt x="3255" y="1483"/>
                    </a:lnTo>
                    <a:lnTo>
                      <a:pt x="3066" y="7613"/>
                    </a:lnTo>
                    <a:cubicBezTo>
                      <a:pt x="3174" y="7586"/>
                      <a:pt x="3310" y="7559"/>
                      <a:pt x="3418" y="7477"/>
                    </a:cubicBezTo>
                    <a:cubicBezTo>
                      <a:pt x="3445" y="7477"/>
                      <a:pt x="3445" y="7450"/>
                      <a:pt x="3472" y="7450"/>
                    </a:cubicBezTo>
                    <a:lnTo>
                      <a:pt x="3689" y="289"/>
                    </a:lnTo>
                    <a:cubicBezTo>
                      <a:pt x="3608" y="235"/>
                      <a:pt x="3554" y="127"/>
                      <a:pt x="3445" y="99"/>
                    </a:cubicBezTo>
                    <a:cubicBezTo>
                      <a:pt x="3343" y="27"/>
                      <a:pt x="3241" y="1"/>
                      <a:pt x="31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0" name="Google Shape;808;p32">
                <a:extLst>
                  <a:ext uri="{FF2B5EF4-FFF2-40B4-BE49-F238E27FC236}">
                    <a16:creationId xmlns:a16="http://schemas.microsoft.com/office/drawing/2014/main" id="{D0A95CB6-D0D7-8924-D394-DACFFDFABE33}"/>
                  </a:ext>
                </a:extLst>
              </p:cNvPr>
              <p:cNvSpPr/>
              <p:nvPr/>
            </p:nvSpPr>
            <p:spPr>
              <a:xfrm>
                <a:off x="6038550" y="3288200"/>
                <a:ext cx="85450" cy="188550"/>
              </a:xfrm>
              <a:custGeom>
                <a:avLst/>
                <a:gdLst/>
                <a:ahLst/>
                <a:cxnLst/>
                <a:rect l="l" t="t" r="r" b="b"/>
                <a:pathLst>
                  <a:path w="3418" h="7542" extrusionOk="0">
                    <a:moveTo>
                      <a:pt x="1790" y="1"/>
                    </a:moveTo>
                    <a:cubicBezTo>
                      <a:pt x="1655" y="1"/>
                      <a:pt x="1519" y="1"/>
                      <a:pt x="1383" y="55"/>
                    </a:cubicBezTo>
                    <a:lnTo>
                      <a:pt x="1248" y="6239"/>
                    </a:lnTo>
                    <a:cubicBezTo>
                      <a:pt x="841" y="4395"/>
                      <a:pt x="515" y="2442"/>
                      <a:pt x="326" y="543"/>
                    </a:cubicBezTo>
                    <a:cubicBezTo>
                      <a:pt x="190" y="733"/>
                      <a:pt x="109" y="814"/>
                      <a:pt x="0" y="977"/>
                    </a:cubicBezTo>
                    <a:cubicBezTo>
                      <a:pt x="244" y="3147"/>
                      <a:pt x="597" y="5344"/>
                      <a:pt x="1139" y="7460"/>
                    </a:cubicBezTo>
                    <a:cubicBezTo>
                      <a:pt x="1221" y="7514"/>
                      <a:pt x="1275" y="7541"/>
                      <a:pt x="1383" y="7541"/>
                    </a:cubicBezTo>
                    <a:cubicBezTo>
                      <a:pt x="1492" y="7541"/>
                      <a:pt x="1600" y="7541"/>
                      <a:pt x="1655" y="7487"/>
                    </a:cubicBezTo>
                    <a:lnTo>
                      <a:pt x="1655" y="7324"/>
                    </a:lnTo>
                    <a:cubicBezTo>
                      <a:pt x="2414" y="5181"/>
                      <a:pt x="2984" y="2984"/>
                      <a:pt x="3418" y="760"/>
                    </a:cubicBezTo>
                    <a:cubicBezTo>
                      <a:pt x="3309" y="652"/>
                      <a:pt x="3174" y="543"/>
                      <a:pt x="3092" y="462"/>
                    </a:cubicBezTo>
                    <a:cubicBezTo>
                      <a:pt x="2740" y="2306"/>
                      <a:pt x="2278" y="4178"/>
                      <a:pt x="1682" y="5968"/>
                    </a:cubicBezTo>
                    <a:lnTo>
                      <a:pt x="179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1" name="Google Shape;809;p32">
                <a:extLst>
                  <a:ext uri="{FF2B5EF4-FFF2-40B4-BE49-F238E27FC236}">
                    <a16:creationId xmlns:a16="http://schemas.microsoft.com/office/drawing/2014/main" id="{0BB42583-C7B3-7D0B-D0B2-6BD6EACEB0D9}"/>
                  </a:ext>
                </a:extLst>
              </p:cNvPr>
              <p:cNvSpPr/>
              <p:nvPr/>
            </p:nvSpPr>
            <p:spPr>
              <a:xfrm>
                <a:off x="6250100" y="3295675"/>
                <a:ext cx="93600" cy="162750"/>
              </a:xfrm>
              <a:custGeom>
                <a:avLst/>
                <a:gdLst/>
                <a:ahLst/>
                <a:cxnLst/>
                <a:rect l="l" t="t" r="r" b="b"/>
                <a:pathLst>
                  <a:path w="3744" h="6510" fill="none" extrusionOk="0">
                    <a:moveTo>
                      <a:pt x="1" y="0"/>
                    </a:moveTo>
                    <a:cubicBezTo>
                      <a:pt x="2116" y="1492"/>
                      <a:pt x="3527" y="3960"/>
                      <a:pt x="3744" y="6510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2" name="Google Shape;810;p32">
                <a:extLst>
                  <a:ext uri="{FF2B5EF4-FFF2-40B4-BE49-F238E27FC236}">
                    <a16:creationId xmlns:a16="http://schemas.microsoft.com/office/drawing/2014/main" id="{DE2B4EEE-3C51-3D29-8F8D-F89718B48CB7}"/>
                  </a:ext>
                </a:extLst>
              </p:cNvPr>
              <p:cNvSpPr/>
              <p:nvPr/>
            </p:nvSpPr>
            <p:spPr>
              <a:xfrm>
                <a:off x="6099575" y="3676075"/>
                <a:ext cx="149200" cy="54275"/>
              </a:xfrm>
              <a:custGeom>
                <a:avLst/>
                <a:gdLst/>
                <a:ahLst/>
                <a:cxnLst/>
                <a:rect l="l" t="t" r="r" b="b"/>
                <a:pathLst>
                  <a:path w="5968" h="2171" fill="none" extrusionOk="0">
                    <a:moveTo>
                      <a:pt x="0" y="2171"/>
                    </a:moveTo>
                    <a:cubicBezTo>
                      <a:pt x="2170" y="2171"/>
                      <a:pt x="4313" y="1384"/>
                      <a:pt x="5967" y="1"/>
                    </a:cubicBezTo>
                  </a:path>
                </a:pathLst>
              </a:custGeom>
              <a:noFill/>
              <a:ln w="122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3" name="Google Shape;811;p32">
                <a:extLst>
                  <a:ext uri="{FF2B5EF4-FFF2-40B4-BE49-F238E27FC236}">
                    <a16:creationId xmlns:a16="http://schemas.microsoft.com/office/drawing/2014/main" id="{D21AFEFA-2249-A5DF-AA0E-C6EF11D79158}"/>
                  </a:ext>
                </a:extLst>
              </p:cNvPr>
              <p:cNvSpPr/>
              <p:nvPr/>
            </p:nvSpPr>
            <p:spPr>
              <a:xfrm>
                <a:off x="5862900" y="3313975"/>
                <a:ext cx="145150" cy="204150"/>
              </a:xfrm>
              <a:custGeom>
                <a:avLst/>
                <a:gdLst/>
                <a:ahLst/>
                <a:cxnLst/>
                <a:rect l="l" t="t" r="r" b="b"/>
                <a:pathLst>
                  <a:path w="5806" h="8166" extrusionOk="0">
                    <a:moveTo>
                      <a:pt x="4629" y="1"/>
                    </a:moveTo>
                    <a:cubicBezTo>
                      <a:pt x="3831" y="1"/>
                      <a:pt x="2974" y="805"/>
                      <a:pt x="2442" y="1248"/>
                    </a:cubicBezTo>
                    <a:cubicBezTo>
                      <a:pt x="1873" y="1764"/>
                      <a:pt x="1357" y="2333"/>
                      <a:pt x="950" y="3011"/>
                    </a:cubicBezTo>
                    <a:cubicBezTo>
                      <a:pt x="543" y="3581"/>
                      <a:pt x="299" y="4232"/>
                      <a:pt x="164" y="4937"/>
                    </a:cubicBezTo>
                    <a:cubicBezTo>
                      <a:pt x="28" y="5615"/>
                      <a:pt x="1" y="6402"/>
                      <a:pt x="299" y="7053"/>
                    </a:cubicBezTo>
                    <a:cubicBezTo>
                      <a:pt x="616" y="7686"/>
                      <a:pt x="1216" y="8166"/>
                      <a:pt x="1923" y="8166"/>
                    </a:cubicBezTo>
                    <a:cubicBezTo>
                      <a:pt x="1942" y="8166"/>
                      <a:pt x="1962" y="8165"/>
                      <a:pt x="1981" y="8165"/>
                    </a:cubicBezTo>
                    <a:cubicBezTo>
                      <a:pt x="2469" y="8138"/>
                      <a:pt x="2930" y="7839"/>
                      <a:pt x="3229" y="7460"/>
                    </a:cubicBezTo>
                    <a:cubicBezTo>
                      <a:pt x="3527" y="7080"/>
                      <a:pt x="3771" y="6646"/>
                      <a:pt x="3961" y="6158"/>
                    </a:cubicBezTo>
                    <a:cubicBezTo>
                      <a:pt x="4368" y="5344"/>
                      <a:pt x="4748" y="4503"/>
                      <a:pt x="5155" y="3689"/>
                    </a:cubicBezTo>
                    <a:cubicBezTo>
                      <a:pt x="5453" y="3011"/>
                      <a:pt x="5806" y="2306"/>
                      <a:pt x="5806" y="1547"/>
                    </a:cubicBezTo>
                    <a:cubicBezTo>
                      <a:pt x="5806" y="1031"/>
                      <a:pt x="5643" y="407"/>
                      <a:pt x="5155" y="136"/>
                    </a:cubicBezTo>
                    <a:cubicBezTo>
                      <a:pt x="4985" y="42"/>
                      <a:pt x="4809" y="1"/>
                      <a:pt x="4629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3" name="Google Shape;812;p32">
              <a:extLst>
                <a:ext uri="{FF2B5EF4-FFF2-40B4-BE49-F238E27FC236}">
                  <a16:creationId xmlns:a16="http://schemas.microsoft.com/office/drawing/2014/main" id="{3EF1C269-6EA6-E9D6-3368-53E76423E8F9}"/>
                </a:ext>
              </a:extLst>
            </p:cNvPr>
            <p:cNvGrpSpPr/>
            <p:nvPr/>
          </p:nvGrpSpPr>
          <p:grpSpPr>
            <a:xfrm>
              <a:off x="6811575" y="676650"/>
              <a:ext cx="1874275" cy="1903000"/>
              <a:chOff x="6811575" y="676650"/>
              <a:chExt cx="1874275" cy="1903000"/>
            </a:xfrm>
          </p:grpSpPr>
          <p:sp>
            <p:nvSpPr>
              <p:cNvPr id="61" name="Google Shape;813;p32">
                <a:extLst>
                  <a:ext uri="{FF2B5EF4-FFF2-40B4-BE49-F238E27FC236}">
                    <a16:creationId xmlns:a16="http://schemas.microsoft.com/office/drawing/2014/main" id="{ED9BD458-ECF8-A4EF-68FF-F7373B3B1838}"/>
                  </a:ext>
                </a:extLst>
              </p:cNvPr>
              <p:cNvSpPr/>
              <p:nvPr/>
            </p:nvSpPr>
            <p:spPr>
              <a:xfrm>
                <a:off x="7145200" y="1455325"/>
                <a:ext cx="701175" cy="709300"/>
              </a:xfrm>
              <a:custGeom>
                <a:avLst/>
                <a:gdLst/>
                <a:ahLst/>
                <a:cxnLst/>
                <a:rect l="l" t="t" r="r" b="b"/>
                <a:pathLst>
                  <a:path w="28047" h="28372" extrusionOk="0">
                    <a:moveTo>
                      <a:pt x="8680" y="0"/>
                    </a:moveTo>
                    <a:lnTo>
                      <a:pt x="0" y="2387"/>
                    </a:lnTo>
                    <a:cubicBezTo>
                      <a:pt x="10823" y="13752"/>
                      <a:pt x="20750" y="25008"/>
                      <a:pt x="20750" y="25008"/>
                    </a:cubicBezTo>
                    <a:cubicBezTo>
                      <a:pt x="23056" y="26392"/>
                      <a:pt x="26663" y="28372"/>
                      <a:pt x="26663" y="28372"/>
                    </a:cubicBezTo>
                    <a:lnTo>
                      <a:pt x="28046" y="23679"/>
                    </a:lnTo>
                    <a:lnTo>
                      <a:pt x="868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2" name="Google Shape;814;p32">
                <a:extLst>
                  <a:ext uri="{FF2B5EF4-FFF2-40B4-BE49-F238E27FC236}">
                    <a16:creationId xmlns:a16="http://schemas.microsoft.com/office/drawing/2014/main" id="{BA3CADEC-4C9D-396C-3FBA-E662D7133F60}"/>
                  </a:ext>
                </a:extLst>
              </p:cNvPr>
              <p:cNvSpPr/>
              <p:nvPr/>
            </p:nvSpPr>
            <p:spPr>
              <a:xfrm>
                <a:off x="7448300" y="2266275"/>
                <a:ext cx="156675" cy="313375"/>
              </a:xfrm>
              <a:custGeom>
                <a:avLst/>
                <a:gdLst/>
                <a:ahLst/>
                <a:cxnLst/>
                <a:rect l="l" t="t" r="r" b="b"/>
                <a:pathLst>
                  <a:path w="6267" h="12535" extrusionOk="0">
                    <a:moveTo>
                      <a:pt x="5161" y="0"/>
                    </a:moveTo>
                    <a:cubicBezTo>
                      <a:pt x="5020" y="0"/>
                      <a:pt x="4769" y="250"/>
                      <a:pt x="4666" y="328"/>
                    </a:cubicBezTo>
                    <a:cubicBezTo>
                      <a:pt x="3961" y="952"/>
                      <a:pt x="3310" y="1630"/>
                      <a:pt x="2740" y="2335"/>
                    </a:cubicBezTo>
                    <a:cubicBezTo>
                      <a:pt x="1574" y="3800"/>
                      <a:pt x="733" y="5481"/>
                      <a:pt x="272" y="7299"/>
                    </a:cubicBezTo>
                    <a:cubicBezTo>
                      <a:pt x="218" y="7516"/>
                      <a:pt x="163" y="7733"/>
                      <a:pt x="190" y="7977"/>
                    </a:cubicBezTo>
                    <a:cubicBezTo>
                      <a:pt x="218" y="8194"/>
                      <a:pt x="353" y="8438"/>
                      <a:pt x="570" y="8519"/>
                    </a:cubicBezTo>
                    <a:cubicBezTo>
                      <a:pt x="619" y="8533"/>
                      <a:pt x="672" y="8540"/>
                      <a:pt x="726" y="8540"/>
                    </a:cubicBezTo>
                    <a:cubicBezTo>
                      <a:pt x="881" y="8540"/>
                      <a:pt x="1046" y="8484"/>
                      <a:pt x="1167" y="8383"/>
                    </a:cubicBezTo>
                    <a:cubicBezTo>
                      <a:pt x="1214" y="8350"/>
                      <a:pt x="1254" y="8313"/>
                      <a:pt x="1290" y="8274"/>
                    </a:cubicBezTo>
                    <a:lnTo>
                      <a:pt x="1290" y="8274"/>
                    </a:lnTo>
                    <a:cubicBezTo>
                      <a:pt x="772" y="9135"/>
                      <a:pt x="394" y="10055"/>
                      <a:pt x="136" y="11014"/>
                    </a:cubicBezTo>
                    <a:cubicBezTo>
                      <a:pt x="55" y="11286"/>
                      <a:pt x="1" y="11530"/>
                      <a:pt x="28" y="11801"/>
                    </a:cubicBezTo>
                    <a:cubicBezTo>
                      <a:pt x="28" y="12045"/>
                      <a:pt x="163" y="12316"/>
                      <a:pt x="407" y="12452"/>
                    </a:cubicBezTo>
                    <a:cubicBezTo>
                      <a:pt x="491" y="12512"/>
                      <a:pt x="590" y="12535"/>
                      <a:pt x="696" y="12535"/>
                    </a:cubicBezTo>
                    <a:cubicBezTo>
                      <a:pt x="831" y="12535"/>
                      <a:pt x="976" y="12498"/>
                      <a:pt x="1113" y="12452"/>
                    </a:cubicBezTo>
                    <a:cubicBezTo>
                      <a:pt x="1303" y="12344"/>
                      <a:pt x="1520" y="12181"/>
                      <a:pt x="1682" y="11991"/>
                    </a:cubicBezTo>
                    <a:cubicBezTo>
                      <a:pt x="2519" y="11131"/>
                      <a:pt x="3117" y="10012"/>
                      <a:pt x="3407" y="8804"/>
                    </a:cubicBezTo>
                    <a:lnTo>
                      <a:pt x="3407" y="8804"/>
                    </a:lnTo>
                    <a:cubicBezTo>
                      <a:pt x="3330" y="9351"/>
                      <a:pt x="3332" y="9891"/>
                      <a:pt x="3391" y="10445"/>
                    </a:cubicBezTo>
                    <a:cubicBezTo>
                      <a:pt x="3418" y="10743"/>
                      <a:pt x="3472" y="11042"/>
                      <a:pt x="3689" y="11231"/>
                    </a:cubicBezTo>
                    <a:cubicBezTo>
                      <a:pt x="3799" y="11317"/>
                      <a:pt x="3931" y="11358"/>
                      <a:pt x="4068" y="11358"/>
                    </a:cubicBezTo>
                    <a:cubicBezTo>
                      <a:pt x="4235" y="11358"/>
                      <a:pt x="4408" y="11297"/>
                      <a:pt x="4557" y="11177"/>
                    </a:cubicBezTo>
                    <a:cubicBezTo>
                      <a:pt x="4829" y="10987"/>
                      <a:pt x="5019" y="10689"/>
                      <a:pt x="5154" y="10418"/>
                    </a:cubicBezTo>
                    <a:cubicBezTo>
                      <a:pt x="5914" y="8817"/>
                      <a:pt x="6266" y="7027"/>
                      <a:pt x="6239" y="5210"/>
                    </a:cubicBezTo>
                    <a:cubicBezTo>
                      <a:pt x="6185" y="4125"/>
                      <a:pt x="6049" y="3040"/>
                      <a:pt x="5859" y="1955"/>
                    </a:cubicBezTo>
                    <a:lnTo>
                      <a:pt x="5453" y="545"/>
                    </a:lnTo>
                    <a:cubicBezTo>
                      <a:pt x="5425" y="409"/>
                      <a:pt x="5344" y="29"/>
                      <a:pt x="5181" y="2"/>
                    </a:cubicBezTo>
                    <a:cubicBezTo>
                      <a:pt x="5175" y="1"/>
                      <a:pt x="5168" y="0"/>
                      <a:pt x="516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3" name="Google Shape;815;p32">
                <a:extLst>
                  <a:ext uri="{FF2B5EF4-FFF2-40B4-BE49-F238E27FC236}">
                    <a16:creationId xmlns:a16="http://schemas.microsoft.com/office/drawing/2014/main" id="{8801B011-608B-6AC3-F636-16DB81D93AC4}"/>
                  </a:ext>
                </a:extLst>
              </p:cNvPr>
              <p:cNvSpPr/>
              <p:nvPr/>
            </p:nvSpPr>
            <p:spPr>
              <a:xfrm>
                <a:off x="7489000" y="2303625"/>
                <a:ext cx="80700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3228" h="8816" fill="none" extrusionOk="0">
                    <a:moveTo>
                      <a:pt x="0" y="8815"/>
                    </a:moveTo>
                    <a:cubicBezTo>
                      <a:pt x="1194" y="5940"/>
                      <a:pt x="2306" y="2984"/>
                      <a:pt x="3228" y="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20" name="Google Shape;816;p32">
                <a:extLst>
                  <a:ext uri="{FF2B5EF4-FFF2-40B4-BE49-F238E27FC236}">
                    <a16:creationId xmlns:a16="http://schemas.microsoft.com/office/drawing/2014/main" id="{12C0F3B9-D439-0594-8243-99DBEF2EAFD6}"/>
                  </a:ext>
                </a:extLst>
              </p:cNvPr>
              <p:cNvSpPr/>
              <p:nvPr/>
            </p:nvSpPr>
            <p:spPr>
              <a:xfrm>
                <a:off x="7472725" y="2307675"/>
                <a:ext cx="95625" cy="14310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5724" fill="none" extrusionOk="0">
                    <a:moveTo>
                      <a:pt x="0" y="5724"/>
                    </a:moveTo>
                    <a:cubicBezTo>
                      <a:pt x="1275" y="3825"/>
                      <a:pt x="2550" y="1899"/>
                      <a:pt x="3825" y="1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21" name="Google Shape;817;p32">
                <a:extLst>
                  <a:ext uri="{FF2B5EF4-FFF2-40B4-BE49-F238E27FC236}">
                    <a16:creationId xmlns:a16="http://schemas.microsoft.com/office/drawing/2014/main" id="{35E0A502-8DC0-E2E6-BA8E-6E391C5DB4D4}"/>
                  </a:ext>
                </a:extLst>
              </p:cNvPr>
              <p:cNvSpPr/>
              <p:nvPr/>
            </p:nvSpPr>
            <p:spPr>
              <a:xfrm>
                <a:off x="7553400" y="2321925"/>
                <a:ext cx="31900" cy="179725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7189" fill="none" extrusionOk="0">
                    <a:moveTo>
                      <a:pt x="1" y="7188"/>
                    </a:moveTo>
                    <a:cubicBezTo>
                      <a:pt x="679" y="4856"/>
                      <a:pt x="1086" y="2442"/>
                      <a:pt x="1276" y="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22" name="Google Shape;818;p32">
                <a:extLst>
                  <a:ext uri="{FF2B5EF4-FFF2-40B4-BE49-F238E27FC236}">
                    <a16:creationId xmlns:a16="http://schemas.microsoft.com/office/drawing/2014/main" id="{605A43E0-8754-1CE3-B4DA-6A555DD5417D}"/>
                  </a:ext>
                </a:extLst>
              </p:cNvPr>
              <p:cNvSpPr/>
              <p:nvPr/>
            </p:nvSpPr>
            <p:spPr>
              <a:xfrm>
                <a:off x="7554775" y="2266450"/>
                <a:ext cx="108500" cy="258925"/>
              </a:xfrm>
              <a:custGeom>
                <a:avLst/>
                <a:gdLst/>
                <a:ahLst/>
                <a:cxnLst/>
                <a:rect l="l" t="t" r="r" b="b"/>
                <a:pathLst>
                  <a:path w="4340" h="10357" extrusionOk="0">
                    <a:moveTo>
                      <a:pt x="1296" y="0"/>
                    </a:moveTo>
                    <a:cubicBezTo>
                      <a:pt x="1035" y="0"/>
                      <a:pt x="965" y="579"/>
                      <a:pt x="895" y="836"/>
                    </a:cubicBezTo>
                    <a:cubicBezTo>
                      <a:pt x="570" y="1704"/>
                      <a:pt x="380" y="2626"/>
                      <a:pt x="244" y="3548"/>
                    </a:cubicBezTo>
                    <a:cubicBezTo>
                      <a:pt x="81" y="4525"/>
                      <a:pt x="0" y="5583"/>
                      <a:pt x="27" y="6641"/>
                    </a:cubicBezTo>
                    <a:cubicBezTo>
                      <a:pt x="27" y="6912"/>
                      <a:pt x="109" y="7237"/>
                      <a:pt x="353" y="7373"/>
                    </a:cubicBezTo>
                    <a:cubicBezTo>
                      <a:pt x="429" y="7426"/>
                      <a:pt x="512" y="7450"/>
                      <a:pt x="594" y="7450"/>
                    </a:cubicBezTo>
                    <a:cubicBezTo>
                      <a:pt x="805" y="7450"/>
                      <a:pt x="1015" y="7297"/>
                      <a:pt x="1112" y="7102"/>
                    </a:cubicBezTo>
                    <a:cubicBezTo>
                      <a:pt x="1302" y="6830"/>
                      <a:pt x="1302" y="6505"/>
                      <a:pt x="1302" y="6207"/>
                    </a:cubicBezTo>
                    <a:cubicBezTo>
                      <a:pt x="1329" y="7454"/>
                      <a:pt x="1655" y="8702"/>
                      <a:pt x="2278" y="9787"/>
                    </a:cubicBezTo>
                    <a:cubicBezTo>
                      <a:pt x="2414" y="10058"/>
                      <a:pt x="2658" y="10357"/>
                      <a:pt x="2957" y="10357"/>
                    </a:cubicBezTo>
                    <a:cubicBezTo>
                      <a:pt x="3255" y="10357"/>
                      <a:pt x="3499" y="10085"/>
                      <a:pt x="3635" y="9814"/>
                    </a:cubicBezTo>
                    <a:cubicBezTo>
                      <a:pt x="4340" y="8566"/>
                      <a:pt x="4313" y="6993"/>
                      <a:pt x="4042" y="5610"/>
                    </a:cubicBezTo>
                    <a:cubicBezTo>
                      <a:pt x="3689" y="3982"/>
                      <a:pt x="3065" y="2436"/>
                      <a:pt x="2170" y="1080"/>
                    </a:cubicBezTo>
                    <a:cubicBezTo>
                      <a:pt x="1980" y="755"/>
                      <a:pt x="1736" y="266"/>
                      <a:pt x="1438" y="49"/>
                    </a:cubicBezTo>
                    <a:cubicBezTo>
                      <a:pt x="1385" y="16"/>
                      <a:pt x="1338" y="0"/>
                      <a:pt x="129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23" name="Google Shape;819;p32">
                <a:extLst>
                  <a:ext uri="{FF2B5EF4-FFF2-40B4-BE49-F238E27FC236}">
                    <a16:creationId xmlns:a16="http://schemas.microsoft.com/office/drawing/2014/main" id="{F9AB7EEF-B53A-5926-3998-49F7EC9C50EF}"/>
                  </a:ext>
                </a:extLst>
              </p:cNvPr>
              <p:cNvSpPr/>
              <p:nvPr/>
            </p:nvSpPr>
            <p:spPr>
              <a:xfrm>
                <a:off x="7600875" y="2307675"/>
                <a:ext cx="41375" cy="1465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5860" fill="none" extrusionOk="0">
                    <a:moveTo>
                      <a:pt x="0" y="1"/>
                    </a:moveTo>
                    <a:cubicBezTo>
                      <a:pt x="543" y="1981"/>
                      <a:pt x="1085" y="3907"/>
                      <a:pt x="1655" y="586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24" name="Google Shape;820;p32">
                <a:extLst>
                  <a:ext uri="{FF2B5EF4-FFF2-40B4-BE49-F238E27FC236}">
                    <a16:creationId xmlns:a16="http://schemas.microsoft.com/office/drawing/2014/main" id="{DD4E1C05-32D0-8202-A370-7BABBDEF2F00}"/>
                  </a:ext>
                </a:extLst>
              </p:cNvPr>
              <p:cNvSpPr/>
              <p:nvPr/>
            </p:nvSpPr>
            <p:spPr>
              <a:xfrm>
                <a:off x="7574425" y="2298200"/>
                <a:ext cx="14275" cy="125450"/>
              </a:xfrm>
              <a:custGeom>
                <a:avLst/>
                <a:gdLst/>
                <a:ahLst/>
                <a:cxnLst/>
                <a:rect l="l" t="t" r="r" b="b"/>
                <a:pathLst>
                  <a:path w="571" h="5018" fill="none" extrusionOk="0">
                    <a:moveTo>
                      <a:pt x="1" y="5018"/>
                    </a:moveTo>
                    <a:cubicBezTo>
                      <a:pt x="191" y="3363"/>
                      <a:pt x="380" y="1682"/>
                      <a:pt x="570" y="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25" name="Google Shape;821;p32">
                <a:extLst>
                  <a:ext uri="{FF2B5EF4-FFF2-40B4-BE49-F238E27FC236}">
                    <a16:creationId xmlns:a16="http://schemas.microsoft.com/office/drawing/2014/main" id="{E696EA3A-F631-A676-C2BD-06E606717471}"/>
                  </a:ext>
                </a:extLst>
              </p:cNvPr>
              <p:cNvSpPr/>
              <p:nvPr/>
            </p:nvSpPr>
            <p:spPr>
              <a:xfrm>
                <a:off x="7367750" y="2267300"/>
                <a:ext cx="192475" cy="155675"/>
              </a:xfrm>
              <a:custGeom>
                <a:avLst/>
                <a:gdLst/>
                <a:ahLst/>
                <a:cxnLst/>
                <a:rect l="l" t="t" r="r" b="b"/>
                <a:pathLst>
                  <a:path w="7699" h="6227" extrusionOk="0">
                    <a:moveTo>
                      <a:pt x="6900" y="0"/>
                    </a:moveTo>
                    <a:cubicBezTo>
                      <a:pt x="6422" y="0"/>
                      <a:pt x="5745" y="382"/>
                      <a:pt x="5420" y="504"/>
                    </a:cubicBezTo>
                    <a:cubicBezTo>
                      <a:pt x="3955" y="1046"/>
                      <a:pt x="2490" y="1643"/>
                      <a:pt x="1188" y="2457"/>
                    </a:cubicBezTo>
                    <a:cubicBezTo>
                      <a:pt x="863" y="2674"/>
                      <a:pt x="537" y="2918"/>
                      <a:pt x="402" y="3270"/>
                    </a:cubicBezTo>
                    <a:cubicBezTo>
                      <a:pt x="293" y="3514"/>
                      <a:pt x="320" y="3786"/>
                      <a:pt x="537" y="3948"/>
                    </a:cubicBezTo>
                    <a:cubicBezTo>
                      <a:pt x="651" y="4052"/>
                      <a:pt x="792" y="4092"/>
                      <a:pt x="941" y="4092"/>
                    </a:cubicBezTo>
                    <a:cubicBezTo>
                      <a:pt x="1184" y="4092"/>
                      <a:pt x="1448" y="3985"/>
                      <a:pt x="1649" y="3867"/>
                    </a:cubicBezTo>
                    <a:lnTo>
                      <a:pt x="1649" y="3867"/>
                    </a:lnTo>
                    <a:cubicBezTo>
                      <a:pt x="1107" y="4220"/>
                      <a:pt x="646" y="4735"/>
                      <a:pt x="266" y="5277"/>
                    </a:cubicBezTo>
                    <a:cubicBezTo>
                      <a:pt x="1" y="5687"/>
                      <a:pt x="336" y="6226"/>
                      <a:pt x="795" y="6226"/>
                    </a:cubicBezTo>
                    <a:cubicBezTo>
                      <a:pt x="852" y="6226"/>
                      <a:pt x="911" y="6218"/>
                      <a:pt x="971" y="6200"/>
                    </a:cubicBezTo>
                    <a:cubicBezTo>
                      <a:pt x="1921" y="5901"/>
                      <a:pt x="2762" y="5277"/>
                      <a:pt x="3304" y="4437"/>
                    </a:cubicBezTo>
                    <a:lnTo>
                      <a:pt x="3304" y="4437"/>
                    </a:lnTo>
                    <a:lnTo>
                      <a:pt x="3250" y="4952"/>
                    </a:lnTo>
                    <a:cubicBezTo>
                      <a:pt x="3185" y="5321"/>
                      <a:pt x="3502" y="5639"/>
                      <a:pt x="3854" y="5639"/>
                    </a:cubicBezTo>
                    <a:cubicBezTo>
                      <a:pt x="3942" y="5639"/>
                      <a:pt x="4031" y="5619"/>
                      <a:pt x="4118" y="5576"/>
                    </a:cubicBezTo>
                    <a:cubicBezTo>
                      <a:pt x="4253" y="5549"/>
                      <a:pt x="4362" y="5494"/>
                      <a:pt x="4470" y="5413"/>
                    </a:cubicBezTo>
                    <a:cubicBezTo>
                      <a:pt x="4877" y="5169"/>
                      <a:pt x="5176" y="4844"/>
                      <a:pt x="5447" y="4464"/>
                    </a:cubicBezTo>
                    <a:cubicBezTo>
                      <a:pt x="6016" y="3759"/>
                      <a:pt x="6477" y="2972"/>
                      <a:pt x="6830" y="2158"/>
                    </a:cubicBezTo>
                    <a:cubicBezTo>
                      <a:pt x="7047" y="1724"/>
                      <a:pt x="7698" y="612"/>
                      <a:pt x="7291" y="151"/>
                    </a:cubicBezTo>
                    <a:cubicBezTo>
                      <a:pt x="7196" y="43"/>
                      <a:pt x="7059" y="0"/>
                      <a:pt x="69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26" name="Google Shape;822;p32">
                <a:extLst>
                  <a:ext uri="{FF2B5EF4-FFF2-40B4-BE49-F238E27FC236}">
                    <a16:creationId xmlns:a16="http://schemas.microsoft.com/office/drawing/2014/main" id="{80AA91EF-7AF8-01F1-CD93-DE1B5103C1B7}"/>
                  </a:ext>
                </a:extLst>
              </p:cNvPr>
              <p:cNvSpPr/>
              <p:nvPr/>
            </p:nvSpPr>
            <p:spPr>
              <a:xfrm>
                <a:off x="7483575" y="2279200"/>
                <a:ext cx="64425" cy="84800"/>
              </a:xfrm>
              <a:custGeom>
                <a:avLst/>
                <a:gdLst/>
                <a:ahLst/>
                <a:cxnLst/>
                <a:rect l="l" t="t" r="r" b="b"/>
                <a:pathLst>
                  <a:path w="2577" h="3392" fill="none" extrusionOk="0">
                    <a:moveTo>
                      <a:pt x="2577" y="1"/>
                    </a:moveTo>
                    <a:cubicBezTo>
                      <a:pt x="1790" y="1167"/>
                      <a:pt x="949" y="2333"/>
                      <a:pt x="0" y="3391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27" name="Google Shape;823;p32">
                <a:extLst>
                  <a:ext uri="{FF2B5EF4-FFF2-40B4-BE49-F238E27FC236}">
                    <a16:creationId xmlns:a16="http://schemas.microsoft.com/office/drawing/2014/main" id="{F8E1F63F-6E67-17DD-A1EE-27044551C2CE}"/>
                  </a:ext>
                </a:extLst>
              </p:cNvPr>
              <p:cNvSpPr/>
              <p:nvPr/>
            </p:nvSpPr>
            <p:spPr>
              <a:xfrm>
                <a:off x="7413050" y="2279200"/>
                <a:ext cx="125475" cy="112600"/>
              </a:xfrm>
              <a:custGeom>
                <a:avLst/>
                <a:gdLst/>
                <a:ahLst/>
                <a:cxnLst/>
                <a:rect l="l" t="t" r="r" b="b"/>
                <a:pathLst>
                  <a:path w="5019" h="4504" fill="none" extrusionOk="0">
                    <a:moveTo>
                      <a:pt x="5018" y="1"/>
                    </a:moveTo>
                    <a:cubicBezTo>
                      <a:pt x="3445" y="1574"/>
                      <a:pt x="1763" y="3120"/>
                      <a:pt x="0" y="4503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28" name="Google Shape;824;p32">
                <a:extLst>
                  <a:ext uri="{FF2B5EF4-FFF2-40B4-BE49-F238E27FC236}">
                    <a16:creationId xmlns:a16="http://schemas.microsoft.com/office/drawing/2014/main" id="{58EDD1FC-B93F-C100-6C13-B4EC68E1ADF0}"/>
                  </a:ext>
                </a:extLst>
              </p:cNvPr>
              <p:cNvSpPr/>
              <p:nvPr/>
            </p:nvSpPr>
            <p:spPr>
              <a:xfrm>
                <a:off x="7411000" y="2274450"/>
                <a:ext cx="122100" cy="73950"/>
              </a:xfrm>
              <a:custGeom>
                <a:avLst/>
                <a:gdLst/>
                <a:ahLst/>
                <a:cxnLst/>
                <a:rect l="l" t="t" r="r" b="b"/>
                <a:pathLst>
                  <a:path w="4884" h="2958" fill="none" extrusionOk="0">
                    <a:moveTo>
                      <a:pt x="4883" y="1"/>
                    </a:moveTo>
                    <a:cubicBezTo>
                      <a:pt x="3337" y="1167"/>
                      <a:pt x="1682" y="2143"/>
                      <a:pt x="1" y="2957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29" name="Google Shape;825;p32">
                <a:extLst>
                  <a:ext uri="{FF2B5EF4-FFF2-40B4-BE49-F238E27FC236}">
                    <a16:creationId xmlns:a16="http://schemas.microsoft.com/office/drawing/2014/main" id="{E7722480-9139-4BEB-D800-987E7449D6D1}"/>
                  </a:ext>
                </a:extLst>
              </p:cNvPr>
              <p:cNvSpPr/>
              <p:nvPr/>
            </p:nvSpPr>
            <p:spPr>
              <a:xfrm>
                <a:off x="7489675" y="1826750"/>
                <a:ext cx="251600" cy="474250"/>
              </a:xfrm>
              <a:custGeom>
                <a:avLst/>
                <a:gdLst/>
                <a:ahLst/>
                <a:cxnLst/>
                <a:rect l="l" t="t" r="r" b="b"/>
                <a:pathLst>
                  <a:path w="10064" h="18970" extrusionOk="0">
                    <a:moveTo>
                      <a:pt x="8525" y="1"/>
                    </a:moveTo>
                    <a:cubicBezTo>
                      <a:pt x="7718" y="1"/>
                      <a:pt x="7084" y="720"/>
                      <a:pt x="6646" y="1390"/>
                    </a:cubicBezTo>
                    <a:cubicBezTo>
                      <a:pt x="4503" y="4564"/>
                      <a:pt x="2685" y="7981"/>
                      <a:pt x="1275" y="11507"/>
                    </a:cubicBezTo>
                    <a:cubicBezTo>
                      <a:pt x="570" y="13271"/>
                      <a:pt x="0" y="15278"/>
                      <a:pt x="814" y="16959"/>
                    </a:cubicBezTo>
                    <a:cubicBezTo>
                      <a:pt x="1356" y="18044"/>
                      <a:pt x="2441" y="18804"/>
                      <a:pt x="3635" y="18939"/>
                    </a:cubicBezTo>
                    <a:cubicBezTo>
                      <a:pt x="3812" y="18960"/>
                      <a:pt x="3982" y="18970"/>
                      <a:pt x="4143" y="18970"/>
                    </a:cubicBezTo>
                    <a:cubicBezTo>
                      <a:pt x="7194" y="18970"/>
                      <a:pt x="7518" y="15448"/>
                      <a:pt x="8110" y="13026"/>
                    </a:cubicBezTo>
                    <a:cubicBezTo>
                      <a:pt x="8924" y="9772"/>
                      <a:pt x="9521" y="6435"/>
                      <a:pt x="9928" y="3072"/>
                    </a:cubicBezTo>
                    <a:cubicBezTo>
                      <a:pt x="10009" y="2448"/>
                      <a:pt x="10063" y="1824"/>
                      <a:pt x="9900" y="1228"/>
                    </a:cubicBezTo>
                    <a:cubicBezTo>
                      <a:pt x="9738" y="658"/>
                      <a:pt x="9249" y="88"/>
                      <a:pt x="8653" y="7"/>
                    </a:cubicBezTo>
                    <a:cubicBezTo>
                      <a:pt x="8610" y="3"/>
                      <a:pt x="8567" y="1"/>
                      <a:pt x="852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30" name="Google Shape;826;p32">
                <a:extLst>
                  <a:ext uri="{FF2B5EF4-FFF2-40B4-BE49-F238E27FC236}">
                    <a16:creationId xmlns:a16="http://schemas.microsoft.com/office/drawing/2014/main" id="{6CF09AAA-ADBD-7065-3341-D1AABC671911}"/>
                  </a:ext>
                </a:extLst>
              </p:cNvPr>
              <p:cNvSpPr/>
              <p:nvPr/>
            </p:nvSpPr>
            <p:spPr>
              <a:xfrm>
                <a:off x="7641550" y="2218175"/>
                <a:ext cx="20375" cy="4100"/>
              </a:xfrm>
              <a:custGeom>
                <a:avLst/>
                <a:gdLst/>
                <a:ahLst/>
                <a:cxnLst/>
                <a:rect l="l" t="t" r="r" b="b"/>
                <a:pathLst>
                  <a:path w="815" h="164" fill="none" extrusionOk="0">
                    <a:moveTo>
                      <a:pt x="815" y="82"/>
                    </a:moveTo>
                    <a:cubicBezTo>
                      <a:pt x="543" y="163"/>
                      <a:pt x="272" y="136"/>
                      <a:pt x="1" y="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31" name="Google Shape;827;p32">
                <a:extLst>
                  <a:ext uri="{FF2B5EF4-FFF2-40B4-BE49-F238E27FC236}">
                    <a16:creationId xmlns:a16="http://schemas.microsoft.com/office/drawing/2014/main" id="{74D51BD2-6150-B196-A5F2-B20004A51643}"/>
                  </a:ext>
                </a:extLst>
              </p:cNvPr>
              <p:cNvSpPr/>
              <p:nvPr/>
            </p:nvSpPr>
            <p:spPr>
              <a:xfrm>
                <a:off x="7539850" y="2185625"/>
                <a:ext cx="8275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3310" h="1330" fill="none" extrusionOk="0">
                    <a:moveTo>
                      <a:pt x="3309" y="1330"/>
                    </a:moveTo>
                    <a:cubicBezTo>
                      <a:pt x="2116" y="1167"/>
                      <a:pt x="977" y="679"/>
                      <a:pt x="0" y="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32" name="Google Shape;828;p32">
                <a:extLst>
                  <a:ext uri="{FF2B5EF4-FFF2-40B4-BE49-F238E27FC236}">
                    <a16:creationId xmlns:a16="http://schemas.microsoft.com/office/drawing/2014/main" id="{ADB9DDF1-47E8-016C-D27E-ED1E3370E16E}"/>
                  </a:ext>
                </a:extLst>
              </p:cNvPr>
              <p:cNvSpPr/>
              <p:nvPr/>
            </p:nvSpPr>
            <p:spPr>
              <a:xfrm>
                <a:off x="7548650" y="2230375"/>
                <a:ext cx="73950" cy="2375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950" fill="none" extrusionOk="0">
                    <a:moveTo>
                      <a:pt x="2957" y="787"/>
                    </a:moveTo>
                    <a:cubicBezTo>
                      <a:pt x="1954" y="950"/>
                      <a:pt x="815" y="652"/>
                      <a:pt x="1" y="1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33" name="Google Shape;829;p32">
                <a:extLst>
                  <a:ext uri="{FF2B5EF4-FFF2-40B4-BE49-F238E27FC236}">
                    <a16:creationId xmlns:a16="http://schemas.microsoft.com/office/drawing/2014/main" id="{734645B1-FD88-A075-65CB-ED056F2F92F1}"/>
                  </a:ext>
                </a:extLst>
              </p:cNvPr>
              <p:cNvSpPr/>
              <p:nvPr/>
            </p:nvSpPr>
            <p:spPr>
              <a:xfrm>
                <a:off x="7516125" y="2210025"/>
                <a:ext cx="17650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490" fill="none" extrusionOk="0">
                    <a:moveTo>
                      <a:pt x="705" y="489"/>
                    </a:moveTo>
                    <a:cubicBezTo>
                      <a:pt x="461" y="326"/>
                      <a:pt x="217" y="191"/>
                      <a:pt x="0" y="1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34" name="Google Shape;830;p32">
                <a:extLst>
                  <a:ext uri="{FF2B5EF4-FFF2-40B4-BE49-F238E27FC236}">
                    <a16:creationId xmlns:a16="http://schemas.microsoft.com/office/drawing/2014/main" id="{8C38F6FD-8353-7177-5D09-72A27DBD7929}"/>
                  </a:ext>
                </a:extLst>
              </p:cNvPr>
              <p:cNvSpPr/>
              <p:nvPr/>
            </p:nvSpPr>
            <p:spPr>
              <a:xfrm>
                <a:off x="7613075" y="2170700"/>
                <a:ext cx="43425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1737" h="489" fill="none" extrusionOk="0">
                    <a:moveTo>
                      <a:pt x="1737" y="489"/>
                    </a:moveTo>
                    <a:cubicBezTo>
                      <a:pt x="1140" y="435"/>
                      <a:pt x="543" y="272"/>
                      <a:pt x="1" y="1"/>
                    </a:cubicBezTo>
                  </a:path>
                </a:pathLst>
              </a:custGeom>
              <a:solidFill>
                <a:schemeClr val="dk1"/>
              </a:solidFill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35" name="Google Shape;831;p32">
                <a:extLst>
                  <a:ext uri="{FF2B5EF4-FFF2-40B4-BE49-F238E27FC236}">
                    <a16:creationId xmlns:a16="http://schemas.microsoft.com/office/drawing/2014/main" id="{8598919C-5626-B7A8-1DCB-D01EA779EB21}"/>
                  </a:ext>
                </a:extLst>
              </p:cNvPr>
              <p:cNvSpPr/>
              <p:nvPr/>
            </p:nvSpPr>
            <p:spPr>
              <a:xfrm>
                <a:off x="7535775" y="2137475"/>
                <a:ext cx="5020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1140" fill="none" extrusionOk="0">
                    <a:moveTo>
                      <a:pt x="2008" y="1140"/>
                    </a:moveTo>
                    <a:cubicBezTo>
                      <a:pt x="1248" y="977"/>
                      <a:pt x="516" y="570"/>
                      <a:pt x="1" y="1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36" name="Google Shape;832;p32">
                <a:extLst>
                  <a:ext uri="{FF2B5EF4-FFF2-40B4-BE49-F238E27FC236}">
                    <a16:creationId xmlns:a16="http://schemas.microsoft.com/office/drawing/2014/main" id="{CA0A7DB7-F967-C426-80EE-96F7099B7BB3}"/>
                  </a:ext>
                </a:extLst>
              </p:cNvPr>
              <p:cNvSpPr/>
              <p:nvPr/>
            </p:nvSpPr>
            <p:spPr>
              <a:xfrm>
                <a:off x="7646975" y="2135450"/>
                <a:ext cx="30550" cy="4775"/>
              </a:xfrm>
              <a:custGeom>
                <a:avLst/>
                <a:gdLst/>
                <a:ahLst/>
                <a:cxnLst/>
                <a:rect l="l" t="t" r="r" b="b"/>
                <a:pathLst>
                  <a:path w="1222" h="191" fill="none" extrusionOk="0">
                    <a:moveTo>
                      <a:pt x="1221" y="55"/>
                    </a:moveTo>
                    <a:cubicBezTo>
                      <a:pt x="815" y="190"/>
                      <a:pt x="381" y="136"/>
                      <a:pt x="1" y="0"/>
                    </a:cubicBezTo>
                  </a:path>
                </a:pathLst>
              </a:custGeom>
              <a:solidFill>
                <a:schemeClr val="dk1"/>
              </a:solidFill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37" name="Google Shape;833;p32">
                <a:extLst>
                  <a:ext uri="{FF2B5EF4-FFF2-40B4-BE49-F238E27FC236}">
                    <a16:creationId xmlns:a16="http://schemas.microsoft.com/office/drawing/2014/main" id="{F79D0CD6-EDFB-B6E5-48EF-031FFA63FA80}"/>
                  </a:ext>
                </a:extLst>
              </p:cNvPr>
              <p:cNvSpPr/>
              <p:nvPr/>
            </p:nvSpPr>
            <p:spPr>
              <a:xfrm>
                <a:off x="7551375" y="2091375"/>
                <a:ext cx="54275" cy="23750"/>
              </a:xfrm>
              <a:custGeom>
                <a:avLst/>
                <a:gdLst/>
                <a:ahLst/>
                <a:cxnLst/>
                <a:rect l="l" t="t" r="r" b="b"/>
                <a:pathLst>
                  <a:path w="2171" h="950" fill="none" extrusionOk="0">
                    <a:moveTo>
                      <a:pt x="2170" y="950"/>
                    </a:moveTo>
                    <a:cubicBezTo>
                      <a:pt x="1492" y="787"/>
                      <a:pt x="814" y="543"/>
                      <a:pt x="217" y="217"/>
                    </a:cubicBezTo>
                    <a:lnTo>
                      <a:pt x="0" y="0"/>
                    </a:ln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38" name="Google Shape;834;p32">
                <a:extLst>
                  <a:ext uri="{FF2B5EF4-FFF2-40B4-BE49-F238E27FC236}">
                    <a16:creationId xmlns:a16="http://schemas.microsoft.com/office/drawing/2014/main" id="{747D3555-3070-892C-F221-9E3C694B2D57}"/>
                  </a:ext>
                </a:extLst>
              </p:cNvPr>
              <p:cNvSpPr/>
              <p:nvPr/>
            </p:nvSpPr>
            <p:spPr>
              <a:xfrm>
                <a:off x="7581200" y="2135450"/>
                <a:ext cx="23100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924" h="245" fill="none" extrusionOk="0">
                    <a:moveTo>
                      <a:pt x="923" y="244"/>
                    </a:moveTo>
                    <a:cubicBezTo>
                      <a:pt x="598" y="244"/>
                      <a:pt x="272" y="190"/>
                      <a:pt x="1" y="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39" name="Google Shape;835;p32">
                <a:extLst>
                  <a:ext uri="{FF2B5EF4-FFF2-40B4-BE49-F238E27FC236}">
                    <a16:creationId xmlns:a16="http://schemas.microsoft.com/office/drawing/2014/main" id="{580BE246-F2F1-3F97-BFD9-68418E430344}"/>
                  </a:ext>
                </a:extLst>
              </p:cNvPr>
              <p:cNvSpPr/>
              <p:nvPr/>
            </p:nvSpPr>
            <p:spPr>
              <a:xfrm>
                <a:off x="7651725" y="2079850"/>
                <a:ext cx="27825" cy="4775"/>
              </a:xfrm>
              <a:custGeom>
                <a:avLst/>
                <a:gdLst/>
                <a:ahLst/>
                <a:cxnLst/>
                <a:rect l="l" t="t" r="r" b="b"/>
                <a:pathLst>
                  <a:path w="1113" h="191" fill="none" extrusionOk="0">
                    <a:moveTo>
                      <a:pt x="1113" y="190"/>
                    </a:moveTo>
                    <a:cubicBezTo>
                      <a:pt x="733" y="190"/>
                      <a:pt x="326" y="136"/>
                      <a:pt x="1" y="0"/>
                    </a:cubicBezTo>
                  </a:path>
                </a:pathLst>
              </a:custGeom>
              <a:solidFill>
                <a:schemeClr val="dk1"/>
              </a:solidFill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40" name="Google Shape;836;p32">
                <a:extLst>
                  <a:ext uri="{FF2B5EF4-FFF2-40B4-BE49-F238E27FC236}">
                    <a16:creationId xmlns:a16="http://schemas.microsoft.com/office/drawing/2014/main" id="{419BBE74-AFF8-5450-555F-695A972D5477}"/>
                  </a:ext>
                </a:extLst>
              </p:cNvPr>
              <p:cNvSpPr/>
              <p:nvPr/>
            </p:nvSpPr>
            <p:spPr>
              <a:xfrm>
                <a:off x="7573750" y="2054075"/>
                <a:ext cx="48850" cy="19700"/>
              </a:xfrm>
              <a:custGeom>
                <a:avLst/>
                <a:gdLst/>
                <a:ahLst/>
                <a:cxnLst/>
                <a:rect l="l" t="t" r="r" b="b"/>
                <a:pathLst>
                  <a:path w="1954" h="788" fill="none" extrusionOk="0">
                    <a:moveTo>
                      <a:pt x="1953" y="787"/>
                    </a:moveTo>
                    <a:cubicBezTo>
                      <a:pt x="1275" y="651"/>
                      <a:pt x="597" y="380"/>
                      <a:pt x="1" y="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41" name="Google Shape;837;p32">
                <a:extLst>
                  <a:ext uri="{FF2B5EF4-FFF2-40B4-BE49-F238E27FC236}">
                    <a16:creationId xmlns:a16="http://schemas.microsoft.com/office/drawing/2014/main" id="{C95DCEA3-0528-7232-351E-416C2B923597}"/>
                  </a:ext>
                </a:extLst>
              </p:cNvPr>
              <p:cNvSpPr/>
              <p:nvPr/>
            </p:nvSpPr>
            <p:spPr>
              <a:xfrm>
                <a:off x="7607650" y="2033725"/>
                <a:ext cx="94975" cy="23075"/>
              </a:xfrm>
              <a:custGeom>
                <a:avLst/>
                <a:gdLst/>
                <a:ahLst/>
                <a:cxnLst/>
                <a:rect l="l" t="t" r="r" b="b"/>
                <a:pathLst>
                  <a:path w="3799" h="923" fill="none" extrusionOk="0">
                    <a:moveTo>
                      <a:pt x="3798" y="896"/>
                    </a:moveTo>
                    <a:cubicBezTo>
                      <a:pt x="2469" y="923"/>
                      <a:pt x="1167" y="625"/>
                      <a:pt x="1" y="1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42" name="Google Shape;838;p32">
                <a:extLst>
                  <a:ext uri="{FF2B5EF4-FFF2-40B4-BE49-F238E27FC236}">
                    <a16:creationId xmlns:a16="http://schemas.microsoft.com/office/drawing/2014/main" id="{06488BDE-C615-1653-5272-3CD759E9015C}"/>
                  </a:ext>
                </a:extLst>
              </p:cNvPr>
              <p:cNvSpPr/>
              <p:nvPr/>
            </p:nvSpPr>
            <p:spPr>
              <a:xfrm>
                <a:off x="7581900" y="2016100"/>
                <a:ext cx="16275" cy="885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354" fill="none" extrusionOk="0">
                    <a:moveTo>
                      <a:pt x="651" y="353"/>
                    </a:moveTo>
                    <a:cubicBezTo>
                      <a:pt x="407" y="353"/>
                      <a:pt x="136" y="218"/>
                      <a:pt x="0" y="1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43" name="Google Shape;839;p32">
                <a:extLst>
                  <a:ext uri="{FF2B5EF4-FFF2-40B4-BE49-F238E27FC236}">
                    <a16:creationId xmlns:a16="http://schemas.microsoft.com/office/drawing/2014/main" id="{B331CC6D-A5E5-ED77-7A48-110DB5637E92}"/>
                  </a:ext>
                </a:extLst>
              </p:cNvPr>
              <p:cNvSpPr/>
              <p:nvPr/>
            </p:nvSpPr>
            <p:spPr>
              <a:xfrm>
                <a:off x="7645625" y="2015425"/>
                <a:ext cx="18325" cy="4100"/>
              </a:xfrm>
              <a:custGeom>
                <a:avLst/>
                <a:gdLst/>
                <a:ahLst/>
                <a:cxnLst/>
                <a:rect l="l" t="t" r="r" b="b"/>
                <a:pathLst>
                  <a:path w="733" h="164" fill="none" extrusionOk="0">
                    <a:moveTo>
                      <a:pt x="733" y="136"/>
                    </a:moveTo>
                    <a:cubicBezTo>
                      <a:pt x="516" y="163"/>
                      <a:pt x="245" y="109"/>
                      <a:pt x="1" y="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44" name="Google Shape;840;p32">
                <a:extLst>
                  <a:ext uri="{FF2B5EF4-FFF2-40B4-BE49-F238E27FC236}">
                    <a16:creationId xmlns:a16="http://schemas.microsoft.com/office/drawing/2014/main" id="{643AAA11-C185-AB6C-0475-54C1C056BD20}"/>
                  </a:ext>
                </a:extLst>
              </p:cNvPr>
              <p:cNvSpPr/>
              <p:nvPr/>
            </p:nvSpPr>
            <p:spPr>
              <a:xfrm>
                <a:off x="7589350" y="1988975"/>
                <a:ext cx="332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1330" h="706" fill="none" extrusionOk="0">
                    <a:moveTo>
                      <a:pt x="1329" y="706"/>
                    </a:moveTo>
                    <a:cubicBezTo>
                      <a:pt x="868" y="543"/>
                      <a:pt x="407" y="299"/>
                      <a:pt x="0" y="1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45" name="Google Shape;841;p32">
                <a:extLst>
                  <a:ext uri="{FF2B5EF4-FFF2-40B4-BE49-F238E27FC236}">
                    <a16:creationId xmlns:a16="http://schemas.microsoft.com/office/drawing/2014/main" id="{6E66B944-07E4-24A9-8301-6001E842E03D}"/>
                  </a:ext>
                </a:extLst>
              </p:cNvPr>
              <p:cNvSpPr/>
              <p:nvPr/>
            </p:nvSpPr>
            <p:spPr>
              <a:xfrm>
                <a:off x="7615800" y="1965925"/>
                <a:ext cx="87500" cy="29175"/>
              </a:xfrm>
              <a:custGeom>
                <a:avLst/>
                <a:gdLst/>
                <a:ahLst/>
                <a:cxnLst/>
                <a:rect l="l" t="t" r="r" b="b"/>
                <a:pathLst>
                  <a:path w="3500" h="1167" fill="none" extrusionOk="0">
                    <a:moveTo>
                      <a:pt x="3499" y="1167"/>
                    </a:moveTo>
                    <a:cubicBezTo>
                      <a:pt x="2279" y="1031"/>
                      <a:pt x="1085" y="624"/>
                      <a:pt x="0" y="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46" name="Google Shape;842;p32">
                <a:extLst>
                  <a:ext uri="{FF2B5EF4-FFF2-40B4-BE49-F238E27FC236}">
                    <a16:creationId xmlns:a16="http://schemas.microsoft.com/office/drawing/2014/main" id="{805620BE-AA43-85FC-299F-A19F20A0009B}"/>
                  </a:ext>
                </a:extLst>
              </p:cNvPr>
              <p:cNvSpPr/>
              <p:nvPr/>
            </p:nvSpPr>
            <p:spPr>
              <a:xfrm>
                <a:off x="7635450" y="1920500"/>
                <a:ext cx="71225" cy="30525"/>
              </a:xfrm>
              <a:custGeom>
                <a:avLst/>
                <a:gdLst/>
                <a:ahLst/>
                <a:cxnLst/>
                <a:rect l="l" t="t" r="r" b="b"/>
                <a:pathLst>
                  <a:path w="2849" h="1221" fill="none" extrusionOk="0">
                    <a:moveTo>
                      <a:pt x="2849" y="1221"/>
                    </a:moveTo>
                    <a:cubicBezTo>
                      <a:pt x="1791" y="1085"/>
                      <a:pt x="815" y="651"/>
                      <a:pt x="1" y="0"/>
                    </a:cubicBezTo>
                  </a:path>
                </a:pathLst>
              </a:custGeom>
              <a:noFill/>
              <a:ln w="8125" cap="rnd" cmpd="sng">
                <a:solidFill>
                  <a:srgbClr val="21300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47" name="Google Shape;843;p32">
                <a:extLst>
                  <a:ext uri="{FF2B5EF4-FFF2-40B4-BE49-F238E27FC236}">
                    <a16:creationId xmlns:a16="http://schemas.microsoft.com/office/drawing/2014/main" id="{67DBE900-9E5B-104B-DBB4-A69040AD8B10}"/>
                  </a:ext>
                </a:extLst>
              </p:cNvPr>
              <p:cNvSpPr/>
              <p:nvPr/>
            </p:nvSpPr>
            <p:spPr>
              <a:xfrm>
                <a:off x="7673425" y="1911000"/>
                <a:ext cx="23775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951" h="245" fill="none" extrusionOk="0">
                    <a:moveTo>
                      <a:pt x="950" y="244"/>
                    </a:moveTo>
                    <a:cubicBezTo>
                      <a:pt x="625" y="244"/>
                      <a:pt x="272" y="163"/>
                      <a:pt x="1" y="0"/>
                    </a:cubicBezTo>
                  </a:path>
                </a:pathLst>
              </a:custGeom>
              <a:noFill/>
              <a:ln w="8125" cap="rnd" cmpd="sng">
                <a:solidFill>
                  <a:srgbClr val="21300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48" name="Google Shape;844;p32">
                <a:extLst>
                  <a:ext uri="{FF2B5EF4-FFF2-40B4-BE49-F238E27FC236}">
                    <a16:creationId xmlns:a16="http://schemas.microsoft.com/office/drawing/2014/main" id="{E20D8B75-0765-EA18-5C6F-952098DE60E2}"/>
                  </a:ext>
                </a:extLst>
              </p:cNvPr>
              <p:cNvSpPr/>
              <p:nvPr/>
            </p:nvSpPr>
            <p:spPr>
              <a:xfrm>
                <a:off x="7648350" y="1897425"/>
                <a:ext cx="16975" cy="10875"/>
              </a:xfrm>
              <a:custGeom>
                <a:avLst/>
                <a:gdLst/>
                <a:ahLst/>
                <a:cxnLst/>
                <a:rect l="l" t="t" r="r" b="b"/>
                <a:pathLst>
                  <a:path w="679" h="435" fill="none" extrusionOk="0">
                    <a:moveTo>
                      <a:pt x="678" y="435"/>
                    </a:moveTo>
                    <a:cubicBezTo>
                      <a:pt x="407" y="326"/>
                      <a:pt x="163" y="218"/>
                      <a:pt x="0" y="1"/>
                    </a:cubicBezTo>
                  </a:path>
                </a:pathLst>
              </a:custGeom>
              <a:noFill/>
              <a:ln w="8125" cap="rnd" cmpd="sng">
                <a:solidFill>
                  <a:srgbClr val="21300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49" name="Google Shape;845;p32">
                <a:extLst>
                  <a:ext uri="{FF2B5EF4-FFF2-40B4-BE49-F238E27FC236}">
                    <a16:creationId xmlns:a16="http://schemas.microsoft.com/office/drawing/2014/main" id="{5D8A41D0-74D5-1CA3-EC4C-D6981D9C9E48}"/>
                  </a:ext>
                </a:extLst>
              </p:cNvPr>
              <p:cNvSpPr/>
              <p:nvPr/>
            </p:nvSpPr>
            <p:spPr>
              <a:xfrm>
                <a:off x="7660550" y="1871000"/>
                <a:ext cx="53600" cy="22400"/>
              </a:xfrm>
              <a:custGeom>
                <a:avLst/>
                <a:gdLst/>
                <a:ahLst/>
                <a:cxnLst/>
                <a:rect l="l" t="t" r="r" b="b"/>
                <a:pathLst>
                  <a:path w="2144" h="896" fill="none" extrusionOk="0">
                    <a:moveTo>
                      <a:pt x="2143" y="895"/>
                    </a:moveTo>
                    <a:cubicBezTo>
                      <a:pt x="1357" y="787"/>
                      <a:pt x="624" y="488"/>
                      <a:pt x="0" y="0"/>
                    </a:cubicBezTo>
                  </a:path>
                </a:pathLst>
              </a:custGeom>
              <a:noFill/>
              <a:ln w="8125" cap="rnd" cmpd="sng">
                <a:solidFill>
                  <a:srgbClr val="21300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50" name="Google Shape;846;p32">
                <a:extLst>
                  <a:ext uri="{FF2B5EF4-FFF2-40B4-BE49-F238E27FC236}">
                    <a16:creationId xmlns:a16="http://schemas.microsoft.com/office/drawing/2014/main" id="{7C98F1A0-61D5-9629-E622-1299CD1B710E}"/>
                  </a:ext>
                </a:extLst>
              </p:cNvPr>
              <p:cNvSpPr/>
              <p:nvPr/>
            </p:nvSpPr>
            <p:spPr>
              <a:xfrm>
                <a:off x="7619850" y="2047000"/>
                <a:ext cx="72600" cy="195275"/>
              </a:xfrm>
              <a:custGeom>
                <a:avLst/>
                <a:gdLst/>
                <a:ahLst/>
                <a:cxnLst/>
                <a:rect l="l" t="t" r="r" b="b"/>
                <a:pathLst>
                  <a:path w="2904" h="7811" extrusionOk="0">
                    <a:moveTo>
                      <a:pt x="2276" y="0"/>
                    </a:moveTo>
                    <a:cubicBezTo>
                      <a:pt x="2071" y="0"/>
                      <a:pt x="1875" y="118"/>
                      <a:pt x="1737" y="256"/>
                    </a:cubicBezTo>
                    <a:cubicBezTo>
                      <a:pt x="1574" y="446"/>
                      <a:pt x="1493" y="690"/>
                      <a:pt x="1439" y="907"/>
                    </a:cubicBezTo>
                    <a:cubicBezTo>
                      <a:pt x="1086" y="1938"/>
                      <a:pt x="815" y="3050"/>
                      <a:pt x="598" y="4081"/>
                    </a:cubicBezTo>
                    <a:cubicBezTo>
                      <a:pt x="489" y="4623"/>
                      <a:pt x="381" y="5166"/>
                      <a:pt x="272" y="5762"/>
                    </a:cubicBezTo>
                    <a:cubicBezTo>
                      <a:pt x="218" y="6224"/>
                      <a:pt x="1" y="6875"/>
                      <a:pt x="82" y="7336"/>
                    </a:cubicBezTo>
                    <a:cubicBezTo>
                      <a:pt x="109" y="7675"/>
                      <a:pt x="340" y="7810"/>
                      <a:pt x="604" y="7810"/>
                    </a:cubicBezTo>
                    <a:cubicBezTo>
                      <a:pt x="869" y="7810"/>
                      <a:pt x="1167" y="7675"/>
                      <a:pt x="1330" y="7471"/>
                    </a:cubicBezTo>
                    <a:cubicBezTo>
                      <a:pt x="1601" y="7173"/>
                      <a:pt x="1710" y="6603"/>
                      <a:pt x="1845" y="6224"/>
                    </a:cubicBezTo>
                    <a:cubicBezTo>
                      <a:pt x="2008" y="5708"/>
                      <a:pt x="2144" y="5220"/>
                      <a:pt x="2279" y="4678"/>
                    </a:cubicBezTo>
                    <a:cubicBezTo>
                      <a:pt x="2551" y="3538"/>
                      <a:pt x="2768" y="2372"/>
                      <a:pt x="2849" y="1179"/>
                    </a:cubicBezTo>
                    <a:cubicBezTo>
                      <a:pt x="2903" y="934"/>
                      <a:pt x="2903" y="717"/>
                      <a:pt x="2822" y="500"/>
                    </a:cubicBezTo>
                    <a:cubicBezTo>
                      <a:pt x="2768" y="283"/>
                      <a:pt x="2632" y="94"/>
                      <a:pt x="2388" y="12"/>
                    </a:cubicBezTo>
                    <a:cubicBezTo>
                      <a:pt x="2351" y="4"/>
                      <a:pt x="2313" y="0"/>
                      <a:pt x="2276" y="0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51" name="Google Shape;847;p32">
                <a:extLst>
                  <a:ext uri="{FF2B5EF4-FFF2-40B4-BE49-F238E27FC236}">
                    <a16:creationId xmlns:a16="http://schemas.microsoft.com/office/drawing/2014/main" id="{9F4E3A50-173B-6873-5196-8EE2BC69CDD4}"/>
                  </a:ext>
                </a:extLst>
              </p:cNvPr>
              <p:cNvSpPr/>
              <p:nvPr/>
            </p:nvSpPr>
            <p:spPr>
              <a:xfrm>
                <a:off x="6811575" y="1609650"/>
                <a:ext cx="667275" cy="574875"/>
              </a:xfrm>
              <a:custGeom>
                <a:avLst/>
                <a:gdLst/>
                <a:ahLst/>
                <a:cxnLst/>
                <a:rect l="l" t="t" r="r" b="b"/>
                <a:pathLst>
                  <a:path w="26691" h="22995" extrusionOk="0">
                    <a:moveTo>
                      <a:pt x="7607" y="0"/>
                    </a:moveTo>
                    <a:cubicBezTo>
                      <a:pt x="6548" y="0"/>
                      <a:pt x="5507" y="126"/>
                      <a:pt x="4530" y="554"/>
                    </a:cubicBezTo>
                    <a:cubicBezTo>
                      <a:pt x="3011" y="1232"/>
                      <a:pt x="1790" y="2832"/>
                      <a:pt x="2035" y="4460"/>
                    </a:cubicBezTo>
                    <a:cubicBezTo>
                      <a:pt x="597" y="5924"/>
                      <a:pt x="0" y="8121"/>
                      <a:pt x="461" y="10101"/>
                    </a:cubicBezTo>
                    <a:cubicBezTo>
                      <a:pt x="977" y="12054"/>
                      <a:pt x="2523" y="13763"/>
                      <a:pt x="4503" y="14333"/>
                    </a:cubicBezTo>
                    <a:cubicBezTo>
                      <a:pt x="3228" y="14604"/>
                      <a:pt x="2224" y="15879"/>
                      <a:pt x="2306" y="17181"/>
                    </a:cubicBezTo>
                    <a:cubicBezTo>
                      <a:pt x="2360" y="18456"/>
                      <a:pt x="3445" y="19649"/>
                      <a:pt x="4774" y="19785"/>
                    </a:cubicBezTo>
                    <a:cubicBezTo>
                      <a:pt x="4232" y="20571"/>
                      <a:pt x="4611" y="21683"/>
                      <a:pt x="5344" y="22253"/>
                    </a:cubicBezTo>
                    <a:cubicBezTo>
                      <a:pt x="6103" y="22850"/>
                      <a:pt x="7080" y="22931"/>
                      <a:pt x="8029" y="22985"/>
                    </a:cubicBezTo>
                    <a:cubicBezTo>
                      <a:pt x="8219" y="22991"/>
                      <a:pt x="8408" y="22995"/>
                      <a:pt x="8598" y="22995"/>
                    </a:cubicBezTo>
                    <a:cubicBezTo>
                      <a:pt x="15050" y="22995"/>
                      <a:pt x="21389" y="19432"/>
                      <a:pt x="24683" y="13899"/>
                    </a:cubicBezTo>
                    <a:cubicBezTo>
                      <a:pt x="25659" y="12271"/>
                      <a:pt x="26338" y="10101"/>
                      <a:pt x="25334" y="8501"/>
                    </a:cubicBezTo>
                    <a:lnTo>
                      <a:pt x="25334" y="8501"/>
                    </a:lnTo>
                    <a:lnTo>
                      <a:pt x="26690" y="10020"/>
                    </a:lnTo>
                    <a:cubicBezTo>
                      <a:pt x="25388" y="6765"/>
                      <a:pt x="22649" y="4216"/>
                      <a:pt x="19557" y="2670"/>
                    </a:cubicBezTo>
                    <a:cubicBezTo>
                      <a:pt x="16437" y="1096"/>
                      <a:pt x="12938" y="418"/>
                      <a:pt x="9467" y="93"/>
                    </a:cubicBezTo>
                    <a:cubicBezTo>
                      <a:pt x="8847" y="43"/>
                      <a:pt x="8224" y="0"/>
                      <a:pt x="760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52" name="Google Shape;848;p32">
                <a:extLst>
                  <a:ext uri="{FF2B5EF4-FFF2-40B4-BE49-F238E27FC236}">
                    <a16:creationId xmlns:a16="http://schemas.microsoft.com/office/drawing/2014/main" id="{EECAFFA5-E0F1-A6B2-79C3-5CD8BC260A8F}"/>
                  </a:ext>
                </a:extLst>
              </p:cNvPr>
              <p:cNvSpPr/>
              <p:nvPr/>
            </p:nvSpPr>
            <p:spPr>
              <a:xfrm>
                <a:off x="6871925" y="1658975"/>
                <a:ext cx="423825" cy="104900"/>
              </a:xfrm>
              <a:custGeom>
                <a:avLst/>
                <a:gdLst/>
                <a:ahLst/>
                <a:cxnLst/>
                <a:rect l="l" t="t" r="r" b="b"/>
                <a:pathLst>
                  <a:path w="16953" h="4196" extrusionOk="0">
                    <a:moveTo>
                      <a:pt x="2562" y="0"/>
                    </a:moveTo>
                    <a:cubicBezTo>
                      <a:pt x="1762" y="0"/>
                      <a:pt x="982" y="51"/>
                      <a:pt x="217" y="154"/>
                    </a:cubicBezTo>
                    <a:cubicBezTo>
                      <a:pt x="163" y="263"/>
                      <a:pt x="55" y="398"/>
                      <a:pt x="0" y="480"/>
                    </a:cubicBezTo>
                    <a:cubicBezTo>
                      <a:pt x="794" y="363"/>
                      <a:pt x="1615" y="306"/>
                      <a:pt x="2463" y="306"/>
                    </a:cubicBezTo>
                    <a:cubicBezTo>
                      <a:pt x="3994" y="306"/>
                      <a:pt x="5614" y="493"/>
                      <a:pt x="7324" y="859"/>
                    </a:cubicBezTo>
                    <a:cubicBezTo>
                      <a:pt x="10552" y="1564"/>
                      <a:pt x="13671" y="2894"/>
                      <a:pt x="16709" y="4195"/>
                    </a:cubicBezTo>
                    <a:cubicBezTo>
                      <a:pt x="16817" y="4195"/>
                      <a:pt x="16899" y="4141"/>
                      <a:pt x="16953" y="4087"/>
                    </a:cubicBezTo>
                    <a:lnTo>
                      <a:pt x="16953" y="4060"/>
                    </a:lnTo>
                    <a:cubicBezTo>
                      <a:pt x="16953" y="3979"/>
                      <a:pt x="16899" y="3924"/>
                      <a:pt x="16844" y="3870"/>
                    </a:cubicBezTo>
                    <a:cubicBezTo>
                      <a:pt x="13834" y="2595"/>
                      <a:pt x="10660" y="1266"/>
                      <a:pt x="7378" y="561"/>
                    </a:cubicBezTo>
                    <a:cubicBezTo>
                      <a:pt x="5687" y="187"/>
                      <a:pt x="4089" y="0"/>
                      <a:pt x="256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53" name="Google Shape;849;p32">
                <a:extLst>
                  <a:ext uri="{FF2B5EF4-FFF2-40B4-BE49-F238E27FC236}">
                    <a16:creationId xmlns:a16="http://schemas.microsoft.com/office/drawing/2014/main" id="{D850A885-EA8A-4870-6DC5-C58AF43EDF8A}"/>
                  </a:ext>
                </a:extLst>
              </p:cNvPr>
              <p:cNvSpPr/>
              <p:nvPr/>
            </p:nvSpPr>
            <p:spPr>
              <a:xfrm>
                <a:off x="6819700" y="1820300"/>
                <a:ext cx="640150" cy="335225"/>
              </a:xfrm>
              <a:custGeom>
                <a:avLst/>
                <a:gdLst/>
                <a:ahLst/>
                <a:cxnLst/>
                <a:rect l="l" t="t" r="r" b="b"/>
                <a:pathLst>
                  <a:path w="25606" h="13409" extrusionOk="0">
                    <a:moveTo>
                      <a:pt x="2055" y="1"/>
                    </a:moveTo>
                    <a:cubicBezTo>
                      <a:pt x="1371" y="1"/>
                      <a:pt x="679" y="7"/>
                      <a:pt x="1" y="21"/>
                    </a:cubicBezTo>
                    <a:lnTo>
                      <a:pt x="1" y="374"/>
                    </a:lnTo>
                    <a:cubicBezTo>
                      <a:pt x="679" y="360"/>
                      <a:pt x="1371" y="353"/>
                      <a:pt x="2055" y="353"/>
                    </a:cubicBezTo>
                    <a:cubicBezTo>
                      <a:pt x="2740" y="353"/>
                      <a:pt x="3418" y="360"/>
                      <a:pt x="4069" y="374"/>
                    </a:cubicBezTo>
                    <a:cubicBezTo>
                      <a:pt x="8246" y="428"/>
                      <a:pt x="12532" y="509"/>
                      <a:pt x="16736" y="1052"/>
                    </a:cubicBezTo>
                    <a:cubicBezTo>
                      <a:pt x="19259" y="1377"/>
                      <a:pt x="21808" y="1892"/>
                      <a:pt x="24277" y="2571"/>
                    </a:cubicBezTo>
                    <a:cubicBezTo>
                      <a:pt x="24250" y="2598"/>
                      <a:pt x="24195" y="2598"/>
                      <a:pt x="24141" y="2652"/>
                    </a:cubicBezTo>
                    <a:lnTo>
                      <a:pt x="15299" y="2408"/>
                    </a:lnTo>
                    <a:cubicBezTo>
                      <a:pt x="13458" y="2356"/>
                      <a:pt x="11589" y="2304"/>
                      <a:pt x="9710" y="2304"/>
                    </a:cubicBezTo>
                    <a:cubicBezTo>
                      <a:pt x="6690" y="2304"/>
                      <a:pt x="3645" y="2438"/>
                      <a:pt x="652" y="2923"/>
                    </a:cubicBezTo>
                    <a:cubicBezTo>
                      <a:pt x="733" y="3005"/>
                      <a:pt x="760" y="3113"/>
                      <a:pt x="815" y="3222"/>
                    </a:cubicBezTo>
                    <a:cubicBezTo>
                      <a:pt x="3809" y="2765"/>
                      <a:pt x="6846" y="2635"/>
                      <a:pt x="9865" y="2635"/>
                    </a:cubicBezTo>
                    <a:cubicBezTo>
                      <a:pt x="11687" y="2635"/>
                      <a:pt x="13502" y="2682"/>
                      <a:pt x="15299" y="2733"/>
                    </a:cubicBezTo>
                    <a:lnTo>
                      <a:pt x="23409" y="2950"/>
                    </a:lnTo>
                    <a:cubicBezTo>
                      <a:pt x="18392" y="4871"/>
                      <a:pt x="13074" y="5852"/>
                      <a:pt x="7730" y="5852"/>
                    </a:cubicBezTo>
                    <a:cubicBezTo>
                      <a:pt x="6284" y="5852"/>
                      <a:pt x="4836" y="5780"/>
                      <a:pt x="3391" y="5636"/>
                    </a:cubicBezTo>
                    <a:lnTo>
                      <a:pt x="3391" y="5636"/>
                    </a:lnTo>
                    <a:cubicBezTo>
                      <a:pt x="3663" y="5771"/>
                      <a:pt x="3934" y="5853"/>
                      <a:pt x="4205" y="5961"/>
                    </a:cubicBezTo>
                    <a:cubicBezTo>
                      <a:pt x="4151" y="5961"/>
                      <a:pt x="4124" y="5988"/>
                      <a:pt x="4042" y="6042"/>
                    </a:cubicBezTo>
                    <a:cubicBezTo>
                      <a:pt x="5283" y="6151"/>
                      <a:pt x="6526" y="6205"/>
                      <a:pt x="7769" y="6205"/>
                    </a:cubicBezTo>
                    <a:cubicBezTo>
                      <a:pt x="13344" y="6205"/>
                      <a:pt x="18901" y="5122"/>
                      <a:pt x="24114" y="3059"/>
                    </a:cubicBezTo>
                    <a:lnTo>
                      <a:pt x="24114" y="3059"/>
                    </a:lnTo>
                    <a:cubicBezTo>
                      <a:pt x="21429" y="5419"/>
                      <a:pt x="17713" y="7073"/>
                      <a:pt x="13346" y="7833"/>
                    </a:cubicBezTo>
                    <a:cubicBezTo>
                      <a:pt x="10758" y="8283"/>
                      <a:pt x="8132" y="8396"/>
                      <a:pt x="5520" y="8396"/>
                    </a:cubicBezTo>
                    <a:cubicBezTo>
                      <a:pt x="4354" y="8396"/>
                      <a:pt x="3191" y="8373"/>
                      <a:pt x="2035" y="8348"/>
                    </a:cubicBezTo>
                    <a:lnTo>
                      <a:pt x="2035" y="8673"/>
                    </a:lnTo>
                    <a:cubicBezTo>
                      <a:pt x="3209" y="8707"/>
                      <a:pt x="4393" y="8733"/>
                      <a:pt x="5580" y="8733"/>
                    </a:cubicBezTo>
                    <a:cubicBezTo>
                      <a:pt x="8207" y="8733"/>
                      <a:pt x="10849" y="8606"/>
                      <a:pt x="13427" y="8158"/>
                    </a:cubicBezTo>
                    <a:cubicBezTo>
                      <a:pt x="17306" y="7480"/>
                      <a:pt x="20669" y="6124"/>
                      <a:pt x="23273" y="4198"/>
                    </a:cubicBezTo>
                    <a:lnTo>
                      <a:pt x="23273" y="4198"/>
                    </a:lnTo>
                    <a:cubicBezTo>
                      <a:pt x="20669" y="6612"/>
                      <a:pt x="17604" y="8104"/>
                      <a:pt x="15190" y="8945"/>
                    </a:cubicBezTo>
                    <a:cubicBezTo>
                      <a:pt x="11447" y="10301"/>
                      <a:pt x="7514" y="10925"/>
                      <a:pt x="3717" y="11250"/>
                    </a:cubicBezTo>
                    <a:cubicBezTo>
                      <a:pt x="3934" y="11359"/>
                      <a:pt x="4205" y="11467"/>
                      <a:pt x="4476" y="11494"/>
                    </a:cubicBezTo>
                    <a:lnTo>
                      <a:pt x="4476" y="11521"/>
                    </a:lnTo>
                    <a:cubicBezTo>
                      <a:pt x="8057" y="11142"/>
                      <a:pt x="11745" y="10545"/>
                      <a:pt x="15299" y="9243"/>
                    </a:cubicBezTo>
                    <a:cubicBezTo>
                      <a:pt x="17821" y="8348"/>
                      <a:pt x="21076" y="6775"/>
                      <a:pt x="23788" y="4144"/>
                    </a:cubicBezTo>
                    <a:lnTo>
                      <a:pt x="23788" y="4144"/>
                    </a:lnTo>
                    <a:cubicBezTo>
                      <a:pt x="23327" y="4740"/>
                      <a:pt x="22839" y="5310"/>
                      <a:pt x="22297" y="5907"/>
                    </a:cubicBezTo>
                    <a:cubicBezTo>
                      <a:pt x="17988" y="10420"/>
                      <a:pt x="11716" y="13067"/>
                      <a:pt x="5474" y="13067"/>
                    </a:cubicBezTo>
                    <a:cubicBezTo>
                      <a:pt x="5114" y="13067"/>
                      <a:pt x="4754" y="13058"/>
                      <a:pt x="4395" y="13040"/>
                    </a:cubicBezTo>
                    <a:lnTo>
                      <a:pt x="4395" y="13040"/>
                    </a:lnTo>
                    <a:cubicBezTo>
                      <a:pt x="4422" y="13149"/>
                      <a:pt x="4476" y="13284"/>
                      <a:pt x="4558" y="13393"/>
                    </a:cubicBezTo>
                    <a:cubicBezTo>
                      <a:pt x="4834" y="13403"/>
                      <a:pt x="5110" y="13408"/>
                      <a:pt x="5386" y="13408"/>
                    </a:cubicBezTo>
                    <a:cubicBezTo>
                      <a:pt x="11760" y="13408"/>
                      <a:pt x="18146" y="10725"/>
                      <a:pt x="22514" y="6124"/>
                    </a:cubicBezTo>
                    <a:cubicBezTo>
                      <a:pt x="23463" y="5147"/>
                      <a:pt x="24277" y="4144"/>
                      <a:pt x="24928" y="3086"/>
                    </a:cubicBezTo>
                    <a:lnTo>
                      <a:pt x="25307" y="3086"/>
                    </a:lnTo>
                    <a:cubicBezTo>
                      <a:pt x="25362" y="3086"/>
                      <a:pt x="25416" y="3059"/>
                      <a:pt x="25443" y="2977"/>
                    </a:cubicBezTo>
                    <a:lnTo>
                      <a:pt x="25470" y="2977"/>
                    </a:lnTo>
                    <a:cubicBezTo>
                      <a:pt x="25497" y="2869"/>
                      <a:pt x="25497" y="2788"/>
                      <a:pt x="25551" y="2679"/>
                    </a:cubicBezTo>
                    <a:cubicBezTo>
                      <a:pt x="25443" y="2652"/>
                      <a:pt x="25334" y="2598"/>
                      <a:pt x="25280" y="2571"/>
                    </a:cubicBezTo>
                    <a:cubicBezTo>
                      <a:pt x="25362" y="2435"/>
                      <a:pt x="25470" y="2299"/>
                      <a:pt x="25606" y="2164"/>
                    </a:cubicBezTo>
                    <a:cubicBezTo>
                      <a:pt x="25606" y="1892"/>
                      <a:pt x="25606" y="1648"/>
                      <a:pt x="25551" y="1431"/>
                    </a:cubicBezTo>
                    <a:cubicBezTo>
                      <a:pt x="25307" y="1621"/>
                      <a:pt x="25145" y="1974"/>
                      <a:pt x="24928" y="2299"/>
                    </a:cubicBezTo>
                    <a:cubicBezTo>
                      <a:pt x="24928" y="2326"/>
                      <a:pt x="24901" y="2326"/>
                      <a:pt x="24901" y="2381"/>
                    </a:cubicBezTo>
                    <a:lnTo>
                      <a:pt x="24765" y="2381"/>
                    </a:lnTo>
                    <a:cubicBezTo>
                      <a:pt x="22161" y="1621"/>
                      <a:pt x="19449" y="1079"/>
                      <a:pt x="16763" y="699"/>
                    </a:cubicBezTo>
                    <a:cubicBezTo>
                      <a:pt x="12559" y="157"/>
                      <a:pt x="8246" y="102"/>
                      <a:pt x="4069" y="21"/>
                    </a:cubicBezTo>
                    <a:cubicBezTo>
                      <a:pt x="3418" y="7"/>
                      <a:pt x="2740" y="1"/>
                      <a:pt x="20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54" name="Google Shape;850;p32">
                <a:extLst>
                  <a:ext uri="{FF2B5EF4-FFF2-40B4-BE49-F238E27FC236}">
                    <a16:creationId xmlns:a16="http://schemas.microsoft.com/office/drawing/2014/main" id="{6BF762AE-9A40-6396-827C-9DDE0E7142FE}"/>
                  </a:ext>
                </a:extLst>
              </p:cNvPr>
              <p:cNvSpPr/>
              <p:nvPr/>
            </p:nvSpPr>
            <p:spPr>
              <a:xfrm>
                <a:off x="6836650" y="1740075"/>
                <a:ext cx="564200" cy="104075"/>
              </a:xfrm>
              <a:custGeom>
                <a:avLst/>
                <a:gdLst/>
                <a:ahLst/>
                <a:cxnLst/>
                <a:rect l="l" t="t" r="r" b="b"/>
                <a:pathLst>
                  <a:path w="22568" h="4163" extrusionOk="0">
                    <a:moveTo>
                      <a:pt x="5276" y="1"/>
                    </a:moveTo>
                    <a:cubicBezTo>
                      <a:pt x="3576" y="1"/>
                      <a:pt x="1876" y="109"/>
                      <a:pt x="191" y="328"/>
                    </a:cubicBezTo>
                    <a:cubicBezTo>
                      <a:pt x="137" y="436"/>
                      <a:pt x="82" y="572"/>
                      <a:pt x="1" y="680"/>
                    </a:cubicBezTo>
                    <a:cubicBezTo>
                      <a:pt x="1781" y="432"/>
                      <a:pt x="3575" y="309"/>
                      <a:pt x="5367" y="309"/>
                    </a:cubicBezTo>
                    <a:cubicBezTo>
                      <a:pt x="11220" y="309"/>
                      <a:pt x="17056" y="1619"/>
                      <a:pt x="22351" y="4152"/>
                    </a:cubicBezTo>
                    <a:cubicBezTo>
                      <a:pt x="22373" y="4159"/>
                      <a:pt x="22395" y="4163"/>
                      <a:pt x="22416" y="4163"/>
                    </a:cubicBezTo>
                    <a:cubicBezTo>
                      <a:pt x="22474" y="4163"/>
                      <a:pt x="22528" y="4138"/>
                      <a:pt x="22568" y="4098"/>
                    </a:cubicBezTo>
                    <a:lnTo>
                      <a:pt x="22568" y="4071"/>
                    </a:lnTo>
                    <a:cubicBezTo>
                      <a:pt x="22568" y="3989"/>
                      <a:pt x="22514" y="3935"/>
                      <a:pt x="22459" y="3881"/>
                    </a:cubicBezTo>
                    <a:cubicBezTo>
                      <a:pt x="17109" y="1311"/>
                      <a:pt x="11187" y="1"/>
                      <a:pt x="527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55" name="Google Shape;851;p32">
                <a:extLst>
                  <a:ext uri="{FF2B5EF4-FFF2-40B4-BE49-F238E27FC236}">
                    <a16:creationId xmlns:a16="http://schemas.microsoft.com/office/drawing/2014/main" id="{FBDAAC7D-75BD-D525-B977-ADBE729ABDEC}"/>
                  </a:ext>
                </a:extLst>
              </p:cNvPr>
              <p:cNvSpPr/>
              <p:nvPr/>
            </p:nvSpPr>
            <p:spPr>
              <a:xfrm>
                <a:off x="7461875" y="1840225"/>
                <a:ext cx="10875" cy="13150"/>
              </a:xfrm>
              <a:custGeom>
                <a:avLst/>
                <a:gdLst/>
                <a:ahLst/>
                <a:cxnLst/>
                <a:rect l="l" t="t" r="r" b="b"/>
                <a:pathLst>
                  <a:path w="435" h="526" extrusionOk="0">
                    <a:moveTo>
                      <a:pt x="141" y="0"/>
                    </a:moveTo>
                    <a:cubicBezTo>
                      <a:pt x="87" y="0"/>
                      <a:pt x="20" y="31"/>
                      <a:pt x="0" y="92"/>
                    </a:cubicBezTo>
                    <a:lnTo>
                      <a:pt x="353" y="526"/>
                    </a:lnTo>
                    <a:lnTo>
                      <a:pt x="353" y="499"/>
                    </a:lnTo>
                    <a:cubicBezTo>
                      <a:pt x="434" y="417"/>
                      <a:pt x="407" y="363"/>
                      <a:pt x="326" y="336"/>
                    </a:cubicBezTo>
                    <a:cubicBezTo>
                      <a:pt x="298" y="282"/>
                      <a:pt x="271" y="282"/>
                      <a:pt x="271" y="282"/>
                    </a:cubicBezTo>
                    <a:cubicBezTo>
                      <a:pt x="271" y="255"/>
                      <a:pt x="298" y="255"/>
                      <a:pt x="298" y="227"/>
                    </a:cubicBezTo>
                    <a:lnTo>
                      <a:pt x="298" y="200"/>
                    </a:lnTo>
                    <a:cubicBezTo>
                      <a:pt x="298" y="119"/>
                      <a:pt x="271" y="65"/>
                      <a:pt x="190" y="10"/>
                    </a:cubicBezTo>
                    <a:cubicBezTo>
                      <a:pt x="176" y="4"/>
                      <a:pt x="159" y="0"/>
                      <a:pt x="1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56" name="Google Shape;852;p32">
                <a:extLst>
                  <a:ext uri="{FF2B5EF4-FFF2-40B4-BE49-F238E27FC236}">
                    <a16:creationId xmlns:a16="http://schemas.microsoft.com/office/drawing/2014/main" id="{A0BA2221-9719-E04A-20BA-2BBCB0616DC9}"/>
                  </a:ext>
                </a:extLst>
              </p:cNvPr>
              <p:cNvSpPr/>
              <p:nvPr/>
            </p:nvSpPr>
            <p:spPr>
              <a:xfrm>
                <a:off x="6811575" y="1609925"/>
                <a:ext cx="221750" cy="574375"/>
              </a:xfrm>
              <a:custGeom>
                <a:avLst/>
                <a:gdLst/>
                <a:ahLst/>
                <a:cxnLst/>
                <a:rect l="l" t="t" r="r" b="b"/>
                <a:pathLst>
                  <a:path w="8870" h="22975" extrusionOk="0">
                    <a:moveTo>
                      <a:pt x="6890" y="0"/>
                    </a:moveTo>
                    <a:lnTo>
                      <a:pt x="6890" y="0"/>
                    </a:lnTo>
                    <a:cubicBezTo>
                      <a:pt x="6076" y="82"/>
                      <a:pt x="5289" y="217"/>
                      <a:pt x="4584" y="543"/>
                    </a:cubicBezTo>
                    <a:cubicBezTo>
                      <a:pt x="3011" y="1221"/>
                      <a:pt x="1790" y="2821"/>
                      <a:pt x="2035" y="4449"/>
                    </a:cubicBezTo>
                    <a:cubicBezTo>
                      <a:pt x="597" y="5913"/>
                      <a:pt x="0" y="8110"/>
                      <a:pt x="461" y="10063"/>
                    </a:cubicBezTo>
                    <a:cubicBezTo>
                      <a:pt x="977" y="12043"/>
                      <a:pt x="2550" y="13752"/>
                      <a:pt x="4503" y="14322"/>
                    </a:cubicBezTo>
                    <a:cubicBezTo>
                      <a:pt x="3228" y="14593"/>
                      <a:pt x="2224" y="15868"/>
                      <a:pt x="2306" y="17170"/>
                    </a:cubicBezTo>
                    <a:cubicBezTo>
                      <a:pt x="2360" y="18445"/>
                      <a:pt x="3445" y="19638"/>
                      <a:pt x="4774" y="19774"/>
                    </a:cubicBezTo>
                    <a:cubicBezTo>
                      <a:pt x="4232" y="20560"/>
                      <a:pt x="4611" y="21672"/>
                      <a:pt x="5344" y="22242"/>
                    </a:cubicBezTo>
                    <a:cubicBezTo>
                      <a:pt x="6103" y="22839"/>
                      <a:pt x="7080" y="22920"/>
                      <a:pt x="8029" y="22974"/>
                    </a:cubicBezTo>
                    <a:lnTo>
                      <a:pt x="8870" y="22974"/>
                    </a:lnTo>
                    <a:cubicBezTo>
                      <a:pt x="8463" y="22757"/>
                      <a:pt x="8110" y="22513"/>
                      <a:pt x="7758" y="22242"/>
                    </a:cubicBezTo>
                    <a:cubicBezTo>
                      <a:pt x="6646" y="21293"/>
                      <a:pt x="6022" y="19557"/>
                      <a:pt x="6808" y="18309"/>
                    </a:cubicBezTo>
                    <a:cubicBezTo>
                      <a:pt x="5832" y="17821"/>
                      <a:pt x="5208" y="16627"/>
                      <a:pt x="5344" y="15542"/>
                    </a:cubicBezTo>
                    <a:cubicBezTo>
                      <a:pt x="5479" y="14430"/>
                      <a:pt x="6374" y="13427"/>
                      <a:pt x="7459" y="13210"/>
                    </a:cubicBezTo>
                    <a:cubicBezTo>
                      <a:pt x="6157" y="12938"/>
                      <a:pt x="4910" y="12315"/>
                      <a:pt x="3988" y="11338"/>
                    </a:cubicBezTo>
                    <a:cubicBezTo>
                      <a:pt x="3120" y="10362"/>
                      <a:pt x="2604" y="8951"/>
                      <a:pt x="2957" y="7676"/>
                    </a:cubicBezTo>
                    <a:cubicBezTo>
                      <a:pt x="3255" y="6374"/>
                      <a:pt x="4449" y="5290"/>
                      <a:pt x="5751" y="5290"/>
                    </a:cubicBezTo>
                    <a:cubicBezTo>
                      <a:pt x="4720" y="4394"/>
                      <a:pt x="4720" y="2686"/>
                      <a:pt x="5425" y="1492"/>
                    </a:cubicBezTo>
                    <a:cubicBezTo>
                      <a:pt x="5805" y="895"/>
                      <a:pt x="6293" y="407"/>
                      <a:pt x="6890" y="0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57" name="Google Shape;853;p32">
                <a:extLst>
                  <a:ext uri="{FF2B5EF4-FFF2-40B4-BE49-F238E27FC236}">
                    <a16:creationId xmlns:a16="http://schemas.microsoft.com/office/drawing/2014/main" id="{FD5AD554-3290-B241-4921-017BA15B4302}"/>
                  </a:ext>
                </a:extLst>
              </p:cNvPr>
              <p:cNvSpPr/>
              <p:nvPr/>
            </p:nvSpPr>
            <p:spPr>
              <a:xfrm>
                <a:off x="6968900" y="1544675"/>
                <a:ext cx="585900" cy="420525"/>
              </a:xfrm>
              <a:custGeom>
                <a:avLst/>
                <a:gdLst/>
                <a:ahLst/>
                <a:cxnLst/>
                <a:rect l="l" t="t" r="r" b="b"/>
                <a:pathLst>
                  <a:path w="23436" h="16821" extrusionOk="0">
                    <a:moveTo>
                      <a:pt x="7606" y="0"/>
                    </a:moveTo>
                    <a:cubicBezTo>
                      <a:pt x="6318" y="0"/>
                      <a:pt x="5028" y="55"/>
                      <a:pt x="3743" y="115"/>
                    </a:cubicBezTo>
                    <a:cubicBezTo>
                      <a:pt x="3092" y="115"/>
                      <a:pt x="2414" y="169"/>
                      <a:pt x="1899" y="576"/>
                    </a:cubicBezTo>
                    <a:cubicBezTo>
                      <a:pt x="1420" y="975"/>
                      <a:pt x="1306" y="1870"/>
                      <a:pt x="1814" y="2237"/>
                    </a:cubicBezTo>
                    <a:lnTo>
                      <a:pt x="1814" y="2237"/>
                    </a:lnTo>
                    <a:cubicBezTo>
                      <a:pt x="1640" y="2122"/>
                      <a:pt x="1435" y="2067"/>
                      <a:pt x="1228" y="2067"/>
                    </a:cubicBezTo>
                    <a:cubicBezTo>
                      <a:pt x="986" y="2067"/>
                      <a:pt x="742" y="2143"/>
                      <a:pt x="543" y="2285"/>
                    </a:cubicBezTo>
                    <a:cubicBezTo>
                      <a:pt x="163" y="2556"/>
                      <a:pt x="0" y="3071"/>
                      <a:pt x="136" y="3505"/>
                    </a:cubicBezTo>
                    <a:cubicBezTo>
                      <a:pt x="380" y="4292"/>
                      <a:pt x="1329" y="4536"/>
                      <a:pt x="2143" y="4726"/>
                    </a:cubicBezTo>
                    <a:cubicBezTo>
                      <a:pt x="2128" y="4725"/>
                      <a:pt x="2112" y="4725"/>
                      <a:pt x="2097" y="4725"/>
                    </a:cubicBezTo>
                    <a:cubicBezTo>
                      <a:pt x="1572" y="4725"/>
                      <a:pt x="1083" y="5175"/>
                      <a:pt x="1031" y="5703"/>
                    </a:cubicBezTo>
                    <a:cubicBezTo>
                      <a:pt x="949" y="6245"/>
                      <a:pt x="1221" y="6787"/>
                      <a:pt x="1627" y="7167"/>
                    </a:cubicBezTo>
                    <a:cubicBezTo>
                      <a:pt x="2034" y="7547"/>
                      <a:pt x="2550" y="7764"/>
                      <a:pt x="3065" y="7981"/>
                    </a:cubicBezTo>
                    <a:cubicBezTo>
                      <a:pt x="6184" y="9201"/>
                      <a:pt x="9683" y="9581"/>
                      <a:pt x="12531" y="11290"/>
                    </a:cubicBezTo>
                    <a:cubicBezTo>
                      <a:pt x="13535" y="11914"/>
                      <a:pt x="14457" y="12673"/>
                      <a:pt x="15135" y="13650"/>
                    </a:cubicBezTo>
                    <a:cubicBezTo>
                      <a:pt x="16094" y="14745"/>
                      <a:pt x="16707" y="16820"/>
                      <a:pt x="18170" y="16820"/>
                    </a:cubicBezTo>
                    <a:cubicBezTo>
                      <a:pt x="18446" y="16820"/>
                      <a:pt x="18751" y="16747"/>
                      <a:pt x="19095" y="16579"/>
                    </a:cubicBezTo>
                    <a:cubicBezTo>
                      <a:pt x="20885" y="15738"/>
                      <a:pt x="22242" y="13921"/>
                      <a:pt x="22730" y="12022"/>
                    </a:cubicBezTo>
                    <a:cubicBezTo>
                      <a:pt x="23435" y="9201"/>
                      <a:pt x="22296" y="6109"/>
                      <a:pt x="20207" y="4048"/>
                    </a:cubicBezTo>
                    <a:cubicBezTo>
                      <a:pt x="18173" y="1987"/>
                      <a:pt x="15325" y="820"/>
                      <a:pt x="12450" y="359"/>
                    </a:cubicBezTo>
                    <a:cubicBezTo>
                      <a:pt x="10847" y="87"/>
                      <a:pt x="9228" y="0"/>
                      <a:pt x="76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58" name="Google Shape;854;p32">
                <a:extLst>
                  <a:ext uri="{FF2B5EF4-FFF2-40B4-BE49-F238E27FC236}">
                    <a16:creationId xmlns:a16="http://schemas.microsoft.com/office/drawing/2014/main" id="{F5075B2B-5C76-DD6C-9657-5F1967F3B4C9}"/>
                  </a:ext>
                </a:extLst>
              </p:cNvPr>
              <p:cNvSpPr/>
              <p:nvPr/>
            </p:nvSpPr>
            <p:spPr>
              <a:xfrm>
                <a:off x="7007550" y="1571950"/>
                <a:ext cx="502475" cy="340425"/>
              </a:xfrm>
              <a:custGeom>
                <a:avLst/>
                <a:gdLst/>
                <a:ahLst/>
                <a:cxnLst/>
                <a:rect l="l" t="t" r="r" b="b"/>
                <a:pathLst>
                  <a:path w="20099" h="13617" extrusionOk="0">
                    <a:moveTo>
                      <a:pt x="54" y="0"/>
                    </a:moveTo>
                    <a:cubicBezTo>
                      <a:pt x="27" y="109"/>
                      <a:pt x="0" y="163"/>
                      <a:pt x="0" y="272"/>
                    </a:cubicBezTo>
                    <a:cubicBezTo>
                      <a:pt x="2468" y="299"/>
                      <a:pt x="5045" y="434"/>
                      <a:pt x="7513" y="977"/>
                    </a:cubicBezTo>
                    <a:cubicBezTo>
                      <a:pt x="10768" y="1682"/>
                      <a:pt x="13481" y="2984"/>
                      <a:pt x="15515" y="4801"/>
                    </a:cubicBezTo>
                    <a:cubicBezTo>
                      <a:pt x="17983" y="7053"/>
                      <a:pt x="19556" y="10308"/>
                      <a:pt x="19855" y="13617"/>
                    </a:cubicBezTo>
                    <a:cubicBezTo>
                      <a:pt x="19963" y="13535"/>
                      <a:pt x="20018" y="13400"/>
                      <a:pt x="20099" y="13291"/>
                    </a:cubicBezTo>
                    <a:cubicBezTo>
                      <a:pt x="19719" y="10009"/>
                      <a:pt x="18173" y="6809"/>
                      <a:pt x="15678" y="4612"/>
                    </a:cubicBezTo>
                    <a:cubicBezTo>
                      <a:pt x="13616" y="2740"/>
                      <a:pt x="10877" y="1411"/>
                      <a:pt x="7541" y="706"/>
                    </a:cubicBezTo>
                    <a:cubicBezTo>
                      <a:pt x="5072" y="163"/>
                      <a:pt x="2523" y="28"/>
                      <a:pt x="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59" name="Google Shape;855;p32">
                <a:extLst>
                  <a:ext uri="{FF2B5EF4-FFF2-40B4-BE49-F238E27FC236}">
                    <a16:creationId xmlns:a16="http://schemas.microsoft.com/office/drawing/2014/main" id="{62C1E80D-292E-A856-183F-EAAAB41DFD12}"/>
                  </a:ext>
                </a:extLst>
              </p:cNvPr>
              <p:cNvSpPr/>
              <p:nvPr/>
            </p:nvSpPr>
            <p:spPr>
              <a:xfrm>
                <a:off x="6972275" y="1615350"/>
                <a:ext cx="526900" cy="309225"/>
              </a:xfrm>
              <a:custGeom>
                <a:avLst/>
                <a:gdLst/>
                <a:ahLst/>
                <a:cxnLst/>
                <a:rect l="l" t="t" r="r" b="b"/>
                <a:pathLst>
                  <a:path w="21076" h="12369" extrusionOk="0">
                    <a:moveTo>
                      <a:pt x="82" y="0"/>
                    </a:moveTo>
                    <a:cubicBezTo>
                      <a:pt x="1" y="109"/>
                      <a:pt x="1" y="190"/>
                      <a:pt x="1" y="272"/>
                    </a:cubicBezTo>
                    <a:cubicBezTo>
                      <a:pt x="3934" y="841"/>
                      <a:pt x="8653" y="1899"/>
                      <a:pt x="12830" y="4205"/>
                    </a:cubicBezTo>
                    <a:cubicBezTo>
                      <a:pt x="16492" y="6239"/>
                      <a:pt x="19313" y="9114"/>
                      <a:pt x="20859" y="12369"/>
                    </a:cubicBezTo>
                    <a:cubicBezTo>
                      <a:pt x="20940" y="12315"/>
                      <a:pt x="20995" y="12206"/>
                      <a:pt x="21076" y="12125"/>
                    </a:cubicBezTo>
                    <a:cubicBezTo>
                      <a:pt x="19476" y="8870"/>
                      <a:pt x="16655" y="5995"/>
                      <a:pt x="12966" y="3960"/>
                    </a:cubicBezTo>
                    <a:cubicBezTo>
                      <a:pt x="8762" y="1628"/>
                      <a:pt x="4015" y="597"/>
                      <a:pt x="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60" name="Google Shape;856;p32">
                <a:extLst>
                  <a:ext uri="{FF2B5EF4-FFF2-40B4-BE49-F238E27FC236}">
                    <a16:creationId xmlns:a16="http://schemas.microsoft.com/office/drawing/2014/main" id="{4687412A-56E6-CFD6-BEC1-009746A4CE02}"/>
                  </a:ext>
                </a:extLst>
              </p:cNvPr>
              <p:cNvSpPr/>
              <p:nvPr/>
            </p:nvSpPr>
            <p:spPr>
              <a:xfrm>
                <a:off x="6995325" y="1687225"/>
                <a:ext cx="478775" cy="258375"/>
              </a:xfrm>
              <a:custGeom>
                <a:avLst/>
                <a:gdLst/>
                <a:ahLst/>
                <a:cxnLst/>
                <a:rect l="l" t="t" r="r" b="b"/>
                <a:pathLst>
                  <a:path w="19151" h="10335" extrusionOk="0">
                    <a:moveTo>
                      <a:pt x="1" y="1"/>
                    </a:moveTo>
                    <a:lnTo>
                      <a:pt x="1" y="272"/>
                    </a:lnTo>
                    <a:cubicBezTo>
                      <a:pt x="4069" y="896"/>
                      <a:pt x="7541" y="1899"/>
                      <a:pt x="10579" y="3418"/>
                    </a:cubicBezTo>
                    <a:cubicBezTo>
                      <a:pt x="14078" y="5154"/>
                      <a:pt x="16872" y="7541"/>
                      <a:pt x="18906" y="10335"/>
                    </a:cubicBezTo>
                    <a:cubicBezTo>
                      <a:pt x="18988" y="10280"/>
                      <a:pt x="19096" y="10226"/>
                      <a:pt x="19150" y="10172"/>
                    </a:cubicBezTo>
                    <a:cubicBezTo>
                      <a:pt x="17116" y="7324"/>
                      <a:pt x="14241" y="4937"/>
                      <a:pt x="10715" y="3201"/>
                    </a:cubicBezTo>
                    <a:cubicBezTo>
                      <a:pt x="7623" y="1655"/>
                      <a:pt x="4097" y="624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61" name="Google Shape;857;p32">
                <a:extLst>
                  <a:ext uri="{FF2B5EF4-FFF2-40B4-BE49-F238E27FC236}">
                    <a16:creationId xmlns:a16="http://schemas.microsoft.com/office/drawing/2014/main" id="{0025594D-7AF9-6CAB-218F-BA8EF4F3DDBD}"/>
                  </a:ext>
                </a:extLst>
              </p:cNvPr>
              <p:cNvSpPr/>
              <p:nvPr/>
            </p:nvSpPr>
            <p:spPr>
              <a:xfrm>
                <a:off x="7001425" y="1827325"/>
                <a:ext cx="554050" cy="444750"/>
              </a:xfrm>
              <a:custGeom>
                <a:avLst/>
                <a:gdLst/>
                <a:ahLst/>
                <a:cxnLst/>
                <a:rect l="l" t="t" r="r" b="b"/>
                <a:pathLst>
                  <a:path w="22162" h="17790" extrusionOk="0">
                    <a:moveTo>
                      <a:pt x="21526" y="1"/>
                    </a:moveTo>
                    <a:cubicBezTo>
                      <a:pt x="21380" y="1"/>
                      <a:pt x="21197" y="113"/>
                      <a:pt x="20968" y="391"/>
                    </a:cubicBezTo>
                    <a:cubicBezTo>
                      <a:pt x="19774" y="1937"/>
                      <a:pt x="18472" y="3103"/>
                      <a:pt x="16574" y="3754"/>
                    </a:cubicBezTo>
                    <a:cubicBezTo>
                      <a:pt x="15234" y="4230"/>
                      <a:pt x="13803" y="4420"/>
                      <a:pt x="12370" y="4420"/>
                    </a:cubicBezTo>
                    <a:cubicBezTo>
                      <a:pt x="11597" y="4420"/>
                      <a:pt x="10824" y="4365"/>
                      <a:pt x="10064" y="4270"/>
                    </a:cubicBezTo>
                    <a:cubicBezTo>
                      <a:pt x="9359" y="4182"/>
                      <a:pt x="8655" y="4058"/>
                      <a:pt x="7950" y="4058"/>
                    </a:cubicBezTo>
                    <a:cubicBezTo>
                      <a:pt x="7787" y="4058"/>
                      <a:pt x="7624" y="4064"/>
                      <a:pt x="7460" y="4080"/>
                    </a:cubicBezTo>
                    <a:cubicBezTo>
                      <a:pt x="6565" y="4188"/>
                      <a:pt x="5697" y="4595"/>
                      <a:pt x="5263" y="5355"/>
                    </a:cubicBezTo>
                    <a:cubicBezTo>
                      <a:pt x="4802" y="6087"/>
                      <a:pt x="5019" y="7253"/>
                      <a:pt x="5833" y="7606"/>
                    </a:cubicBezTo>
                    <a:cubicBezTo>
                      <a:pt x="5046" y="7714"/>
                      <a:pt x="4259" y="7850"/>
                      <a:pt x="3554" y="8148"/>
                    </a:cubicBezTo>
                    <a:cubicBezTo>
                      <a:pt x="2849" y="8474"/>
                      <a:pt x="2171" y="9016"/>
                      <a:pt x="1900" y="9721"/>
                    </a:cubicBezTo>
                    <a:cubicBezTo>
                      <a:pt x="1574" y="10427"/>
                      <a:pt x="1764" y="11376"/>
                      <a:pt x="2361" y="11864"/>
                    </a:cubicBezTo>
                    <a:cubicBezTo>
                      <a:pt x="1276" y="12135"/>
                      <a:pt x="408" y="13085"/>
                      <a:pt x="191" y="14170"/>
                    </a:cubicBezTo>
                    <a:cubicBezTo>
                      <a:pt x="1" y="15255"/>
                      <a:pt x="462" y="16475"/>
                      <a:pt x="1384" y="17099"/>
                    </a:cubicBezTo>
                    <a:cubicBezTo>
                      <a:pt x="2116" y="17622"/>
                      <a:pt x="3041" y="17790"/>
                      <a:pt x="3973" y="17790"/>
                    </a:cubicBezTo>
                    <a:cubicBezTo>
                      <a:pt x="4250" y="17790"/>
                      <a:pt x="4528" y="17775"/>
                      <a:pt x="4802" y="17750"/>
                    </a:cubicBezTo>
                    <a:cubicBezTo>
                      <a:pt x="8599" y="17479"/>
                      <a:pt x="12342" y="16014"/>
                      <a:pt x="15326" y="13654"/>
                    </a:cubicBezTo>
                    <a:cubicBezTo>
                      <a:pt x="18310" y="11268"/>
                      <a:pt x="20561" y="7958"/>
                      <a:pt x="21700" y="4324"/>
                    </a:cubicBezTo>
                    <a:cubicBezTo>
                      <a:pt x="21971" y="3456"/>
                      <a:pt x="22161" y="2452"/>
                      <a:pt x="22107" y="1557"/>
                    </a:cubicBezTo>
                    <a:cubicBezTo>
                      <a:pt x="22067" y="952"/>
                      <a:pt x="21951" y="1"/>
                      <a:pt x="2152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62" name="Google Shape;858;p32">
                <a:extLst>
                  <a:ext uri="{FF2B5EF4-FFF2-40B4-BE49-F238E27FC236}">
                    <a16:creationId xmlns:a16="http://schemas.microsoft.com/office/drawing/2014/main" id="{70621F68-2424-B1F7-E39C-3909969E3EDE}"/>
                  </a:ext>
                </a:extLst>
              </p:cNvPr>
              <p:cNvSpPr/>
              <p:nvPr/>
            </p:nvSpPr>
            <p:spPr>
              <a:xfrm>
                <a:off x="7046200" y="1839800"/>
                <a:ext cx="505875" cy="244750"/>
              </a:xfrm>
              <a:custGeom>
                <a:avLst/>
                <a:gdLst/>
                <a:ahLst/>
                <a:cxnLst/>
                <a:rect l="l" t="t" r="r" b="b"/>
                <a:pathLst>
                  <a:path w="20235" h="9790" extrusionOk="0">
                    <a:moveTo>
                      <a:pt x="20153" y="0"/>
                    </a:moveTo>
                    <a:cubicBezTo>
                      <a:pt x="18472" y="3011"/>
                      <a:pt x="15705" y="5262"/>
                      <a:pt x="12613" y="5968"/>
                    </a:cubicBezTo>
                    <a:cubicBezTo>
                      <a:pt x="11784" y="6149"/>
                      <a:pt x="10947" y="6226"/>
                      <a:pt x="10110" y="6226"/>
                    </a:cubicBezTo>
                    <a:cubicBezTo>
                      <a:pt x="7824" y="6226"/>
                      <a:pt x="5535" y="5656"/>
                      <a:pt x="3391" y="5100"/>
                    </a:cubicBezTo>
                    <a:cubicBezTo>
                      <a:pt x="3364" y="5181"/>
                      <a:pt x="3309" y="5262"/>
                      <a:pt x="3309" y="5371"/>
                    </a:cubicBezTo>
                    <a:cubicBezTo>
                      <a:pt x="5444" y="5958"/>
                      <a:pt x="7734" y="6518"/>
                      <a:pt x="10027" y="6518"/>
                    </a:cubicBezTo>
                    <a:cubicBezTo>
                      <a:pt x="10910" y="6518"/>
                      <a:pt x="11793" y="6435"/>
                      <a:pt x="12667" y="6239"/>
                    </a:cubicBezTo>
                    <a:cubicBezTo>
                      <a:pt x="15569" y="5588"/>
                      <a:pt x="18200" y="3635"/>
                      <a:pt x="19936" y="923"/>
                    </a:cubicBezTo>
                    <a:lnTo>
                      <a:pt x="19936" y="923"/>
                    </a:lnTo>
                    <a:cubicBezTo>
                      <a:pt x="18987" y="3092"/>
                      <a:pt x="17739" y="4856"/>
                      <a:pt x="16274" y="6103"/>
                    </a:cubicBezTo>
                    <a:cubicBezTo>
                      <a:pt x="14213" y="7893"/>
                      <a:pt x="11284" y="9060"/>
                      <a:pt x="7866" y="9385"/>
                    </a:cubicBezTo>
                    <a:cubicBezTo>
                      <a:pt x="6935" y="9483"/>
                      <a:pt x="5992" y="9525"/>
                      <a:pt x="5050" y="9525"/>
                    </a:cubicBezTo>
                    <a:cubicBezTo>
                      <a:pt x="3385" y="9525"/>
                      <a:pt x="1719" y="9396"/>
                      <a:pt x="109" y="9222"/>
                    </a:cubicBezTo>
                    <a:cubicBezTo>
                      <a:pt x="82" y="9331"/>
                      <a:pt x="27" y="9385"/>
                      <a:pt x="0" y="9494"/>
                    </a:cubicBezTo>
                    <a:cubicBezTo>
                      <a:pt x="1700" y="9653"/>
                      <a:pt x="3422" y="9789"/>
                      <a:pt x="5145" y="9789"/>
                    </a:cubicBezTo>
                    <a:cubicBezTo>
                      <a:pt x="6062" y="9789"/>
                      <a:pt x="6979" y="9751"/>
                      <a:pt x="7893" y="9656"/>
                    </a:cubicBezTo>
                    <a:cubicBezTo>
                      <a:pt x="11365" y="9304"/>
                      <a:pt x="14349" y="8137"/>
                      <a:pt x="16437" y="6320"/>
                    </a:cubicBezTo>
                    <a:cubicBezTo>
                      <a:pt x="17197" y="5669"/>
                      <a:pt x="17821" y="4910"/>
                      <a:pt x="18444" y="4069"/>
                    </a:cubicBezTo>
                    <a:cubicBezTo>
                      <a:pt x="19123" y="2984"/>
                      <a:pt x="19746" y="1845"/>
                      <a:pt x="20235" y="651"/>
                    </a:cubicBezTo>
                    <a:cubicBezTo>
                      <a:pt x="20235" y="434"/>
                      <a:pt x="20207" y="217"/>
                      <a:pt x="201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63" name="Google Shape;859;p32">
                <a:extLst>
                  <a:ext uri="{FF2B5EF4-FFF2-40B4-BE49-F238E27FC236}">
                    <a16:creationId xmlns:a16="http://schemas.microsoft.com/office/drawing/2014/main" id="{A9E1D547-8624-1CBB-0DB3-1C0A3CFA411A}"/>
                  </a:ext>
                </a:extLst>
              </p:cNvPr>
              <p:cNvSpPr/>
              <p:nvPr/>
            </p:nvSpPr>
            <p:spPr>
              <a:xfrm>
                <a:off x="7004150" y="1860150"/>
                <a:ext cx="549275" cy="33995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13598" extrusionOk="0">
                    <a:moveTo>
                      <a:pt x="21971" y="0"/>
                    </a:moveTo>
                    <a:cubicBezTo>
                      <a:pt x="21455" y="1221"/>
                      <a:pt x="20832" y="2333"/>
                      <a:pt x="20126" y="3282"/>
                    </a:cubicBezTo>
                    <a:cubicBezTo>
                      <a:pt x="18390" y="6049"/>
                      <a:pt x="16193" y="8381"/>
                      <a:pt x="13644" y="10063"/>
                    </a:cubicBezTo>
                    <a:cubicBezTo>
                      <a:pt x="10490" y="12193"/>
                      <a:pt x="6790" y="13327"/>
                      <a:pt x="3199" y="13327"/>
                    </a:cubicBezTo>
                    <a:cubicBezTo>
                      <a:pt x="2126" y="13327"/>
                      <a:pt x="1063" y="13225"/>
                      <a:pt x="28" y="13019"/>
                    </a:cubicBezTo>
                    <a:cubicBezTo>
                      <a:pt x="28" y="13128"/>
                      <a:pt x="0" y="13236"/>
                      <a:pt x="0" y="13291"/>
                    </a:cubicBezTo>
                    <a:cubicBezTo>
                      <a:pt x="1059" y="13496"/>
                      <a:pt x="2143" y="13597"/>
                      <a:pt x="3233" y="13597"/>
                    </a:cubicBezTo>
                    <a:cubicBezTo>
                      <a:pt x="6892" y="13597"/>
                      <a:pt x="10637" y="12459"/>
                      <a:pt x="13834" y="10307"/>
                    </a:cubicBezTo>
                    <a:cubicBezTo>
                      <a:pt x="17251" y="8002"/>
                      <a:pt x="20099" y="4584"/>
                      <a:pt x="21971" y="488"/>
                    </a:cubicBezTo>
                    <a:lnTo>
                      <a:pt x="21971" y="244"/>
                    </a:lnTo>
                    <a:lnTo>
                      <a:pt x="2197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64" name="Google Shape;860;p32">
                <a:extLst>
                  <a:ext uri="{FF2B5EF4-FFF2-40B4-BE49-F238E27FC236}">
                    <a16:creationId xmlns:a16="http://schemas.microsoft.com/office/drawing/2014/main" id="{BEC010D0-C574-10DF-6C14-EE70E74FB027}"/>
                  </a:ext>
                </a:extLst>
              </p:cNvPr>
              <p:cNvSpPr/>
              <p:nvPr/>
            </p:nvSpPr>
            <p:spPr>
              <a:xfrm>
                <a:off x="7001425" y="1929575"/>
                <a:ext cx="217700" cy="342875"/>
              </a:xfrm>
              <a:custGeom>
                <a:avLst/>
                <a:gdLst/>
                <a:ahLst/>
                <a:cxnLst/>
                <a:rect l="l" t="t" r="r" b="b"/>
                <a:pathLst>
                  <a:path w="8708" h="13715" extrusionOk="0">
                    <a:moveTo>
                      <a:pt x="7960" y="1"/>
                    </a:moveTo>
                    <a:cubicBezTo>
                      <a:pt x="7796" y="1"/>
                      <a:pt x="7630" y="12"/>
                      <a:pt x="7460" y="44"/>
                    </a:cubicBezTo>
                    <a:cubicBezTo>
                      <a:pt x="6565" y="152"/>
                      <a:pt x="5697" y="559"/>
                      <a:pt x="5263" y="1292"/>
                    </a:cubicBezTo>
                    <a:cubicBezTo>
                      <a:pt x="4802" y="2024"/>
                      <a:pt x="5019" y="3190"/>
                      <a:pt x="5833" y="3570"/>
                    </a:cubicBezTo>
                    <a:cubicBezTo>
                      <a:pt x="5046" y="3679"/>
                      <a:pt x="4259" y="3787"/>
                      <a:pt x="3554" y="4113"/>
                    </a:cubicBezTo>
                    <a:cubicBezTo>
                      <a:pt x="2849" y="4411"/>
                      <a:pt x="2171" y="4953"/>
                      <a:pt x="1900" y="5659"/>
                    </a:cubicBezTo>
                    <a:cubicBezTo>
                      <a:pt x="1601" y="6364"/>
                      <a:pt x="1764" y="7313"/>
                      <a:pt x="2361" y="7801"/>
                    </a:cubicBezTo>
                    <a:cubicBezTo>
                      <a:pt x="1276" y="8073"/>
                      <a:pt x="408" y="9022"/>
                      <a:pt x="191" y="10107"/>
                    </a:cubicBezTo>
                    <a:cubicBezTo>
                      <a:pt x="1" y="11192"/>
                      <a:pt x="462" y="12412"/>
                      <a:pt x="1384" y="13063"/>
                    </a:cubicBezTo>
                    <a:cubicBezTo>
                      <a:pt x="1927" y="13443"/>
                      <a:pt x="2551" y="13633"/>
                      <a:pt x="3229" y="13714"/>
                    </a:cubicBezTo>
                    <a:cubicBezTo>
                      <a:pt x="2686" y="12792"/>
                      <a:pt x="2442" y="11680"/>
                      <a:pt x="2632" y="10622"/>
                    </a:cubicBezTo>
                    <a:cubicBezTo>
                      <a:pt x="2876" y="9564"/>
                      <a:pt x="3636" y="8615"/>
                      <a:pt x="4639" y="8290"/>
                    </a:cubicBezTo>
                    <a:cubicBezTo>
                      <a:pt x="3961" y="7639"/>
                      <a:pt x="3798" y="6662"/>
                      <a:pt x="4097" y="5848"/>
                    </a:cubicBezTo>
                    <a:cubicBezTo>
                      <a:pt x="4395" y="5035"/>
                      <a:pt x="5127" y="4411"/>
                      <a:pt x="5941" y="4113"/>
                    </a:cubicBezTo>
                    <a:cubicBezTo>
                      <a:pt x="6438" y="3930"/>
                      <a:pt x="6956" y="3839"/>
                      <a:pt x="7488" y="3839"/>
                    </a:cubicBezTo>
                    <a:cubicBezTo>
                      <a:pt x="7826" y="3839"/>
                      <a:pt x="8170" y="3876"/>
                      <a:pt x="8518" y="3950"/>
                    </a:cubicBezTo>
                    <a:cubicBezTo>
                      <a:pt x="8111" y="3706"/>
                      <a:pt x="7650" y="3462"/>
                      <a:pt x="7324" y="3082"/>
                    </a:cubicBezTo>
                    <a:cubicBezTo>
                      <a:pt x="6972" y="2729"/>
                      <a:pt x="6782" y="2241"/>
                      <a:pt x="6890" y="1780"/>
                    </a:cubicBezTo>
                    <a:cubicBezTo>
                      <a:pt x="6972" y="1265"/>
                      <a:pt x="7433" y="885"/>
                      <a:pt x="7867" y="586"/>
                    </a:cubicBezTo>
                    <a:cubicBezTo>
                      <a:pt x="8138" y="369"/>
                      <a:pt x="8437" y="207"/>
                      <a:pt x="8708" y="44"/>
                    </a:cubicBezTo>
                    <a:cubicBezTo>
                      <a:pt x="8461" y="27"/>
                      <a:pt x="8213" y="1"/>
                      <a:pt x="7960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65" name="Google Shape;861;p32">
                <a:extLst>
                  <a:ext uri="{FF2B5EF4-FFF2-40B4-BE49-F238E27FC236}">
                    <a16:creationId xmlns:a16="http://schemas.microsoft.com/office/drawing/2014/main" id="{0211DE53-11C9-7DBD-02BD-BB40EF5976F9}"/>
                  </a:ext>
                </a:extLst>
              </p:cNvPr>
              <p:cNvSpPr/>
              <p:nvPr/>
            </p:nvSpPr>
            <p:spPr>
              <a:xfrm>
                <a:off x="7083475" y="1672975"/>
                <a:ext cx="54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" extrusionOk="0">
                    <a:moveTo>
                      <a:pt x="1" y="1"/>
                    </a:moveTo>
                    <a:lnTo>
                      <a:pt x="21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66" name="Google Shape;862;p32">
                <a:extLst>
                  <a:ext uri="{FF2B5EF4-FFF2-40B4-BE49-F238E27FC236}">
                    <a16:creationId xmlns:a16="http://schemas.microsoft.com/office/drawing/2014/main" id="{A409A41B-A092-AEBA-FEF6-98446A63F0CD}"/>
                  </a:ext>
                </a:extLst>
              </p:cNvPr>
              <p:cNvSpPr/>
              <p:nvPr/>
            </p:nvSpPr>
            <p:spPr>
              <a:xfrm>
                <a:off x="6970250" y="1545500"/>
                <a:ext cx="148525" cy="221775"/>
              </a:xfrm>
              <a:custGeom>
                <a:avLst/>
                <a:gdLst/>
                <a:ahLst/>
                <a:cxnLst/>
                <a:rect l="l" t="t" r="r" b="b"/>
                <a:pathLst>
                  <a:path w="5941" h="8871" extrusionOk="0">
                    <a:moveTo>
                      <a:pt x="4476" y="1"/>
                    </a:moveTo>
                    <a:cubicBezTo>
                      <a:pt x="4232" y="1"/>
                      <a:pt x="3960" y="55"/>
                      <a:pt x="3716" y="55"/>
                    </a:cubicBezTo>
                    <a:cubicBezTo>
                      <a:pt x="3065" y="82"/>
                      <a:pt x="2360" y="109"/>
                      <a:pt x="1872" y="516"/>
                    </a:cubicBezTo>
                    <a:cubicBezTo>
                      <a:pt x="1384" y="923"/>
                      <a:pt x="1275" y="1845"/>
                      <a:pt x="1818" y="2171"/>
                    </a:cubicBezTo>
                    <a:cubicBezTo>
                      <a:pt x="1638" y="2068"/>
                      <a:pt x="1423" y="2014"/>
                      <a:pt x="1205" y="2014"/>
                    </a:cubicBezTo>
                    <a:cubicBezTo>
                      <a:pt x="962" y="2014"/>
                      <a:pt x="716" y="2082"/>
                      <a:pt x="516" y="2225"/>
                    </a:cubicBezTo>
                    <a:cubicBezTo>
                      <a:pt x="163" y="2496"/>
                      <a:pt x="0" y="2984"/>
                      <a:pt x="109" y="3445"/>
                    </a:cubicBezTo>
                    <a:cubicBezTo>
                      <a:pt x="353" y="4205"/>
                      <a:pt x="1302" y="4530"/>
                      <a:pt x="2116" y="4666"/>
                    </a:cubicBezTo>
                    <a:cubicBezTo>
                      <a:pt x="2088" y="4663"/>
                      <a:pt x="2061" y="4662"/>
                      <a:pt x="2033" y="4662"/>
                    </a:cubicBezTo>
                    <a:cubicBezTo>
                      <a:pt x="1525" y="4662"/>
                      <a:pt x="1081" y="5128"/>
                      <a:pt x="1004" y="5642"/>
                    </a:cubicBezTo>
                    <a:cubicBezTo>
                      <a:pt x="923" y="6185"/>
                      <a:pt x="1194" y="6727"/>
                      <a:pt x="1601" y="7107"/>
                    </a:cubicBezTo>
                    <a:cubicBezTo>
                      <a:pt x="2035" y="7460"/>
                      <a:pt x="2523" y="7704"/>
                      <a:pt x="3038" y="7921"/>
                    </a:cubicBezTo>
                    <a:cubicBezTo>
                      <a:pt x="3988" y="8273"/>
                      <a:pt x="4964" y="8599"/>
                      <a:pt x="5940" y="8870"/>
                    </a:cubicBezTo>
                    <a:cubicBezTo>
                      <a:pt x="5425" y="8355"/>
                      <a:pt x="4937" y="7812"/>
                      <a:pt x="4449" y="7243"/>
                    </a:cubicBezTo>
                    <a:cubicBezTo>
                      <a:pt x="4150" y="6863"/>
                      <a:pt x="3879" y="6456"/>
                      <a:pt x="3879" y="5968"/>
                    </a:cubicBezTo>
                    <a:cubicBezTo>
                      <a:pt x="3879" y="5561"/>
                      <a:pt x="4177" y="5154"/>
                      <a:pt x="4557" y="5100"/>
                    </a:cubicBezTo>
                    <a:cubicBezTo>
                      <a:pt x="3988" y="5019"/>
                      <a:pt x="3499" y="4449"/>
                      <a:pt x="3581" y="3906"/>
                    </a:cubicBezTo>
                    <a:cubicBezTo>
                      <a:pt x="3627" y="3345"/>
                      <a:pt x="4200" y="2924"/>
                      <a:pt x="4774" y="2924"/>
                    </a:cubicBezTo>
                    <a:cubicBezTo>
                      <a:pt x="4865" y="2924"/>
                      <a:pt x="4956" y="2935"/>
                      <a:pt x="5045" y="2957"/>
                    </a:cubicBezTo>
                    <a:cubicBezTo>
                      <a:pt x="4530" y="2577"/>
                      <a:pt x="4313" y="1981"/>
                      <a:pt x="4286" y="1357"/>
                    </a:cubicBezTo>
                    <a:cubicBezTo>
                      <a:pt x="4232" y="896"/>
                      <a:pt x="4340" y="407"/>
                      <a:pt x="4476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67" name="Google Shape;863;p32">
                <a:extLst>
                  <a:ext uri="{FF2B5EF4-FFF2-40B4-BE49-F238E27FC236}">
                    <a16:creationId xmlns:a16="http://schemas.microsoft.com/office/drawing/2014/main" id="{8267A91F-4639-E040-2132-6C24A82865DC}"/>
                  </a:ext>
                </a:extLst>
              </p:cNvPr>
              <p:cNvSpPr/>
              <p:nvPr/>
            </p:nvSpPr>
            <p:spPr>
              <a:xfrm>
                <a:off x="7144525" y="2123250"/>
                <a:ext cx="172925" cy="101925"/>
              </a:xfrm>
              <a:custGeom>
                <a:avLst/>
                <a:gdLst/>
                <a:ahLst/>
                <a:cxnLst/>
                <a:rect l="l" t="t" r="r" b="b"/>
                <a:pathLst>
                  <a:path w="6917" h="4077" extrusionOk="0">
                    <a:moveTo>
                      <a:pt x="5235" y="0"/>
                    </a:moveTo>
                    <a:cubicBezTo>
                      <a:pt x="3770" y="0"/>
                      <a:pt x="2306" y="380"/>
                      <a:pt x="1112" y="1221"/>
                    </a:cubicBezTo>
                    <a:cubicBezTo>
                      <a:pt x="543" y="1600"/>
                      <a:pt x="0" y="2116"/>
                      <a:pt x="0" y="2875"/>
                    </a:cubicBezTo>
                    <a:cubicBezTo>
                      <a:pt x="0" y="3391"/>
                      <a:pt x="136" y="3716"/>
                      <a:pt x="651" y="3879"/>
                    </a:cubicBezTo>
                    <a:cubicBezTo>
                      <a:pt x="1056" y="4017"/>
                      <a:pt x="1489" y="4077"/>
                      <a:pt x="1928" y="4077"/>
                    </a:cubicBezTo>
                    <a:cubicBezTo>
                      <a:pt x="2785" y="4077"/>
                      <a:pt x="3668" y="3849"/>
                      <a:pt x="4421" y="3526"/>
                    </a:cubicBezTo>
                    <a:cubicBezTo>
                      <a:pt x="5045" y="3255"/>
                      <a:pt x="5669" y="2794"/>
                      <a:pt x="6184" y="2224"/>
                    </a:cubicBezTo>
                    <a:cubicBezTo>
                      <a:pt x="6591" y="1763"/>
                      <a:pt x="6917" y="1058"/>
                      <a:pt x="6618" y="543"/>
                    </a:cubicBezTo>
                    <a:cubicBezTo>
                      <a:pt x="6347" y="81"/>
                      <a:pt x="5778" y="0"/>
                      <a:pt x="5235" y="0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68" name="Google Shape;864;p32">
                <a:extLst>
                  <a:ext uri="{FF2B5EF4-FFF2-40B4-BE49-F238E27FC236}">
                    <a16:creationId xmlns:a16="http://schemas.microsoft.com/office/drawing/2014/main" id="{7B23D477-24D9-168E-73F9-C6DE67890B12}"/>
                  </a:ext>
                </a:extLst>
              </p:cNvPr>
              <p:cNvSpPr/>
              <p:nvPr/>
            </p:nvSpPr>
            <p:spPr>
              <a:xfrm>
                <a:off x="7208925" y="1563800"/>
                <a:ext cx="221100" cy="93625"/>
              </a:xfrm>
              <a:custGeom>
                <a:avLst/>
                <a:gdLst/>
                <a:ahLst/>
                <a:cxnLst/>
                <a:rect l="l" t="t" r="r" b="b"/>
                <a:pathLst>
                  <a:path w="8844" h="3745" fill="none" extrusionOk="0">
                    <a:moveTo>
                      <a:pt x="1" y="1"/>
                    </a:moveTo>
                    <a:cubicBezTo>
                      <a:pt x="3283" y="55"/>
                      <a:pt x="6538" y="1439"/>
                      <a:pt x="8843" y="3744"/>
                    </a:cubicBezTo>
                  </a:path>
                </a:pathLst>
              </a:custGeom>
              <a:solidFill>
                <a:schemeClr val="lt1"/>
              </a:solidFill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69" name="Google Shape;865;p32">
                <a:extLst>
                  <a:ext uri="{FF2B5EF4-FFF2-40B4-BE49-F238E27FC236}">
                    <a16:creationId xmlns:a16="http://schemas.microsoft.com/office/drawing/2014/main" id="{D509BBAC-DA6B-7C3F-015E-D3FD8D628D14}"/>
                  </a:ext>
                </a:extLst>
              </p:cNvPr>
              <p:cNvSpPr/>
              <p:nvPr/>
            </p:nvSpPr>
            <p:spPr>
              <a:xfrm>
                <a:off x="7469325" y="1685875"/>
                <a:ext cx="18325" cy="33925"/>
              </a:xfrm>
              <a:custGeom>
                <a:avLst/>
                <a:gdLst/>
                <a:ahLst/>
                <a:cxnLst/>
                <a:rect l="l" t="t" r="r" b="b"/>
                <a:pathLst>
                  <a:path w="733" h="1357" fill="none" extrusionOk="0">
                    <a:moveTo>
                      <a:pt x="0" y="0"/>
                    </a:moveTo>
                    <a:cubicBezTo>
                      <a:pt x="245" y="434"/>
                      <a:pt x="516" y="895"/>
                      <a:pt x="733" y="1356"/>
                    </a:cubicBezTo>
                  </a:path>
                </a:pathLst>
              </a:custGeom>
              <a:noFill/>
              <a:ln w="8125" cap="rnd" cmpd="sng">
                <a:solidFill>
                  <a:srgbClr val="21300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73" name="Google Shape;866;p32">
                <a:extLst>
                  <a:ext uri="{FF2B5EF4-FFF2-40B4-BE49-F238E27FC236}">
                    <a16:creationId xmlns:a16="http://schemas.microsoft.com/office/drawing/2014/main" id="{A9FA7795-B3D0-7770-A761-D303CB2BD6A7}"/>
                  </a:ext>
                </a:extLst>
              </p:cNvPr>
              <p:cNvSpPr/>
              <p:nvPr/>
            </p:nvSpPr>
            <p:spPr>
              <a:xfrm>
                <a:off x="7425250" y="2010000"/>
                <a:ext cx="68500" cy="87500"/>
              </a:xfrm>
              <a:custGeom>
                <a:avLst/>
                <a:gdLst/>
                <a:ahLst/>
                <a:cxnLst/>
                <a:rect l="l" t="t" r="r" b="b"/>
                <a:pathLst>
                  <a:path w="2740" h="3500" fill="none" extrusionOk="0">
                    <a:moveTo>
                      <a:pt x="0" y="3499"/>
                    </a:moveTo>
                    <a:cubicBezTo>
                      <a:pt x="1221" y="2659"/>
                      <a:pt x="2197" y="1411"/>
                      <a:pt x="2740" y="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74" name="Google Shape;867;p32">
                <a:extLst>
                  <a:ext uri="{FF2B5EF4-FFF2-40B4-BE49-F238E27FC236}">
                    <a16:creationId xmlns:a16="http://schemas.microsoft.com/office/drawing/2014/main" id="{3AFA4A5D-E34E-65E2-85CC-96CFACF23CD5}"/>
                  </a:ext>
                </a:extLst>
              </p:cNvPr>
              <p:cNvSpPr/>
              <p:nvPr/>
            </p:nvSpPr>
            <p:spPr>
              <a:xfrm>
                <a:off x="7144525" y="676650"/>
                <a:ext cx="929000" cy="889225"/>
              </a:xfrm>
              <a:custGeom>
                <a:avLst/>
                <a:gdLst/>
                <a:ahLst/>
                <a:cxnLst/>
                <a:rect l="l" t="t" r="r" b="b"/>
                <a:pathLst>
                  <a:path w="37160" h="35569" extrusionOk="0">
                    <a:moveTo>
                      <a:pt x="27212" y="0"/>
                    </a:moveTo>
                    <a:cubicBezTo>
                      <a:pt x="26438" y="0"/>
                      <a:pt x="25709" y="469"/>
                      <a:pt x="25307" y="1148"/>
                    </a:cubicBezTo>
                    <a:cubicBezTo>
                      <a:pt x="23734" y="3915"/>
                      <a:pt x="19611" y="10967"/>
                      <a:pt x="16139" y="15334"/>
                    </a:cubicBezTo>
                    <a:cubicBezTo>
                      <a:pt x="10443" y="22549"/>
                      <a:pt x="0" y="33534"/>
                      <a:pt x="0" y="33534"/>
                    </a:cubicBezTo>
                    <a:lnTo>
                      <a:pt x="5235" y="35568"/>
                    </a:lnTo>
                    <a:cubicBezTo>
                      <a:pt x="5235" y="35568"/>
                      <a:pt x="13151" y="32719"/>
                      <a:pt x="13810" y="32719"/>
                    </a:cubicBezTo>
                    <a:cubicBezTo>
                      <a:pt x="13819" y="32719"/>
                      <a:pt x="13827" y="32719"/>
                      <a:pt x="13833" y="32720"/>
                    </a:cubicBezTo>
                    <a:cubicBezTo>
                      <a:pt x="13835" y="32721"/>
                      <a:pt x="13838" y="32721"/>
                      <a:pt x="13840" y="32721"/>
                    </a:cubicBezTo>
                    <a:cubicBezTo>
                      <a:pt x="14461" y="32721"/>
                      <a:pt x="24981" y="22739"/>
                      <a:pt x="24981" y="22739"/>
                    </a:cubicBezTo>
                    <a:lnTo>
                      <a:pt x="37160" y="2640"/>
                    </a:lnTo>
                    <a:cubicBezTo>
                      <a:pt x="32413" y="606"/>
                      <a:pt x="29131" y="118"/>
                      <a:pt x="27395" y="9"/>
                    </a:cubicBezTo>
                    <a:cubicBezTo>
                      <a:pt x="27334" y="3"/>
                      <a:pt x="27273" y="0"/>
                      <a:pt x="272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75" name="Google Shape;868;p32">
                <a:extLst>
                  <a:ext uri="{FF2B5EF4-FFF2-40B4-BE49-F238E27FC236}">
                    <a16:creationId xmlns:a16="http://schemas.microsoft.com/office/drawing/2014/main" id="{717D9B94-9261-1AF3-82C8-3E5FAD152EE5}"/>
                  </a:ext>
                </a:extLst>
              </p:cNvPr>
              <p:cNvSpPr/>
              <p:nvPr/>
            </p:nvSpPr>
            <p:spPr>
              <a:xfrm>
                <a:off x="7275400" y="742650"/>
                <a:ext cx="1410450" cy="1421975"/>
              </a:xfrm>
              <a:custGeom>
                <a:avLst/>
                <a:gdLst/>
                <a:ahLst/>
                <a:cxnLst/>
                <a:rect l="l" t="t" r="r" b="b"/>
                <a:pathLst>
                  <a:path w="56418" h="56879" extrusionOk="0">
                    <a:moveTo>
                      <a:pt x="31952" y="0"/>
                    </a:moveTo>
                    <a:cubicBezTo>
                      <a:pt x="31952" y="0"/>
                      <a:pt x="22052" y="12233"/>
                      <a:pt x="16139" y="18254"/>
                    </a:cubicBezTo>
                    <a:cubicBezTo>
                      <a:pt x="9439" y="25035"/>
                      <a:pt x="3282" y="30324"/>
                      <a:pt x="0" y="32928"/>
                    </a:cubicBezTo>
                    <a:cubicBezTo>
                      <a:pt x="8625" y="40442"/>
                      <a:pt x="17386" y="51644"/>
                      <a:pt x="21455" y="56879"/>
                    </a:cubicBezTo>
                    <a:cubicBezTo>
                      <a:pt x="24764" y="54492"/>
                      <a:pt x="34339" y="47331"/>
                      <a:pt x="40442" y="42178"/>
                    </a:cubicBezTo>
                    <a:cubicBezTo>
                      <a:pt x="47331" y="36346"/>
                      <a:pt x="52512" y="31599"/>
                      <a:pt x="55143" y="29158"/>
                    </a:cubicBezTo>
                    <a:cubicBezTo>
                      <a:pt x="56228" y="28155"/>
                      <a:pt x="56418" y="26446"/>
                      <a:pt x="55523" y="25279"/>
                    </a:cubicBezTo>
                    <a:cubicBezTo>
                      <a:pt x="48715" y="15949"/>
                      <a:pt x="40849" y="7540"/>
                      <a:pt x="319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76" name="Google Shape;869;p32">
                <a:extLst>
                  <a:ext uri="{FF2B5EF4-FFF2-40B4-BE49-F238E27FC236}">
                    <a16:creationId xmlns:a16="http://schemas.microsoft.com/office/drawing/2014/main" id="{2FE169BF-68C8-BE68-FE3F-DFDEB5C8F814}"/>
                  </a:ext>
                </a:extLst>
              </p:cNvPr>
              <p:cNvSpPr/>
              <p:nvPr/>
            </p:nvSpPr>
            <p:spPr>
              <a:xfrm>
                <a:off x="7731075" y="1284800"/>
                <a:ext cx="459775" cy="433575"/>
              </a:xfrm>
              <a:custGeom>
                <a:avLst/>
                <a:gdLst/>
                <a:ahLst/>
                <a:cxnLst/>
                <a:rect l="l" t="t" r="r" b="b"/>
                <a:pathLst>
                  <a:path w="18391" h="17343" extrusionOk="0">
                    <a:moveTo>
                      <a:pt x="9709" y="1"/>
                    </a:moveTo>
                    <a:cubicBezTo>
                      <a:pt x="9493" y="1"/>
                      <a:pt x="9277" y="14"/>
                      <a:pt x="9060" y="40"/>
                    </a:cubicBezTo>
                    <a:cubicBezTo>
                      <a:pt x="6456" y="339"/>
                      <a:pt x="4150" y="2129"/>
                      <a:pt x="2550" y="4082"/>
                    </a:cubicBezTo>
                    <a:cubicBezTo>
                      <a:pt x="895" y="6116"/>
                      <a:pt x="0" y="8883"/>
                      <a:pt x="814" y="11405"/>
                    </a:cubicBezTo>
                    <a:cubicBezTo>
                      <a:pt x="1709" y="14117"/>
                      <a:pt x="4204" y="16125"/>
                      <a:pt x="6890" y="16938"/>
                    </a:cubicBezTo>
                    <a:cubicBezTo>
                      <a:pt x="7777" y="17200"/>
                      <a:pt x="8709" y="17343"/>
                      <a:pt x="9642" y="17343"/>
                    </a:cubicBezTo>
                    <a:cubicBezTo>
                      <a:pt x="9964" y="17343"/>
                      <a:pt x="10286" y="17326"/>
                      <a:pt x="10606" y="17291"/>
                    </a:cubicBezTo>
                    <a:cubicBezTo>
                      <a:pt x="13399" y="16938"/>
                      <a:pt x="16030" y="15121"/>
                      <a:pt x="17197" y="12544"/>
                    </a:cubicBezTo>
                    <a:cubicBezTo>
                      <a:pt x="18390" y="9859"/>
                      <a:pt x="17712" y="6441"/>
                      <a:pt x="16139" y="4055"/>
                    </a:cubicBezTo>
                    <a:cubicBezTo>
                      <a:pt x="14760" y="1923"/>
                      <a:pt x="12338" y="1"/>
                      <a:pt x="97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77" name="Google Shape;870;p32">
                <a:extLst>
                  <a:ext uri="{FF2B5EF4-FFF2-40B4-BE49-F238E27FC236}">
                    <a16:creationId xmlns:a16="http://schemas.microsoft.com/office/drawing/2014/main" id="{237F2DEE-6421-4270-54C8-BA4791EF4E5D}"/>
                  </a:ext>
                </a:extLst>
              </p:cNvPr>
              <p:cNvSpPr/>
              <p:nvPr/>
            </p:nvSpPr>
            <p:spPr>
              <a:xfrm>
                <a:off x="7954175" y="1456000"/>
                <a:ext cx="103075" cy="173175"/>
              </a:xfrm>
              <a:custGeom>
                <a:avLst/>
                <a:gdLst/>
                <a:ahLst/>
                <a:cxnLst/>
                <a:rect l="l" t="t" r="r" b="b"/>
                <a:pathLst>
                  <a:path w="4123" h="6927" extrusionOk="0">
                    <a:moveTo>
                      <a:pt x="3716" y="0"/>
                    </a:moveTo>
                    <a:cubicBezTo>
                      <a:pt x="3580" y="0"/>
                      <a:pt x="3445" y="27"/>
                      <a:pt x="3228" y="136"/>
                    </a:cubicBezTo>
                    <a:cubicBezTo>
                      <a:pt x="2089" y="570"/>
                      <a:pt x="1248" y="1546"/>
                      <a:pt x="732" y="2631"/>
                    </a:cubicBezTo>
                    <a:cubicBezTo>
                      <a:pt x="136" y="3960"/>
                      <a:pt x="0" y="5452"/>
                      <a:pt x="54" y="6917"/>
                    </a:cubicBezTo>
                    <a:cubicBezTo>
                      <a:pt x="133" y="6923"/>
                      <a:pt x="211" y="6926"/>
                      <a:pt x="290" y="6926"/>
                    </a:cubicBezTo>
                    <a:cubicBezTo>
                      <a:pt x="1244" y="6926"/>
                      <a:pt x="2194" y="6477"/>
                      <a:pt x="2821" y="5751"/>
                    </a:cubicBezTo>
                    <a:cubicBezTo>
                      <a:pt x="3499" y="4964"/>
                      <a:pt x="3852" y="3987"/>
                      <a:pt x="4041" y="2984"/>
                    </a:cubicBezTo>
                    <a:cubicBezTo>
                      <a:pt x="4123" y="2306"/>
                      <a:pt x="4123" y="1628"/>
                      <a:pt x="4123" y="950"/>
                    </a:cubicBezTo>
                    <a:lnTo>
                      <a:pt x="4123" y="678"/>
                    </a:lnTo>
                    <a:cubicBezTo>
                      <a:pt x="4069" y="733"/>
                      <a:pt x="3987" y="814"/>
                      <a:pt x="3933" y="895"/>
                    </a:cubicBezTo>
                    <a:cubicBezTo>
                      <a:pt x="3689" y="1139"/>
                      <a:pt x="3499" y="1384"/>
                      <a:pt x="3282" y="1655"/>
                    </a:cubicBezTo>
                    <a:cubicBezTo>
                      <a:pt x="2902" y="2224"/>
                      <a:pt x="2712" y="2875"/>
                      <a:pt x="2468" y="3526"/>
                    </a:cubicBezTo>
                    <a:cubicBezTo>
                      <a:pt x="2224" y="4177"/>
                      <a:pt x="1926" y="4801"/>
                      <a:pt x="1410" y="5208"/>
                    </a:cubicBezTo>
                    <a:cubicBezTo>
                      <a:pt x="2034" y="4096"/>
                      <a:pt x="2061" y="2767"/>
                      <a:pt x="2577" y="1628"/>
                    </a:cubicBezTo>
                    <a:cubicBezTo>
                      <a:pt x="2848" y="1004"/>
                      <a:pt x="3255" y="461"/>
                      <a:pt x="37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78" name="Google Shape;871;p32">
                <a:extLst>
                  <a:ext uri="{FF2B5EF4-FFF2-40B4-BE49-F238E27FC236}">
                    <a16:creationId xmlns:a16="http://schemas.microsoft.com/office/drawing/2014/main" id="{591D143E-88DA-56F5-848F-B5C1820380E7}"/>
                  </a:ext>
                </a:extLst>
              </p:cNvPr>
              <p:cNvSpPr/>
              <p:nvPr/>
            </p:nvSpPr>
            <p:spPr>
              <a:xfrm>
                <a:off x="7835500" y="1476150"/>
                <a:ext cx="132250" cy="64675"/>
              </a:xfrm>
              <a:custGeom>
                <a:avLst/>
                <a:gdLst/>
                <a:ahLst/>
                <a:cxnLst/>
                <a:rect l="l" t="t" r="r" b="b"/>
                <a:pathLst>
                  <a:path w="5290" h="2587" extrusionOk="0">
                    <a:moveTo>
                      <a:pt x="3483" y="1"/>
                    </a:moveTo>
                    <a:cubicBezTo>
                      <a:pt x="3188" y="1"/>
                      <a:pt x="2891" y="40"/>
                      <a:pt x="2604" y="117"/>
                    </a:cubicBezTo>
                    <a:cubicBezTo>
                      <a:pt x="1628" y="333"/>
                      <a:pt x="733" y="930"/>
                      <a:pt x="0" y="1608"/>
                    </a:cubicBezTo>
                    <a:cubicBezTo>
                      <a:pt x="380" y="2205"/>
                      <a:pt x="1085" y="2558"/>
                      <a:pt x="1791" y="2585"/>
                    </a:cubicBezTo>
                    <a:cubicBezTo>
                      <a:pt x="1826" y="2586"/>
                      <a:pt x="1862" y="2587"/>
                      <a:pt x="1898" y="2587"/>
                    </a:cubicBezTo>
                    <a:cubicBezTo>
                      <a:pt x="2570" y="2587"/>
                      <a:pt x="3258" y="2351"/>
                      <a:pt x="3825" y="2042"/>
                    </a:cubicBezTo>
                    <a:cubicBezTo>
                      <a:pt x="4232" y="1798"/>
                      <a:pt x="4611" y="1527"/>
                      <a:pt x="4991" y="1229"/>
                    </a:cubicBezTo>
                    <a:cubicBezTo>
                      <a:pt x="5045" y="1201"/>
                      <a:pt x="5073" y="1120"/>
                      <a:pt x="5127" y="1093"/>
                    </a:cubicBezTo>
                    <a:lnTo>
                      <a:pt x="4910" y="1093"/>
                    </a:lnTo>
                    <a:cubicBezTo>
                      <a:pt x="4666" y="1066"/>
                      <a:pt x="4449" y="1066"/>
                      <a:pt x="4232" y="1066"/>
                    </a:cubicBezTo>
                    <a:cubicBezTo>
                      <a:pt x="3771" y="1093"/>
                      <a:pt x="3309" y="1256"/>
                      <a:pt x="2875" y="1418"/>
                    </a:cubicBezTo>
                    <a:cubicBezTo>
                      <a:pt x="2532" y="1526"/>
                      <a:pt x="2155" y="1633"/>
                      <a:pt x="1785" y="1633"/>
                    </a:cubicBezTo>
                    <a:cubicBezTo>
                      <a:pt x="1687" y="1633"/>
                      <a:pt x="1589" y="1625"/>
                      <a:pt x="1492" y="1608"/>
                    </a:cubicBezTo>
                    <a:cubicBezTo>
                      <a:pt x="2333" y="1473"/>
                      <a:pt x="3092" y="876"/>
                      <a:pt x="3933" y="686"/>
                    </a:cubicBezTo>
                    <a:cubicBezTo>
                      <a:pt x="4199" y="603"/>
                      <a:pt x="4485" y="571"/>
                      <a:pt x="4767" y="571"/>
                    </a:cubicBezTo>
                    <a:cubicBezTo>
                      <a:pt x="4945" y="571"/>
                      <a:pt x="5121" y="584"/>
                      <a:pt x="5290" y="605"/>
                    </a:cubicBezTo>
                    <a:cubicBezTo>
                      <a:pt x="5262" y="550"/>
                      <a:pt x="5154" y="469"/>
                      <a:pt x="5018" y="415"/>
                    </a:cubicBezTo>
                    <a:cubicBezTo>
                      <a:pt x="4562" y="134"/>
                      <a:pt x="4025" y="1"/>
                      <a:pt x="34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79" name="Google Shape;872;p32">
                <a:extLst>
                  <a:ext uri="{FF2B5EF4-FFF2-40B4-BE49-F238E27FC236}">
                    <a16:creationId xmlns:a16="http://schemas.microsoft.com/office/drawing/2014/main" id="{1C76C07A-D915-7960-27A2-2E25964DA0C1}"/>
                  </a:ext>
                </a:extLst>
              </p:cNvPr>
              <p:cNvSpPr/>
              <p:nvPr/>
            </p:nvSpPr>
            <p:spPr>
              <a:xfrm>
                <a:off x="7804975" y="706700"/>
                <a:ext cx="238725" cy="124800"/>
              </a:xfrm>
              <a:custGeom>
                <a:avLst/>
                <a:gdLst/>
                <a:ahLst/>
                <a:cxnLst/>
                <a:rect l="l" t="t" r="r" b="b"/>
                <a:pathLst>
                  <a:path w="9549" h="4992" fill="none" extrusionOk="0">
                    <a:moveTo>
                      <a:pt x="9548" y="1981"/>
                    </a:moveTo>
                    <a:cubicBezTo>
                      <a:pt x="7324" y="2984"/>
                      <a:pt x="5127" y="3961"/>
                      <a:pt x="2876" y="4991"/>
                    </a:cubicBezTo>
                    <a:cubicBezTo>
                      <a:pt x="2008" y="3120"/>
                      <a:pt x="869" y="1872"/>
                      <a:pt x="1" y="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80" name="Google Shape;873;p32">
                <a:extLst>
                  <a:ext uri="{FF2B5EF4-FFF2-40B4-BE49-F238E27FC236}">
                    <a16:creationId xmlns:a16="http://schemas.microsoft.com/office/drawing/2014/main" id="{662F3BAA-4240-98E6-0D06-F568068ACAE2}"/>
                  </a:ext>
                </a:extLst>
              </p:cNvPr>
              <p:cNvSpPr/>
              <p:nvPr/>
            </p:nvSpPr>
            <p:spPr>
              <a:xfrm>
                <a:off x="7280125" y="830125"/>
                <a:ext cx="596750" cy="634025"/>
              </a:xfrm>
              <a:custGeom>
                <a:avLst/>
                <a:gdLst/>
                <a:ahLst/>
                <a:cxnLst/>
                <a:rect l="l" t="t" r="r" b="b"/>
                <a:pathLst>
                  <a:path w="23870" h="25361" fill="none" extrusionOk="0">
                    <a:moveTo>
                      <a:pt x="23870" y="0"/>
                    </a:moveTo>
                    <a:cubicBezTo>
                      <a:pt x="17089" y="9222"/>
                      <a:pt x="8898" y="18119"/>
                      <a:pt x="1" y="25361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81" name="Google Shape;874;p32">
                <a:extLst>
                  <a:ext uri="{FF2B5EF4-FFF2-40B4-BE49-F238E27FC236}">
                    <a16:creationId xmlns:a16="http://schemas.microsoft.com/office/drawing/2014/main" id="{80593025-C12A-C58E-3B79-9C66373EAAD9}"/>
                  </a:ext>
                </a:extLst>
              </p:cNvPr>
              <p:cNvSpPr/>
              <p:nvPr/>
            </p:nvSpPr>
            <p:spPr>
              <a:xfrm>
                <a:off x="7170950" y="1464125"/>
                <a:ext cx="108525" cy="80725"/>
              </a:xfrm>
              <a:custGeom>
                <a:avLst/>
                <a:gdLst/>
                <a:ahLst/>
                <a:cxnLst/>
                <a:rect l="l" t="t" r="r" b="b"/>
                <a:pathLst>
                  <a:path w="4341" h="3229" fill="none" extrusionOk="0">
                    <a:moveTo>
                      <a:pt x="4341" y="3229"/>
                    </a:moveTo>
                    <a:lnTo>
                      <a:pt x="4341" y="1"/>
                    </a:lnTo>
                    <a:cubicBezTo>
                      <a:pt x="2876" y="516"/>
                      <a:pt x="1466" y="1031"/>
                      <a:pt x="1" y="1547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82" name="Google Shape;875;p32">
                <a:extLst>
                  <a:ext uri="{FF2B5EF4-FFF2-40B4-BE49-F238E27FC236}">
                    <a16:creationId xmlns:a16="http://schemas.microsoft.com/office/drawing/2014/main" id="{1B2F7242-CE7E-1C1B-7171-3FA6CFAE6533}"/>
                  </a:ext>
                </a:extLst>
              </p:cNvPr>
              <p:cNvSpPr/>
              <p:nvPr/>
            </p:nvSpPr>
            <p:spPr>
              <a:xfrm>
                <a:off x="7554075" y="977950"/>
                <a:ext cx="406225" cy="406875"/>
              </a:xfrm>
              <a:custGeom>
                <a:avLst/>
                <a:gdLst/>
                <a:ahLst/>
                <a:cxnLst/>
                <a:rect l="l" t="t" r="r" b="b"/>
                <a:pathLst>
                  <a:path w="16249" h="16275" fill="none" extrusionOk="0">
                    <a:moveTo>
                      <a:pt x="1" y="16274"/>
                    </a:moveTo>
                    <a:cubicBezTo>
                      <a:pt x="5887" y="11392"/>
                      <a:pt x="11366" y="5940"/>
                      <a:pt x="16248" y="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83" name="Google Shape;876;p32">
                <a:extLst>
                  <a:ext uri="{FF2B5EF4-FFF2-40B4-BE49-F238E27FC236}">
                    <a16:creationId xmlns:a16="http://schemas.microsoft.com/office/drawing/2014/main" id="{FC856DA3-09A8-AC10-F2BC-E5C8BF84FFDE}"/>
                  </a:ext>
                </a:extLst>
              </p:cNvPr>
              <p:cNvSpPr/>
              <p:nvPr/>
            </p:nvSpPr>
            <p:spPr>
              <a:xfrm>
                <a:off x="7986025" y="916225"/>
                <a:ext cx="30550" cy="33925"/>
              </a:xfrm>
              <a:custGeom>
                <a:avLst/>
                <a:gdLst/>
                <a:ahLst/>
                <a:cxnLst/>
                <a:rect l="l" t="t" r="r" b="b"/>
                <a:pathLst>
                  <a:path w="1222" h="1357" fill="none" extrusionOk="0">
                    <a:moveTo>
                      <a:pt x="1" y="1357"/>
                    </a:moveTo>
                    <a:cubicBezTo>
                      <a:pt x="408" y="896"/>
                      <a:pt x="815" y="435"/>
                      <a:pt x="1221" y="1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84" name="Google Shape;877;p32">
                <a:extLst>
                  <a:ext uri="{FF2B5EF4-FFF2-40B4-BE49-F238E27FC236}">
                    <a16:creationId xmlns:a16="http://schemas.microsoft.com/office/drawing/2014/main" id="{373AF086-FEF9-744A-A6EF-51CE9A7ECA51}"/>
                  </a:ext>
                </a:extLst>
              </p:cNvPr>
              <p:cNvSpPr/>
              <p:nvPr/>
            </p:nvSpPr>
            <p:spPr>
              <a:xfrm>
                <a:off x="8277625" y="978625"/>
                <a:ext cx="179700" cy="190550"/>
              </a:xfrm>
              <a:custGeom>
                <a:avLst/>
                <a:gdLst/>
                <a:ahLst/>
                <a:cxnLst/>
                <a:rect l="l" t="t" r="r" b="b"/>
                <a:pathLst>
                  <a:path w="7188" h="7622" fill="none" extrusionOk="0">
                    <a:moveTo>
                      <a:pt x="7188" y="7622"/>
                    </a:moveTo>
                    <a:cubicBezTo>
                      <a:pt x="5235" y="4747"/>
                      <a:pt x="2794" y="2143"/>
                      <a:pt x="0" y="0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85" name="Google Shape;878;p32">
                <a:extLst>
                  <a:ext uri="{FF2B5EF4-FFF2-40B4-BE49-F238E27FC236}">
                    <a16:creationId xmlns:a16="http://schemas.microsoft.com/office/drawing/2014/main" id="{97C7D516-3437-57FE-1E6F-D586BF469895}"/>
                  </a:ext>
                </a:extLst>
              </p:cNvPr>
              <p:cNvSpPr/>
              <p:nvPr/>
            </p:nvSpPr>
            <p:spPr>
              <a:xfrm>
                <a:off x="7811775" y="1312250"/>
                <a:ext cx="287525" cy="105800"/>
              </a:xfrm>
              <a:custGeom>
                <a:avLst/>
                <a:gdLst/>
                <a:ahLst/>
                <a:cxnLst/>
                <a:rect l="l" t="t" r="r" b="b"/>
                <a:pathLst>
                  <a:path w="11501" h="4232" fill="none" extrusionOk="0">
                    <a:moveTo>
                      <a:pt x="0" y="4231"/>
                    </a:moveTo>
                    <a:cubicBezTo>
                      <a:pt x="922" y="2034"/>
                      <a:pt x="3092" y="488"/>
                      <a:pt x="5398" y="244"/>
                    </a:cubicBezTo>
                    <a:cubicBezTo>
                      <a:pt x="7730" y="0"/>
                      <a:pt x="10144" y="1139"/>
                      <a:pt x="11501" y="3065"/>
                    </a:cubicBezTo>
                  </a:path>
                </a:pathLst>
              </a:custGeom>
              <a:noFill/>
              <a:ln w="81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86" name="Google Shape;879;p32">
                <a:extLst>
                  <a:ext uri="{FF2B5EF4-FFF2-40B4-BE49-F238E27FC236}">
                    <a16:creationId xmlns:a16="http://schemas.microsoft.com/office/drawing/2014/main" id="{7B5AF1B6-AFD1-BCBF-4F45-A114A046DF3E}"/>
                  </a:ext>
                </a:extLst>
              </p:cNvPr>
              <p:cNvSpPr/>
              <p:nvPr/>
            </p:nvSpPr>
            <p:spPr>
              <a:xfrm>
                <a:off x="7792100" y="1766225"/>
                <a:ext cx="353300" cy="289325"/>
              </a:xfrm>
              <a:custGeom>
                <a:avLst/>
                <a:gdLst/>
                <a:ahLst/>
                <a:cxnLst/>
                <a:rect l="l" t="t" r="r" b="b"/>
                <a:pathLst>
                  <a:path w="14132" h="11573" extrusionOk="0">
                    <a:moveTo>
                      <a:pt x="11532" y="0"/>
                    </a:moveTo>
                    <a:cubicBezTo>
                      <a:pt x="10876" y="0"/>
                      <a:pt x="10210" y="190"/>
                      <a:pt x="9629" y="448"/>
                    </a:cubicBezTo>
                    <a:cubicBezTo>
                      <a:pt x="6781" y="1560"/>
                      <a:pt x="4476" y="3649"/>
                      <a:pt x="2252" y="5737"/>
                    </a:cubicBezTo>
                    <a:cubicBezTo>
                      <a:pt x="1194" y="6686"/>
                      <a:pt x="28" y="7799"/>
                      <a:pt x="0" y="9317"/>
                    </a:cubicBezTo>
                    <a:cubicBezTo>
                      <a:pt x="0" y="10402"/>
                      <a:pt x="624" y="11189"/>
                      <a:pt x="1628" y="11460"/>
                    </a:cubicBezTo>
                    <a:cubicBezTo>
                      <a:pt x="1930" y="11537"/>
                      <a:pt x="2233" y="11573"/>
                      <a:pt x="2537" y="11573"/>
                    </a:cubicBezTo>
                    <a:cubicBezTo>
                      <a:pt x="4909" y="11573"/>
                      <a:pt x="7292" y="9416"/>
                      <a:pt x="8951" y="8070"/>
                    </a:cubicBezTo>
                    <a:cubicBezTo>
                      <a:pt x="10335" y="6958"/>
                      <a:pt x="11664" y="5656"/>
                      <a:pt x="12830" y="4245"/>
                    </a:cubicBezTo>
                    <a:cubicBezTo>
                      <a:pt x="13454" y="3459"/>
                      <a:pt x="14132" y="2482"/>
                      <a:pt x="13861" y="1479"/>
                    </a:cubicBezTo>
                    <a:cubicBezTo>
                      <a:pt x="13671" y="665"/>
                      <a:pt x="12857" y="177"/>
                      <a:pt x="12043" y="41"/>
                    </a:cubicBezTo>
                    <a:cubicBezTo>
                      <a:pt x="11875" y="13"/>
                      <a:pt x="11704" y="0"/>
                      <a:pt x="11532" y="0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4" name="Google Shape;880;p32">
              <a:extLst>
                <a:ext uri="{FF2B5EF4-FFF2-40B4-BE49-F238E27FC236}">
                  <a16:creationId xmlns:a16="http://schemas.microsoft.com/office/drawing/2014/main" id="{96D8F694-C867-F57D-5DB1-023C9CF43E07}"/>
                </a:ext>
              </a:extLst>
            </p:cNvPr>
            <p:cNvGrpSpPr/>
            <p:nvPr/>
          </p:nvGrpSpPr>
          <p:grpSpPr>
            <a:xfrm>
              <a:off x="7815850" y="3511050"/>
              <a:ext cx="1085983" cy="1186200"/>
              <a:chOff x="7815850" y="3511050"/>
              <a:chExt cx="1085983" cy="1186200"/>
            </a:xfrm>
          </p:grpSpPr>
          <p:sp>
            <p:nvSpPr>
              <p:cNvPr id="50" name="Google Shape;881;p32">
                <a:extLst>
                  <a:ext uri="{FF2B5EF4-FFF2-40B4-BE49-F238E27FC236}">
                    <a16:creationId xmlns:a16="http://schemas.microsoft.com/office/drawing/2014/main" id="{D8E16259-FF48-359B-29A4-3ACE72B34BB8}"/>
                  </a:ext>
                </a:extLst>
              </p:cNvPr>
              <p:cNvSpPr/>
              <p:nvPr/>
            </p:nvSpPr>
            <p:spPr>
              <a:xfrm>
                <a:off x="7815850" y="3511050"/>
                <a:ext cx="1085983" cy="988546"/>
              </a:xfrm>
              <a:custGeom>
                <a:avLst/>
                <a:gdLst/>
                <a:ahLst/>
                <a:cxnLst/>
                <a:rect l="l" t="t" r="r" b="b"/>
                <a:pathLst>
                  <a:path w="26203" h="23852" extrusionOk="0">
                    <a:moveTo>
                      <a:pt x="13254" y="0"/>
                    </a:moveTo>
                    <a:cubicBezTo>
                      <a:pt x="9423" y="0"/>
                      <a:pt x="5701" y="1562"/>
                      <a:pt x="3391" y="4890"/>
                    </a:cubicBezTo>
                    <a:cubicBezTo>
                      <a:pt x="1" y="9691"/>
                      <a:pt x="869" y="17014"/>
                      <a:pt x="5317" y="20893"/>
                    </a:cubicBezTo>
                    <a:cubicBezTo>
                      <a:pt x="7521" y="22803"/>
                      <a:pt x="10471" y="23852"/>
                      <a:pt x="13403" y="23852"/>
                    </a:cubicBezTo>
                    <a:cubicBezTo>
                      <a:pt x="14260" y="23852"/>
                      <a:pt x="15115" y="23762"/>
                      <a:pt x="15950" y="23578"/>
                    </a:cubicBezTo>
                    <a:cubicBezTo>
                      <a:pt x="20696" y="22493"/>
                      <a:pt x="24602" y="18343"/>
                      <a:pt x="25362" y="13515"/>
                    </a:cubicBezTo>
                    <a:cubicBezTo>
                      <a:pt x="26202" y="8009"/>
                      <a:pt x="23002" y="2313"/>
                      <a:pt x="17658" y="686"/>
                    </a:cubicBezTo>
                    <a:cubicBezTo>
                      <a:pt x="16224" y="233"/>
                      <a:pt x="14731" y="0"/>
                      <a:pt x="1325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1" name="Google Shape;882;p32">
                <a:extLst>
                  <a:ext uri="{FF2B5EF4-FFF2-40B4-BE49-F238E27FC236}">
                    <a16:creationId xmlns:a16="http://schemas.microsoft.com/office/drawing/2014/main" id="{5A8F3247-8236-9823-C115-54E44271A1D9}"/>
                  </a:ext>
                </a:extLst>
              </p:cNvPr>
              <p:cNvSpPr/>
              <p:nvPr/>
            </p:nvSpPr>
            <p:spPr>
              <a:xfrm>
                <a:off x="8070800" y="4398400"/>
                <a:ext cx="368900" cy="298850"/>
              </a:xfrm>
              <a:custGeom>
                <a:avLst/>
                <a:gdLst/>
                <a:ahLst/>
                <a:cxnLst/>
                <a:rect l="l" t="t" r="r" b="b"/>
                <a:pathLst>
                  <a:path w="14756" h="11954" extrusionOk="0">
                    <a:moveTo>
                      <a:pt x="6109" y="1"/>
                    </a:moveTo>
                    <a:cubicBezTo>
                      <a:pt x="5608" y="1"/>
                      <a:pt x="5106" y="51"/>
                      <a:pt x="4611" y="157"/>
                    </a:cubicBezTo>
                    <a:cubicBezTo>
                      <a:pt x="2658" y="591"/>
                      <a:pt x="895" y="2056"/>
                      <a:pt x="407" y="3982"/>
                    </a:cubicBezTo>
                    <a:cubicBezTo>
                      <a:pt x="0" y="5609"/>
                      <a:pt x="543" y="7372"/>
                      <a:pt x="1546" y="8755"/>
                    </a:cubicBezTo>
                    <a:cubicBezTo>
                      <a:pt x="2976" y="10782"/>
                      <a:pt x="5279" y="11953"/>
                      <a:pt x="7559" y="11953"/>
                    </a:cubicBezTo>
                    <a:cubicBezTo>
                      <a:pt x="9216" y="11953"/>
                      <a:pt x="10862" y="11334"/>
                      <a:pt x="12152" y="9976"/>
                    </a:cubicBezTo>
                    <a:cubicBezTo>
                      <a:pt x="14593" y="7399"/>
                      <a:pt x="14756" y="4280"/>
                      <a:pt x="11799" y="2083"/>
                    </a:cubicBezTo>
                    <a:cubicBezTo>
                      <a:pt x="10208" y="840"/>
                      <a:pt x="8161" y="1"/>
                      <a:pt x="61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2" name="Google Shape;883;p32">
                <a:extLst>
                  <a:ext uri="{FF2B5EF4-FFF2-40B4-BE49-F238E27FC236}">
                    <a16:creationId xmlns:a16="http://schemas.microsoft.com/office/drawing/2014/main" id="{718C091D-C4DC-202A-4A39-BB5850933185}"/>
                  </a:ext>
                </a:extLst>
              </p:cNvPr>
              <p:cNvSpPr/>
              <p:nvPr/>
            </p:nvSpPr>
            <p:spPr>
              <a:xfrm>
                <a:off x="8267450" y="4382650"/>
                <a:ext cx="127500" cy="129850"/>
              </a:xfrm>
              <a:custGeom>
                <a:avLst/>
                <a:gdLst/>
                <a:ahLst/>
                <a:cxnLst/>
                <a:rect l="l" t="t" r="r" b="b"/>
                <a:pathLst>
                  <a:path w="5100" h="5194" extrusionOk="0">
                    <a:moveTo>
                      <a:pt x="2631" y="1"/>
                    </a:moveTo>
                    <a:cubicBezTo>
                      <a:pt x="2686" y="624"/>
                      <a:pt x="2496" y="1248"/>
                      <a:pt x="2116" y="1709"/>
                    </a:cubicBezTo>
                    <a:cubicBezTo>
                      <a:pt x="1845" y="1058"/>
                      <a:pt x="1411" y="489"/>
                      <a:pt x="814" y="82"/>
                    </a:cubicBezTo>
                    <a:cubicBezTo>
                      <a:pt x="624" y="489"/>
                      <a:pt x="597" y="950"/>
                      <a:pt x="760" y="1357"/>
                    </a:cubicBezTo>
                    <a:cubicBezTo>
                      <a:pt x="895" y="1764"/>
                      <a:pt x="1221" y="2143"/>
                      <a:pt x="1601" y="2333"/>
                    </a:cubicBezTo>
                    <a:cubicBezTo>
                      <a:pt x="950" y="2387"/>
                      <a:pt x="353" y="2740"/>
                      <a:pt x="0" y="3283"/>
                    </a:cubicBezTo>
                    <a:cubicBezTo>
                      <a:pt x="279" y="3577"/>
                      <a:pt x="666" y="3734"/>
                      <a:pt x="1048" y="3734"/>
                    </a:cubicBezTo>
                    <a:cubicBezTo>
                      <a:pt x="1299" y="3734"/>
                      <a:pt x="1548" y="3666"/>
                      <a:pt x="1763" y="3527"/>
                    </a:cubicBezTo>
                    <a:lnTo>
                      <a:pt x="1763" y="3527"/>
                    </a:lnTo>
                    <a:cubicBezTo>
                      <a:pt x="1682" y="4015"/>
                      <a:pt x="1736" y="4557"/>
                      <a:pt x="1980" y="4964"/>
                    </a:cubicBezTo>
                    <a:cubicBezTo>
                      <a:pt x="2026" y="5079"/>
                      <a:pt x="2111" y="5193"/>
                      <a:pt x="2234" y="5193"/>
                    </a:cubicBezTo>
                    <a:cubicBezTo>
                      <a:pt x="2257" y="5193"/>
                      <a:pt x="2281" y="5190"/>
                      <a:pt x="2306" y="5181"/>
                    </a:cubicBezTo>
                    <a:cubicBezTo>
                      <a:pt x="2441" y="5181"/>
                      <a:pt x="2523" y="5046"/>
                      <a:pt x="2577" y="4964"/>
                    </a:cubicBezTo>
                    <a:cubicBezTo>
                      <a:pt x="2794" y="4585"/>
                      <a:pt x="2903" y="4151"/>
                      <a:pt x="2848" y="3689"/>
                    </a:cubicBezTo>
                    <a:lnTo>
                      <a:pt x="2848" y="3689"/>
                    </a:lnTo>
                    <a:cubicBezTo>
                      <a:pt x="3280" y="4027"/>
                      <a:pt x="3816" y="4196"/>
                      <a:pt x="4366" y="4196"/>
                    </a:cubicBezTo>
                    <a:cubicBezTo>
                      <a:pt x="4610" y="4196"/>
                      <a:pt x="4858" y="4163"/>
                      <a:pt x="5100" y="4096"/>
                    </a:cubicBezTo>
                    <a:cubicBezTo>
                      <a:pt x="4530" y="3744"/>
                      <a:pt x="3987" y="3337"/>
                      <a:pt x="3391" y="2957"/>
                    </a:cubicBezTo>
                    <a:cubicBezTo>
                      <a:pt x="4015" y="2577"/>
                      <a:pt x="4421" y="1899"/>
                      <a:pt x="4476" y="1194"/>
                    </a:cubicBezTo>
                    <a:lnTo>
                      <a:pt x="4476" y="1194"/>
                    </a:lnTo>
                    <a:cubicBezTo>
                      <a:pt x="4042" y="1221"/>
                      <a:pt x="3635" y="1330"/>
                      <a:pt x="3255" y="1574"/>
                    </a:cubicBezTo>
                    <a:cubicBezTo>
                      <a:pt x="3364" y="977"/>
                      <a:pt x="3120" y="299"/>
                      <a:pt x="26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3" name="Google Shape;884;p32">
                <a:extLst>
                  <a:ext uri="{FF2B5EF4-FFF2-40B4-BE49-F238E27FC236}">
                    <a16:creationId xmlns:a16="http://schemas.microsoft.com/office/drawing/2014/main" id="{0FFF736A-4E0B-124E-3B3F-BA709077ABFA}"/>
                  </a:ext>
                </a:extLst>
              </p:cNvPr>
              <p:cNvSpPr/>
              <p:nvPr/>
            </p:nvSpPr>
            <p:spPr>
              <a:xfrm>
                <a:off x="8120975" y="4416175"/>
                <a:ext cx="142425" cy="128625"/>
              </a:xfrm>
              <a:custGeom>
                <a:avLst/>
                <a:gdLst/>
                <a:ahLst/>
                <a:cxnLst/>
                <a:rect l="l" t="t" r="r" b="b"/>
                <a:pathLst>
                  <a:path w="5697" h="5145" extrusionOk="0">
                    <a:moveTo>
                      <a:pt x="3572" y="1"/>
                    </a:moveTo>
                    <a:cubicBezTo>
                      <a:pt x="2881" y="1"/>
                      <a:pt x="2117" y="353"/>
                      <a:pt x="1601" y="748"/>
                    </a:cubicBezTo>
                    <a:cubicBezTo>
                      <a:pt x="923" y="1318"/>
                      <a:pt x="380" y="2077"/>
                      <a:pt x="163" y="2945"/>
                    </a:cubicBezTo>
                    <a:cubicBezTo>
                      <a:pt x="1" y="3569"/>
                      <a:pt x="28" y="4328"/>
                      <a:pt x="489" y="4762"/>
                    </a:cubicBezTo>
                    <a:cubicBezTo>
                      <a:pt x="760" y="5033"/>
                      <a:pt x="1142" y="5144"/>
                      <a:pt x="1526" y="5144"/>
                    </a:cubicBezTo>
                    <a:cubicBezTo>
                      <a:pt x="1643" y="5144"/>
                      <a:pt x="1759" y="5134"/>
                      <a:pt x="1872" y="5115"/>
                    </a:cubicBezTo>
                    <a:cubicBezTo>
                      <a:pt x="2387" y="5007"/>
                      <a:pt x="2821" y="4735"/>
                      <a:pt x="3228" y="4464"/>
                    </a:cubicBezTo>
                    <a:cubicBezTo>
                      <a:pt x="4340" y="3677"/>
                      <a:pt x="5697" y="2267"/>
                      <a:pt x="4910" y="802"/>
                    </a:cubicBezTo>
                    <a:cubicBezTo>
                      <a:pt x="4612" y="218"/>
                      <a:pt x="4114" y="1"/>
                      <a:pt x="3572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" name="Google Shape;885;p32">
                <a:extLst>
                  <a:ext uri="{FF2B5EF4-FFF2-40B4-BE49-F238E27FC236}">
                    <a16:creationId xmlns:a16="http://schemas.microsoft.com/office/drawing/2014/main" id="{F2374CF4-D4E4-6E20-332A-1573F5EAE26A}"/>
                  </a:ext>
                </a:extLst>
              </p:cNvPr>
              <p:cNvSpPr/>
              <p:nvPr/>
            </p:nvSpPr>
            <p:spPr>
              <a:xfrm>
                <a:off x="8264050" y="4573200"/>
                <a:ext cx="104450" cy="80725"/>
              </a:xfrm>
              <a:custGeom>
                <a:avLst/>
                <a:gdLst/>
                <a:ahLst/>
                <a:cxnLst/>
                <a:rect l="l" t="t" r="r" b="b"/>
                <a:pathLst>
                  <a:path w="4178" h="3229" fill="none" extrusionOk="0">
                    <a:moveTo>
                      <a:pt x="4178" y="0"/>
                    </a:moveTo>
                    <a:cubicBezTo>
                      <a:pt x="3934" y="923"/>
                      <a:pt x="3364" y="1736"/>
                      <a:pt x="2632" y="2306"/>
                    </a:cubicBezTo>
                    <a:cubicBezTo>
                      <a:pt x="1872" y="2903"/>
                      <a:pt x="950" y="3228"/>
                      <a:pt x="1" y="3228"/>
                    </a:cubicBezTo>
                  </a:path>
                </a:pathLst>
              </a:custGeom>
              <a:noFill/>
              <a:ln w="162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5" name="Google Shape;886;p32">
                <a:extLst>
                  <a:ext uri="{FF2B5EF4-FFF2-40B4-BE49-F238E27FC236}">
                    <a16:creationId xmlns:a16="http://schemas.microsoft.com/office/drawing/2014/main" id="{ACB77CB3-08DE-A4CB-8C54-214044E69CD5}"/>
                  </a:ext>
                </a:extLst>
              </p:cNvPr>
              <p:cNvSpPr/>
              <p:nvPr/>
            </p:nvSpPr>
            <p:spPr>
              <a:xfrm>
                <a:off x="8215900" y="4647775"/>
                <a:ext cx="9525" cy="2750"/>
              </a:xfrm>
              <a:custGeom>
                <a:avLst/>
                <a:gdLst/>
                <a:ahLst/>
                <a:cxnLst/>
                <a:rect l="l" t="t" r="r" b="b"/>
                <a:pathLst>
                  <a:path w="381" h="110" fill="none" extrusionOk="0">
                    <a:moveTo>
                      <a:pt x="381" y="109"/>
                    </a:moveTo>
                    <a:cubicBezTo>
                      <a:pt x="245" y="82"/>
                      <a:pt x="136" y="55"/>
                      <a:pt x="1" y="1"/>
                    </a:cubicBezTo>
                  </a:path>
                </a:pathLst>
              </a:custGeom>
              <a:noFill/>
              <a:ln w="162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6" name="Google Shape;887;p32">
                <a:extLst>
                  <a:ext uri="{FF2B5EF4-FFF2-40B4-BE49-F238E27FC236}">
                    <a16:creationId xmlns:a16="http://schemas.microsoft.com/office/drawing/2014/main" id="{E9DC300F-53F5-B11E-E4CE-E227F7A7A838}"/>
                  </a:ext>
                </a:extLst>
              </p:cNvPr>
              <p:cNvSpPr/>
              <p:nvPr/>
            </p:nvSpPr>
            <p:spPr>
              <a:xfrm>
                <a:off x="7948050" y="3531575"/>
                <a:ext cx="562850" cy="549250"/>
              </a:xfrm>
              <a:custGeom>
                <a:avLst/>
                <a:gdLst/>
                <a:ahLst/>
                <a:cxnLst/>
                <a:rect l="l" t="t" r="r" b="b"/>
                <a:pathLst>
                  <a:path w="22514" h="21970" extrusionOk="0">
                    <a:moveTo>
                      <a:pt x="17591" y="1"/>
                    </a:moveTo>
                    <a:cubicBezTo>
                      <a:pt x="17459" y="1"/>
                      <a:pt x="17327" y="10"/>
                      <a:pt x="17197" y="30"/>
                    </a:cubicBezTo>
                    <a:cubicBezTo>
                      <a:pt x="16546" y="139"/>
                      <a:pt x="15950" y="437"/>
                      <a:pt x="15434" y="844"/>
                    </a:cubicBezTo>
                    <a:cubicBezTo>
                      <a:pt x="14679" y="677"/>
                      <a:pt x="13865" y="611"/>
                      <a:pt x="13069" y="611"/>
                    </a:cubicBezTo>
                    <a:cubicBezTo>
                      <a:pt x="11922" y="611"/>
                      <a:pt x="10815" y="749"/>
                      <a:pt x="9983" y="925"/>
                    </a:cubicBezTo>
                    <a:cubicBezTo>
                      <a:pt x="8382" y="1251"/>
                      <a:pt x="6863" y="1902"/>
                      <a:pt x="5534" y="2851"/>
                    </a:cubicBezTo>
                    <a:cubicBezTo>
                      <a:pt x="1981" y="5401"/>
                      <a:pt x="1" y="10039"/>
                      <a:pt x="679" y="14379"/>
                    </a:cubicBezTo>
                    <a:cubicBezTo>
                      <a:pt x="950" y="16196"/>
                      <a:pt x="1737" y="18013"/>
                      <a:pt x="2930" y="19370"/>
                    </a:cubicBezTo>
                    <a:cubicBezTo>
                      <a:pt x="2795" y="19804"/>
                      <a:pt x="2713" y="20265"/>
                      <a:pt x="2930" y="20726"/>
                    </a:cubicBezTo>
                    <a:cubicBezTo>
                      <a:pt x="3147" y="21295"/>
                      <a:pt x="3744" y="21621"/>
                      <a:pt x="4341" y="21702"/>
                    </a:cubicBezTo>
                    <a:cubicBezTo>
                      <a:pt x="4391" y="21705"/>
                      <a:pt x="4440" y="21706"/>
                      <a:pt x="4490" y="21706"/>
                    </a:cubicBezTo>
                    <a:cubicBezTo>
                      <a:pt x="4928" y="21706"/>
                      <a:pt x="5364" y="21602"/>
                      <a:pt x="5778" y="21431"/>
                    </a:cubicBezTo>
                    <a:cubicBezTo>
                      <a:pt x="6724" y="21802"/>
                      <a:pt x="7732" y="21970"/>
                      <a:pt x="8752" y="21970"/>
                    </a:cubicBezTo>
                    <a:cubicBezTo>
                      <a:pt x="9225" y="21970"/>
                      <a:pt x="9700" y="21934"/>
                      <a:pt x="10172" y="21865"/>
                    </a:cubicBezTo>
                    <a:cubicBezTo>
                      <a:pt x="11827" y="21621"/>
                      <a:pt x="13400" y="21051"/>
                      <a:pt x="14892" y="20319"/>
                    </a:cubicBezTo>
                    <a:cubicBezTo>
                      <a:pt x="16926" y="19342"/>
                      <a:pt x="18825" y="18068"/>
                      <a:pt x="20208" y="16359"/>
                    </a:cubicBezTo>
                    <a:cubicBezTo>
                      <a:pt x="21646" y="14650"/>
                      <a:pt x="22514" y="12453"/>
                      <a:pt x="22378" y="10202"/>
                    </a:cubicBezTo>
                    <a:cubicBezTo>
                      <a:pt x="22242" y="7842"/>
                      <a:pt x="20968" y="5808"/>
                      <a:pt x="19476" y="3963"/>
                    </a:cubicBezTo>
                    <a:cubicBezTo>
                      <a:pt x="19611" y="3773"/>
                      <a:pt x="19693" y="3529"/>
                      <a:pt x="19801" y="3285"/>
                    </a:cubicBezTo>
                    <a:cubicBezTo>
                      <a:pt x="20045" y="2688"/>
                      <a:pt x="20154" y="1983"/>
                      <a:pt x="19883" y="1359"/>
                    </a:cubicBezTo>
                    <a:cubicBezTo>
                      <a:pt x="19526" y="502"/>
                      <a:pt x="18542" y="1"/>
                      <a:pt x="175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7" name="Google Shape;888;p32">
                <a:extLst>
                  <a:ext uri="{FF2B5EF4-FFF2-40B4-BE49-F238E27FC236}">
                    <a16:creationId xmlns:a16="http://schemas.microsoft.com/office/drawing/2014/main" id="{11598450-1288-BB96-379F-485C9838871C}"/>
                  </a:ext>
                </a:extLst>
              </p:cNvPr>
              <p:cNvSpPr/>
              <p:nvPr/>
            </p:nvSpPr>
            <p:spPr>
              <a:xfrm>
                <a:off x="8345425" y="3710650"/>
                <a:ext cx="132250" cy="265850"/>
              </a:xfrm>
              <a:custGeom>
                <a:avLst/>
                <a:gdLst/>
                <a:ahLst/>
                <a:cxnLst/>
                <a:rect l="l" t="t" r="r" b="b"/>
                <a:pathLst>
                  <a:path w="5290" h="10634" fill="none" extrusionOk="0">
                    <a:moveTo>
                      <a:pt x="4205" y="1"/>
                    </a:moveTo>
                    <a:cubicBezTo>
                      <a:pt x="5018" y="1140"/>
                      <a:pt x="5290" y="2686"/>
                      <a:pt x="5073" y="4069"/>
                    </a:cubicBezTo>
                    <a:cubicBezTo>
                      <a:pt x="4829" y="5453"/>
                      <a:pt x="4150" y="6782"/>
                      <a:pt x="3228" y="7867"/>
                    </a:cubicBezTo>
                    <a:cubicBezTo>
                      <a:pt x="2306" y="8952"/>
                      <a:pt x="1194" y="9874"/>
                      <a:pt x="1" y="10633"/>
                    </a:cubicBezTo>
                  </a:path>
                </a:pathLst>
              </a:custGeom>
              <a:noFill/>
              <a:ln w="162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8" name="Google Shape;889;p32">
                <a:extLst>
                  <a:ext uri="{FF2B5EF4-FFF2-40B4-BE49-F238E27FC236}">
                    <a16:creationId xmlns:a16="http://schemas.microsoft.com/office/drawing/2014/main" id="{B7F56CD0-0D50-5DFF-19DA-E9653CE20AFF}"/>
                  </a:ext>
                </a:extLst>
              </p:cNvPr>
              <p:cNvSpPr/>
              <p:nvPr/>
            </p:nvSpPr>
            <p:spPr>
              <a:xfrm>
                <a:off x="8249125" y="3994775"/>
                <a:ext cx="51575" cy="16975"/>
              </a:xfrm>
              <a:custGeom>
                <a:avLst/>
                <a:gdLst/>
                <a:ahLst/>
                <a:cxnLst/>
                <a:rect l="l" t="t" r="r" b="b"/>
                <a:pathLst>
                  <a:path w="2063" h="679" fill="none" extrusionOk="0">
                    <a:moveTo>
                      <a:pt x="2062" y="1"/>
                    </a:moveTo>
                    <a:cubicBezTo>
                      <a:pt x="1411" y="326"/>
                      <a:pt x="706" y="570"/>
                      <a:pt x="1" y="679"/>
                    </a:cubicBezTo>
                  </a:path>
                </a:pathLst>
              </a:custGeom>
              <a:noFill/>
              <a:ln w="162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9" name="Google Shape;890;p32">
                <a:extLst>
                  <a:ext uri="{FF2B5EF4-FFF2-40B4-BE49-F238E27FC236}">
                    <a16:creationId xmlns:a16="http://schemas.microsoft.com/office/drawing/2014/main" id="{457D2C32-2246-1556-9EE5-D84F1A29A242}"/>
                  </a:ext>
                </a:extLst>
              </p:cNvPr>
              <p:cNvSpPr/>
              <p:nvPr/>
            </p:nvSpPr>
            <p:spPr>
              <a:xfrm>
                <a:off x="7994175" y="3825250"/>
                <a:ext cx="42750" cy="119375"/>
              </a:xfrm>
              <a:custGeom>
                <a:avLst/>
                <a:gdLst/>
                <a:ahLst/>
                <a:cxnLst/>
                <a:rect l="l" t="t" r="r" b="b"/>
                <a:pathLst>
                  <a:path w="1710" h="4775" fill="none" extrusionOk="0">
                    <a:moveTo>
                      <a:pt x="272" y="1"/>
                    </a:moveTo>
                    <a:cubicBezTo>
                      <a:pt x="0" y="1683"/>
                      <a:pt x="543" y="3527"/>
                      <a:pt x="1709" y="4775"/>
                    </a:cubicBezTo>
                  </a:path>
                </a:pathLst>
              </a:custGeom>
              <a:noFill/>
              <a:ln w="162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" name="Google Shape;891;p32">
                <a:extLst>
                  <a:ext uri="{FF2B5EF4-FFF2-40B4-BE49-F238E27FC236}">
                    <a16:creationId xmlns:a16="http://schemas.microsoft.com/office/drawing/2014/main" id="{723198C1-35AC-E200-90E4-5C53D73F8EEE}"/>
                  </a:ext>
                </a:extLst>
              </p:cNvPr>
              <p:cNvSpPr/>
              <p:nvPr/>
            </p:nvSpPr>
            <p:spPr>
              <a:xfrm>
                <a:off x="8062650" y="3585700"/>
                <a:ext cx="259075" cy="193600"/>
              </a:xfrm>
              <a:custGeom>
                <a:avLst/>
                <a:gdLst/>
                <a:ahLst/>
                <a:cxnLst/>
                <a:rect l="l" t="t" r="r" b="b"/>
                <a:pathLst>
                  <a:path w="10363" h="7744" extrusionOk="0">
                    <a:moveTo>
                      <a:pt x="7235" y="0"/>
                    </a:moveTo>
                    <a:cubicBezTo>
                      <a:pt x="6045" y="0"/>
                      <a:pt x="4902" y="232"/>
                      <a:pt x="3825" y="795"/>
                    </a:cubicBezTo>
                    <a:cubicBezTo>
                      <a:pt x="2361" y="1500"/>
                      <a:pt x="1194" y="2721"/>
                      <a:pt x="462" y="4185"/>
                    </a:cubicBezTo>
                    <a:cubicBezTo>
                      <a:pt x="218" y="4619"/>
                      <a:pt x="55" y="5107"/>
                      <a:pt x="28" y="5596"/>
                    </a:cubicBezTo>
                    <a:cubicBezTo>
                      <a:pt x="1" y="6111"/>
                      <a:pt x="109" y="6626"/>
                      <a:pt x="408" y="7006"/>
                    </a:cubicBezTo>
                    <a:cubicBezTo>
                      <a:pt x="733" y="7440"/>
                      <a:pt x="1303" y="7684"/>
                      <a:pt x="1900" y="7738"/>
                    </a:cubicBezTo>
                    <a:cubicBezTo>
                      <a:pt x="1971" y="7742"/>
                      <a:pt x="2042" y="7744"/>
                      <a:pt x="2113" y="7744"/>
                    </a:cubicBezTo>
                    <a:cubicBezTo>
                      <a:pt x="2611" y="7744"/>
                      <a:pt x="3107" y="7660"/>
                      <a:pt x="3581" y="7494"/>
                    </a:cubicBezTo>
                    <a:cubicBezTo>
                      <a:pt x="5344" y="7006"/>
                      <a:pt x="6999" y="6138"/>
                      <a:pt x="8464" y="4999"/>
                    </a:cubicBezTo>
                    <a:cubicBezTo>
                      <a:pt x="9006" y="4592"/>
                      <a:pt x="9521" y="4104"/>
                      <a:pt x="9874" y="3507"/>
                    </a:cubicBezTo>
                    <a:cubicBezTo>
                      <a:pt x="10199" y="2938"/>
                      <a:pt x="10362" y="2178"/>
                      <a:pt x="10172" y="1527"/>
                    </a:cubicBezTo>
                    <a:cubicBezTo>
                      <a:pt x="9820" y="442"/>
                      <a:pt x="8653" y="35"/>
                      <a:pt x="7623" y="8"/>
                    </a:cubicBezTo>
                    <a:cubicBezTo>
                      <a:pt x="7493" y="3"/>
                      <a:pt x="7364" y="0"/>
                      <a:pt x="7235" y="0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5" name="Google Shape;892;p32">
              <a:extLst>
                <a:ext uri="{FF2B5EF4-FFF2-40B4-BE49-F238E27FC236}">
                  <a16:creationId xmlns:a16="http://schemas.microsoft.com/office/drawing/2014/main" id="{9D594034-599B-B878-850C-CB6C48324C03}"/>
                </a:ext>
              </a:extLst>
            </p:cNvPr>
            <p:cNvGrpSpPr/>
            <p:nvPr/>
          </p:nvGrpSpPr>
          <p:grpSpPr>
            <a:xfrm>
              <a:off x="5645250" y="2555175"/>
              <a:ext cx="766275" cy="460750"/>
              <a:chOff x="5645250" y="2555175"/>
              <a:chExt cx="766275" cy="460750"/>
            </a:xfrm>
          </p:grpSpPr>
          <p:sp>
            <p:nvSpPr>
              <p:cNvPr id="25" name="Google Shape;893;p32">
                <a:extLst>
                  <a:ext uri="{FF2B5EF4-FFF2-40B4-BE49-F238E27FC236}">
                    <a16:creationId xmlns:a16="http://schemas.microsoft.com/office/drawing/2014/main" id="{25C58425-7F24-7236-E766-444D29702A40}"/>
                  </a:ext>
                </a:extLst>
              </p:cNvPr>
              <p:cNvSpPr/>
              <p:nvPr/>
            </p:nvSpPr>
            <p:spPr>
              <a:xfrm>
                <a:off x="5645250" y="2555175"/>
                <a:ext cx="766275" cy="460750"/>
              </a:xfrm>
              <a:custGeom>
                <a:avLst/>
                <a:gdLst/>
                <a:ahLst/>
                <a:cxnLst/>
                <a:rect l="l" t="t" r="r" b="b"/>
                <a:pathLst>
                  <a:path w="30651" h="18430" extrusionOk="0">
                    <a:moveTo>
                      <a:pt x="30650" y="1"/>
                    </a:moveTo>
                    <a:lnTo>
                      <a:pt x="30650" y="1"/>
                    </a:lnTo>
                    <a:cubicBezTo>
                      <a:pt x="20669" y="2849"/>
                      <a:pt x="10199" y="5182"/>
                      <a:pt x="0" y="6863"/>
                    </a:cubicBezTo>
                    <a:cubicBezTo>
                      <a:pt x="1709" y="10823"/>
                      <a:pt x="3689" y="13644"/>
                      <a:pt x="6374" y="15733"/>
                    </a:cubicBezTo>
                    <a:cubicBezTo>
                      <a:pt x="8694" y="17593"/>
                      <a:pt x="11567" y="18429"/>
                      <a:pt x="14497" y="18429"/>
                    </a:cubicBezTo>
                    <a:cubicBezTo>
                      <a:pt x="19857" y="18429"/>
                      <a:pt x="25410" y="15630"/>
                      <a:pt x="28128" y="11176"/>
                    </a:cubicBezTo>
                    <a:cubicBezTo>
                      <a:pt x="30162" y="7867"/>
                      <a:pt x="30379" y="3798"/>
                      <a:pt x="306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" name="Google Shape;894;p32">
                <a:extLst>
                  <a:ext uri="{FF2B5EF4-FFF2-40B4-BE49-F238E27FC236}">
                    <a16:creationId xmlns:a16="http://schemas.microsoft.com/office/drawing/2014/main" id="{29AA553F-0D4F-D937-0734-A898B67507D0}"/>
                  </a:ext>
                </a:extLst>
              </p:cNvPr>
              <p:cNvSpPr/>
              <p:nvPr/>
            </p:nvSpPr>
            <p:spPr>
              <a:xfrm>
                <a:off x="6003150" y="2833725"/>
                <a:ext cx="76775" cy="181925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7277" extrusionOk="0">
                    <a:moveTo>
                      <a:pt x="1267" y="0"/>
                    </a:moveTo>
                    <a:cubicBezTo>
                      <a:pt x="673" y="0"/>
                      <a:pt x="1" y="514"/>
                      <a:pt x="114" y="1309"/>
                    </a:cubicBezTo>
                    <a:cubicBezTo>
                      <a:pt x="440" y="3316"/>
                      <a:pt x="738" y="5269"/>
                      <a:pt x="1036" y="7276"/>
                    </a:cubicBezTo>
                    <a:cubicBezTo>
                      <a:pt x="1714" y="7249"/>
                      <a:pt x="2393" y="7168"/>
                      <a:pt x="3071" y="7032"/>
                    </a:cubicBezTo>
                    <a:cubicBezTo>
                      <a:pt x="2745" y="4943"/>
                      <a:pt x="2420" y="2855"/>
                      <a:pt x="2094" y="766"/>
                    </a:cubicBezTo>
                    <a:cubicBezTo>
                      <a:pt x="2029" y="232"/>
                      <a:pt x="1665" y="0"/>
                      <a:pt x="12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" name="Google Shape;895;p32">
                <a:extLst>
                  <a:ext uri="{FF2B5EF4-FFF2-40B4-BE49-F238E27FC236}">
                    <a16:creationId xmlns:a16="http://schemas.microsoft.com/office/drawing/2014/main" id="{EBB4334D-ADE8-B6B4-001C-4007A8ED28EE}"/>
                  </a:ext>
                </a:extLst>
              </p:cNvPr>
              <p:cNvSpPr/>
              <p:nvPr/>
            </p:nvSpPr>
            <p:spPr>
              <a:xfrm>
                <a:off x="5746950" y="2777325"/>
                <a:ext cx="139300" cy="154225"/>
              </a:xfrm>
              <a:custGeom>
                <a:avLst/>
                <a:gdLst/>
                <a:ahLst/>
                <a:cxnLst/>
                <a:rect l="l" t="t" r="r" b="b"/>
                <a:pathLst>
                  <a:path w="5572" h="6169" extrusionOk="0">
                    <a:moveTo>
                      <a:pt x="4115" y="1"/>
                    </a:moveTo>
                    <a:cubicBezTo>
                      <a:pt x="3797" y="1"/>
                      <a:pt x="3471" y="131"/>
                      <a:pt x="3229" y="446"/>
                    </a:cubicBezTo>
                    <a:cubicBezTo>
                      <a:pt x="2144" y="1856"/>
                      <a:pt x="1086" y="3294"/>
                      <a:pt x="1" y="4704"/>
                    </a:cubicBezTo>
                    <a:cubicBezTo>
                      <a:pt x="462" y="5219"/>
                      <a:pt x="950" y="5735"/>
                      <a:pt x="1466" y="6169"/>
                    </a:cubicBezTo>
                    <a:cubicBezTo>
                      <a:pt x="2686" y="4623"/>
                      <a:pt x="3852" y="3022"/>
                      <a:pt x="5019" y="1449"/>
                    </a:cubicBezTo>
                    <a:cubicBezTo>
                      <a:pt x="5571" y="725"/>
                      <a:pt x="4866" y="1"/>
                      <a:pt x="411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" name="Google Shape;896;p32">
                <a:extLst>
                  <a:ext uri="{FF2B5EF4-FFF2-40B4-BE49-F238E27FC236}">
                    <a16:creationId xmlns:a16="http://schemas.microsoft.com/office/drawing/2014/main" id="{0673F94B-AC32-471E-AB6F-4470FCFB7128}"/>
                  </a:ext>
                </a:extLst>
              </p:cNvPr>
              <p:cNvSpPr/>
              <p:nvPr/>
            </p:nvSpPr>
            <p:spPr>
              <a:xfrm>
                <a:off x="6079450" y="2807975"/>
                <a:ext cx="118475" cy="181900"/>
              </a:xfrm>
              <a:custGeom>
                <a:avLst/>
                <a:gdLst/>
                <a:ahLst/>
                <a:cxnLst/>
                <a:rect l="l" t="t" r="r" b="b"/>
                <a:pathLst>
                  <a:path w="4739" h="7276" extrusionOk="0">
                    <a:moveTo>
                      <a:pt x="1362" y="1"/>
                    </a:moveTo>
                    <a:cubicBezTo>
                      <a:pt x="705" y="1"/>
                      <a:pt x="1" y="746"/>
                      <a:pt x="371" y="1579"/>
                    </a:cubicBezTo>
                    <a:cubicBezTo>
                      <a:pt x="1212" y="3478"/>
                      <a:pt x="2026" y="5377"/>
                      <a:pt x="2867" y="7275"/>
                    </a:cubicBezTo>
                    <a:cubicBezTo>
                      <a:pt x="3518" y="7058"/>
                      <a:pt x="4114" y="6787"/>
                      <a:pt x="4738" y="6462"/>
                    </a:cubicBezTo>
                    <a:cubicBezTo>
                      <a:pt x="3843" y="4509"/>
                      <a:pt x="2975" y="2529"/>
                      <a:pt x="2134" y="549"/>
                    </a:cubicBezTo>
                    <a:cubicBezTo>
                      <a:pt x="1962" y="162"/>
                      <a:pt x="1667" y="1"/>
                      <a:pt x="13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" name="Google Shape;897;p32">
                <a:extLst>
                  <a:ext uri="{FF2B5EF4-FFF2-40B4-BE49-F238E27FC236}">
                    <a16:creationId xmlns:a16="http://schemas.microsoft.com/office/drawing/2014/main" id="{83F9C2F2-6838-E75D-CCAD-39A9E6CE903F}"/>
                  </a:ext>
                </a:extLst>
              </p:cNvPr>
              <p:cNvSpPr/>
              <p:nvPr/>
            </p:nvSpPr>
            <p:spPr>
              <a:xfrm>
                <a:off x="5683900" y="2751150"/>
                <a:ext cx="116100" cy="96325"/>
              </a:xfrm>
              <a:custGeom>
                <a:avLst/>
                <a:gdLst/>
                <a:ahLst/>
                <a:cxnLst/>
                <a:rect l="l" t="t" r="r" b="b"/>
                <a:pathLst>
                  <a:path w="4644" h="3853" extrusionOk="0">
                    <a:moveTo>
                      <a:pt x="3057" y="0"/>
                    </a:moveTo>
                    <a:cubicBezTo>
                      <a:pt x="2832" y="0"/>
                      <a:pt x="2599" y="73"/>
                      <a:pt x="2387" y="245"/>
                    </a:cubicBezTo>
                    <a:cubicBezTo>
                      <a:pt x="1601" y="869"/>
                      <a:pt x="787" y="1493"/>
                      <a:pt x="0" y="2144"/>
                    </a:cubicBezTo>
                    <a:cubicBezTo>
                      <a:pt x="353" y="2740"/>
                      <a:pt x="733" y="3310"/>
                      <a:pt x="1085" y="3852"/>
                    </a:cubicBezTo>
                    <a:cubicBezTo>
                      <a:pt x="2007" y="3120"/>
                      <a:pt x="2930" y="2415"/>
                      <a:pt x="3852" y="1655"/>
                    </a:cubicBezTo>
                    <a:cubicBezTo>
                      <a:pt x="4643" y="1013"/>
                      <a:pt x="3899" y="0"/>
                      <a:pt x="305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" name="Google Shape;898;p32">
                <a:extLst>
                  <a:ext uri="{FF2B5EF4-FFF2-40B4-BE49-F238E27FC236}">
                    <a16:creationId xmlns:a16="http://schemas.microsoft.com/office/drawing/2014/main" id="{02F5DA56-2728-03E4-05ED-0E4C87A28FB4}"/>
                  </a:ext>
                </a:extLst>
              </p:cNvPr>
              <p:cNvSpPr/>
              <p:nvPr/>
            </p:nvSpPr>
            <p:spPr>
              <a:xfrm>
                <a:off x="5864275" y="2829075"/>
                <a:ext cx="105575" cy="174350"/>
              </a:xfrm>
              <a:custGeom>
                <a:avLst/>
                <a:gdLst/>
                <a:ahLst/>
                <a:cxnLst/>
                <a:rect l="l" t="t" r="r" b="b"/>
                <a:pathLst>
                  <a:path w="4223" h="6974" extrusionOk="0">
                    <a:moveTo>
                      <a:pt x="2960" y="1"/>
                    </a:moveTo>
                    <a:cubicBezTo>
                      <a:pt x="2544" y="1"/>
                      <a:pt x="2125" y="214"/>
                      <a:pt x="1953" y="708"/>
                    </a:cubicBezTo>
                    <a:cubicBezTo>
                      <a:pt x="1302" y="2580"/>
                      <a:pt x="651" y="4397"/>
                      <a:pt x="0" y="6269"/>
                    </a:cubicBezTo>
                    <a:cubicBezTo>
                      <a:pt x="624" y="6540"/>
                      <a:pt x="1275" y="6784"/>
                      <a:pt x="1953" y="6974"/>
                    </a:cubicBezTo>
                    <a:cubicBezTo>
                      <a:pt x="2631" y="5048"/>
                      <a:pt x="3282" y="3149"/>
                      <a:pt x="3960" y="1251"/>
                    </a:cubicBezTo>
                    <a:cubicBezTo>
                      <a:pt x="4222" y="497"/>
                      <a:pt x="3594" y="1"/>
                      <a:pt x="296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" name="Google Shape;899;p32">
                <a:extLst>
                  <a:ext uri="{FF2B5EF4-FFF2-40B4-BE49-F238E27FC236}">
                    <a16:creationId xmlns:a16="http://schemas.microsoft.com/office/drawing/2014/main" id="{99038555-94F8-7720-474E-5D422D952B35}"/>
                  </a:ext>
                </a:extLst>
              </p:cNvPr>
              <p:cNvSpPr/>
              <p:nvPr/>
            </p:nvSpPr>
            <p:spPr>
              <a:xfrm>
                <a:off x="6250100" y="2625025"/>
                <a:ext cx="156000" cy="52250"/>
              </a:xfrm>
              <a:custGeom>
                <a:avLst/>
                <a:gdLst/>
                <a:ahLst/>
                <a:cxnLst/>
                <a:rect l="l" t="t" r="r" b="b"/>
                <a:pathLst>
                  <a:path w="6240" h="2090" extrusionOk="0">
                    <a:moveTo>
                      <a:pt x="1330" y="1"/>
                    </a:moveTo>
                    <a:cubicBezTo>
                      <a:pt x="1" y="1"/>
                      <a:pt x="1" y="2035"/>
                      <a:pt x="1330" y="2062"/>
                    </a:cubicBezTo>
                    <a:cubicBezTo>
                      <a:pt x="2903" y="2062"/>
                      <a:pt x="4449" y="2089"/>
                      <a:pt x="6022" y="2089"/>
                    </a:cubicBezTo>
                    <a:cubicBezTo>
                      <a:pt x="6104" y="1411"/>
                      <a:pt x="6185" y="733"/>
                      <a:pt x="6239" y="28"/>
                    </a:cubicBezTo>
                    <a:cubicBezTo>
                      <a:pt x="4585" y="28"/>
                      <a:pt x="2957" y="1"/>
                      <a:pt x="133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" name="Google Shape;900;p32">
                <a:extLst>
                  <a:ext uri="{FF2B5EF4-FFF2-40B4-BE49-F238E27FC236}">
                    <a16:creationId xmlns:a16="http://schemas.microsoft.com/office/drawing/2014/main" id="{BEA786AE-D613-F472-BD85-AF12877BF57A}"/>
                  </a:ext>
                </a:extLst>
              </p:cNvPr>
              <p:cNvSpPr/>
              <p:nvPr/>
            </p:nvSpPr>
            <p:spPr>
              <a:xfrm>
                <a:off x="6217275" y="2710225"/>
                <a:ext cx="158300" cy="113500"/>
              </a:xfrm>
              <a:custGeom>
                <a:avLst/>
                <a:gdLst/>
                <a:ahLst/>
                <a:cxnLst/>
                <a:rect l="l" t="t" r="r" b="b"/>
                <a:pathLst>
                  <a:path w="6332" h="4540" extrusionOk="0">
                    <a:moveTo>
                      <a:pt x="1416" y="0"/>
                    </a:moveTo>
                    <a:cubicBezTo>
                      <a:pt x="571" y="0"/>
                      <a:pt x="0" y="1351"/>
                      <a:pt x="907" y="1963"/>
                    </a:cubicBezTo>
                    <a:cubicBezTo>
                      <a:pt x="2372" y="2967"/>
                      <a:pt x="3890" y="3835"/>
                      <a:pt x="5518" y="4540"/>
                    </a:cubicBezTo>
                    <a:cubicBezTo>
                      <a:pt x="5843" y="3943"/>
                      <a:pt x="6115" y="3319"/>
                      <a:pt x="6332" y="2696"/>
                    </a:cubicBezTo>
                    <a:cubicBezTo>
                      <a:pt x="4813" y="1963"/>
                      <a:pt x="3321" y="1122"/>
                      <a:pt x="1938" y="173"/>
                    </a:cubicBezTo>
                    <a:cubicBezTo>
                      <a:pt x="1759" y="53"/>
                      <a:pt x="1582" y="0"/>
                      <a:pt x="141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" name="Google Shape;901;p32">
                <a:extLst>
                  <a:ext uri="{FF2B5EF4-FFF2-40B4-BE49-F238E27FC236}">
                    <a16:creationId xmlns:a16="http://schemas.microsoft.com/office/drawing/2014/main" id="{B487DE5B-8559-F855-8EC5-9446435F6EEA}"/>
                  </a:ext>
                </a:extLst>
              </p:cNvPr>
              <p:cNvSpPr/>
              <p:nvPr/>
            </p:nvSpPr>
            <p:spPr>
              <a:xfrm>
                <a:off x="6155375" y="2767575"/>
                <a:ext cx="141550" cy="164650"/>
              </a:xfrm>
              <a:custGeom>
                <a:avLst/>
                <a:gdLst/>
                <a:ahLst/>
                <a:cxnLst/>
                <a:rect l="l" t="t" r="r" b="b"/>
                <a:pathLst>
                  <a:path w="5662" h="6586" extrusionOk="0">
                    <a:moveTo>
                      <a:pt x="1461" y="1"/>
                    </a:moveTo>
                    <a:cubicBezTo>
                      <a:pt x="728" y="1"/>
                      <a:pt x="1" y="750"/>
                      <a:pt x="535" y="1514"/>
                    </a:cubicBezTo>
                    <a:lnTo>
                      <a:pt x="4115" y="6586"/>
                    </a:lnTo>
                    <a:cubicBezTo>
                      <a:pt x="4631" y="6179"/>
                      <a:pt x="5200" y="5745"/>
                      <a:pt x="5661" y="5230"/>
                    </a:cubicBezTo>
                    <a:cubicBezTo>
                      <a:pt x="4549" y="3684"/>
                      <a:pt x="3437" y="2056"/>
                      <a:pt x="2298" y="456"/>
                    </a:cubicBezTo>
                    <a:cubicBezTo>
                      <a:pt x="2081" y="134"/>
                      <a:pt x="1770" y="1"/>
                      <a:pt x="146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" name="Google Shape;902;p32">
                <a:extLst>
                  <a:ext uri="{FF2B5EF4-FFF2-40B4-BE49-F238E27FC236}">
                    <a16:creationId xmlns:a16="http://schemas.microsoft.com/office/drawing/2014/main" id="{3F7C5ED0-E334-59CC-BD88-9E76C41605CB}"/>
                  </a:ext>
                </a:extLst>
              </p:cNvPr>
              <p:cNvSpPr/>
              <p:nvPr/>
            </p:nvSpPr>
            <p:spPr>
              <a:xfrm>
                <a:off x="5685250" y="2568075"/>
                <a:ext cx="680150" cy="374675"/>
              </a:xfrm>
              <a:custGeom>
                <a:avLst/>
                <a:gdLst/>
                <a:ahLst/>
                <a:cxnLst/>
                <a:rect l="l" t="t" r="r" b="b"/>
                <a:pathLst>
                  <a:path w="27206" h="14987" extrusionOk="0">
                    <a:moveTo>
                      <a:pt x="27206" y="0"/>
                    </a:moveTo>
                    <a:cubicBezTo>
                      <a:pt x="18336" y="2469"/>
                      <a:pt x="9087" y="4530"/>
                      <a:pt x="1" y="6076"/>
                    </a:cubicBezTo>
                    <a:cubicBezTo>
                      <a:pt x="1764" y="9901"/>
                      <a:pt x="5046" y="13047"/>
                      <a:pt x="9087" y="14349"/>
                    </a:cubicBezTo>
                    <a:cubicBezTo>
                      <a:pt x="10432" y="14778"/>
                      <a:pt x="11846" y="14987"/>
                      <a:pt x="13262" y="14987"/>
                    </a:cubicBezTo>
                    <a:cubicBezTo>
                      <a:pt x="17040" y="14987"/>
                      <a:pt x="20829" y="13496"/>
                      <a:pt x="23354" y="10714"/>
                    </a:cubicBezTo>
                    <a:cubicBezTo>
                      <a:pt x="25361" y="8517"/>
                      <a:pt x="26501" y="5696"/>
                      <a:pt x="26989" y="2740"/>
                    </a:cubicBezTo>
                    <a:cubicBezTo>
                      <a:pt x="27152" y="1872"/>
                      <a:pt x="27206" y="923"/>
                      <a:pt x="272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5" name="Google Shape;903;p32">
                <a:extLst>
                  <a:ext uri="{FF2B5EF4-FFF2-40B4-BE49-F238E27FC236}">
                    <a16:creationId xmlns:a16="http://schemas.microsoft.com/office/drawing/2014/main" id="{71942D3F-A0E4-3865-7000-7D606CEC0CDD}"/>
                  </a:ext>
                </a:extLst>
              </p:cNvPr>
              <p:cNvSpPr/>
              <p:nvPr/>
            </p:nvSpPr>
            <p:spPr>
              <a:xfrm>
                <a:off x="5695425" y="2572825"/>
                <a:ext cx="659800" cy="356225"/>
              </a:xfrm>
              <a:custGeom>
                <a:avLst/>
                <a:gdLst/>
                <a:ahLst/>
                <a:cxnLst/>
                <a:rect l="l" t="t" r="r" b="b"/>
                <a:pathLst>
                  <a:path w="26392" h="14249" extrusionOk="0">
                    <a:moveTo>
                      <a:pt x="26202" y="0"/>
                    </a:moveTo>
                    <a:lnTo>
                      <a:pt x="26202" y="0"/>
                    </a:lnTo>
                    <a:cubicBezTo>
                      <a:pt x="17631" y="2360"/>
                      <a:pt x="8707" y="4313"/>
                      <a:pt x="0" y="5805"/>
                    </a:cubicBezTo>
                    <a:cubicBezTo>
                      <a:pt x="1221" y="8354"/>
                      <a:pt x="3147" y="10524"/>
                      <a:pt x="5507" y="12043"/>
                    </a:cubicBezTo>
                    <a:cubicBezTo>
                      <a:pt x="7771" y="13467"/>
                      <a:pt x="10416" y="14248"/>
                      <a:pt x="13046" y="14248"/>
                    </a:cubicBezTo>
                    <a:cubicBezTo>
                      <a:pt x="13472" y="14248"/>
                      <a:pt x="13898" y="14228"/>
                      <a:pt x="14322" y="14186"/>
                    </a:cubicBezTo>
                    <a:cubicBezTo>
                      <a:pt x="18173" y="13806"/>
                      <a:pt x="21754" y="11636"/>
                      <a:pt x="23924" y="8463"/>
                    </a:cubicBezTo>
                    <a:cubicBezTo>
                      <a:pt x="25578" y="6022"/>
                      <a:pt x="26392" y="2957"/>
                      <a:pt x="2620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" name="Google Shape;904;p32">
                <a:extLst>
                  <a:ext uri="{FF2B5EF4-FFF2-40B4-BE49-F238E27FC236}">
                    <a16:creationId xmlns:a16="http://schemas.microsoft.com/office/drawing/2014/main" id="{E91D5895-6985-3661-2453-75A64E5F5A98}"/>
                  </a:ext>
                </a:extLst>
              </p:cNvPr>
              <p:cNvSpPr/>
              <p:nvPr/>
            </p:nvSpPr>
            <p:spPr>
              <a:xfrm>
                <a:off x="5978200" y="2689450"/>
                <a:ext cx="14250" cy="27825"/>
              </a:xfrm>
              <a:custGeom>
                <a:avLst/>
                <a:gdLst/>
                <a:ahLst/>
                <a:cxnLst/>
                <a:rect l="l" t="t" r="r" b="b"/>
                <a:pathLst>
                  <a:path w="570" h="1113" extrusionOk="0">
                    <a:moveTo>
                      <a:pt x="298" y="0"/>
                    </a:moveTo>
                    <a:cubicBezTo>
                      <a:pt x="0" y="0"/>
                      <a:pt x="81" y="733"/>
                      <a:pt x="81" y="868"/>
                    </a:cubicBezTo>
                    <a:cubicBezTo>
                      <a:pt x="81" y="977"/>
                      <a:pt x="109" y="1085"/>
                      <a:pt x="217" y="1113"/>
                    </a:cubicBezTo>
                    <a:cubicBezTo>
                      <a:pt x="271" y="1113"/>
                      <a:pt x="298" y="1085"/>
                      <a:pt x="380" y="1031"/>
                    </a:cubicBezTo>
                    <a:cubicBezTo>
                      <a:pt x="407" y="1004"/>
                      <a:pt x="434" y="950"/>
                      <a:pt x="434" y="868"/>
                    </a:cubicBezTo>
                    <a:cubicBezTo>
                      <a:pt x="488" y="706"/>
                      <a:pt x="570" y="28"/>
                      <a:pt x="2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" name="Google Shape;905;p32">
                <a:extLst>
                  <a:ext uri="{FF2B5EF4-FFF2-40B4-BE49-F238E27FC236}">
                    <a16:creationId xmlns:a16="http://schemas.microsoft.com/office/drawing/2014/main" id="{C34FABB5-2A21-260C-E73B-D7B98DA4B9EB}"/>
                  </a:ext>
                </a:extLst>
              </p:cNvPr>
              <p:cNvSpPr/>
              <p:nvPr/>
            </p:nvSpPr>
            <p:spPr>
              <a:xfrm>
                <a:off x="5854775" y="2724350"/>
                <a:ext cx="189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759" h="1062" extrusionOk="0">
                    <a:moveTo>
                      <a:pt x="610" y="0"/>
                    </a:moveTo>
                    <a:cubicBezTo>
                      <a:pt x="577" y="0"/>
                      <a:pt x="537" y="13"/>
                      <a:pt x="489" y="42"/>
                    </a:cubicBezTo>
                    <a:cubicBezTo>
                      <a:pt x="326" y="259"/>
                      <a:pt x="163" y="503"/>
                      <a:pt x="55" y="693"/>
                    </a:cubicBezTo>
                    <a:cubicBezTo>
                      <a:pt x="28" y="802"/>
                      <a:pt x="1" y="937"/>
                      <a:pt x="55" y="991"/>
                    </a:cubicBezTo>
                    <a:cubicBezTo>
                      <a:pt x="72" y="1043"/>
                      <a:pt x="122" y="1062"/>
                      <a:pt x="177" y="1062"/>
                    </a:cubicBezTo>
                    <a:cubicBezTo>
                      <a:pt x="209" y="1062"/>
                      <a:pt x="242" y="1056"/>
                      <a:pt x="272" y="1046"/>
                    </a:cubicBezTo>
                    <a:cubicBezTo>
                      <a:pt x="326" y="991"/>
                      <a:pt x="407" y="964"/>
                      <a:pt x="434" y="910"/>
                    </a:cubicBezTo>
                    <a:cubicBezTo>
                      <a:pt x="570" y="774"/>
                      <a:pt x="679" y="585"/>
                      <a:pt x="706" y="422"/>
                    </a:cubicBezTo>
                    <a:cubicBezTo>
                      <a:pt x="750" y="266"/>
                      <a:pt x="758" y="0"/>
                      <a:pt x="6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" name="Google Shape;906;p32">
                <a:extLst>
                  <a:ext uri="{FF2B5EF4-FFF2-40B4-BE49-F238E27FC236}">
                    <a16:creationId xmlns:a16="http://schemas.microsoft.com/office/drawing/2014/main" id="{4DC99DC2-B977-2DB0-1D21-C554E4F4E665}"/>
                  </a:ext>
                </a:extLst>
              </p:cNvPr>
              <p:cNvSpPr/>
              <p:nvPr/>
            </p:nvSpPr>
            <p:spPr>
              <a:xfrm>
                <a:off x="5913775" y="2775825"/>
                <a:ext cx="21050" cy="34350"/>
              </a:xfrm>
              <a:custGeom>
                <a:avLst/>
                <a:gdLst/>
                <a:ahLst/>
                <a:cxnLst/>
                <a:rect l="l" t="t" r="r" b="b"/>
                <a:pathLst>
                  <a:path w="842" h="1374" extrusionOk="0">
                    <a:moveTo>
                      <a:pt x="497" y="1"/>
                    </a:moveTo>
                    <a:cubicBezTo>
                      <a:pt x="241" y="1"/>
                      <a:pt x="77" y="628"/>
                      <a:pt x="27" y="777"/>
                    </a:cubicBezTo>
                    <a:cubicBezTo>
                      <a:pt x="0" y="912"/>
                      <a:pt x="0" y="1021"/>
                      <a:pt x="27" y="1157"/>
                    </a:cubicBezTo>
                    <a:cubicBezTo>
                      <a:pt x="82" y="1238"/>
                      <a:pt x="163" y="1346"/>
                      <a:pt x="299" y="1374"/>
                    </a:cubicBezTo>
                    <a:cubicBezTo>
                      <a:pt x="407" y="1374"/>
                      <a:pt x="489" y="1346"/>
                      <a:pt x="543" y="1292"/>
                    </a:cubicBezTo>
                    <a:cubicBezTo>
                      <a:pt x="624" y="1211"/>
                      <a:pt x="651" y="1129"/>
                      <a:pt x="678" y="1048"/>
                    </a:cubicBezTo>
                    <a:cubicBezTo>
                      <a:pt x="760" y="831"/>
                      <a:pt x="841" y="153"/>
                      <a:pt x="570" y="17"/>
                    </a:cubicBezTo>
                    <a:cubicBezTo>
                      <a:pt x="545" y="6"/>
                      <a:pt x="521" y="1"/>
                      <a:pt x="4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" name="Google Shape;907;p32">
                <a:extLst>
                  <a:ext uri="{FF2B5EF4-FFF2-40B4-BE49-F238E27FC236}">
                    <a16:creationId xmlns:a16="http://schemas.microsoft.com/office/drawing/2014/main" id="{C5FC8A48-4B37-43E7-B28E-F4844D9A5FE3}"/>
                  </a:ext>
                </a:extLst>
              </p:cNvPr>
              <p:cNvSpPr/>
              <p:nvPr/>
            </p:nvSpPr>
            <p:spPr>
              <a:xfrm>
                <a:off x="6049400" y="2755525"/>
                <a:ext cx="22400" cy="32950"/>
              </a:xfrm>
              <a:custGeom>
                <a:avLst/>
                <a:gdLst/>
                <a:ahLst/>
                <a:cxnLst/>
                <a:rect l="l" t="t" r="r" b="b"/>
                <a:pathLst>
                  <a:path w="896" h="1318" extrusionOk="0">
                    <a:moveTo>
                      <a:pt x="522" y="0"/>
                    </a:moveTo>
                    <a:cubicBezTo>
                      <a:pt x="495" y="0"/>
                      <a:pt x="466" y="5"/>
                      <a:pt x="434" y="16"/>
                    </a:cubicBezTo>
                    <a:cubicBezTo>
                      <a:pt x="0" y="124"/>
                      <a:pt x="271" y="775"/>
                      <a:pt x="380" y="1046"/>
                    </a:cubicBezTo>
                    <a:cubicBezTo>
                      <a:pt x="407" y="1101"/>
                      <a:pt x="434" y="1182"/>
                      <a:pt x="515" y="1236"/>
                    </a:cubicBezTo>
                    <a:cubicBezTo>
                      <a:pt x="570" y="1318"/>
                      <a:pt x="651" y="1318"/>
                      <a:pt x="760" y="1318"/>
                    </a:cubicBezTo>
                    <a:cubicBezTo>
                      <a:pt x="814" y="1263"/>
                      <a:pt x="841" y="1209"/>
                      <a:pt x="895" y="1128"/>
                    </a:cubicBezTo>
                    <a:lnTo>
                      <a:pt x="895" y="911"/>
                    </a:lnTo>
                    <a:cubicBezTo>
                      <a:pt x="845" y="686"/>
                      <a:pt x="841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" name="Google Shape;908;p32">
                <a:extLst>
                  <a:ext uri="{FF2B5EF4-FFF2-40B4-BE49-F238E27FC236}">
                    <a16:creationId xmlns:a16="http://schemas.microsoft.com/office/drawing/2014/main" id="{1D1299F2-1895-83E5-1AA3-2E3859471B7C}"/>
                  </a:ext>
                </a:extLst>
              </p:cNvPr>
              <p:cNvSpPr/>
              <p:nvPr/>
            </p:nvSpPr>
            <p:spPr>
              <a:xfrm>
                <a:off x="6141600" y="2661525"/>
                <a:ext cx="29200" cy="25525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1021" extrusionOk="0">
                    <a:moveTo>
                      <a:pt x="589" y="0"/>
                    </a:moveTo>
                    <a:cubicBezTo>
                      <a:pt x="526" y="0"/>
                      <a:pt x="457" y="26"/>
                      <a:pt x="381" y="87"/>
                    </a:cubicBezTo>
                    <a:cubicBezTo>
                      <a:pt x="1" y="385"/>
                      <a:pt x="543" y="846"/>
                      <a:pt x="815" y="982"/>
                    </a:cubicBezTo>
                    <a:cubicBezTo>
                      <a:pt x="872" y="1001"/>
                      <a:pt x="943" y="1020"/>
                      <a:pt x="999" y="1020"/>
                    </a:cubicBezTo>
                    <a:cubicBezTo>
                      <a:pt x="1022" y="1020"/>
                      <a:pt x="1043" y="1017"/>
                      <a:pt x="1059" y="1009"/>
                    </a:cubicBezTo>
                    <a:cubicBezTo>
                      <a:pt x="1167" y="928"/>
                      <a:pt x="1140" y="792"/>
                      <a:pt x="1086" y="711"/>
                    </a:cubicBezTo>
                    <a:cubicBezTo>
                      <a:pt x="1020" y="490"/>
                      <a:pt x="86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" name="Google Shape;909;p32">
                <a:extLst>
                  <a:ext uri="{FF2B5EF4-FFF2-40B4-BE49-F238E27FC236}">
                    <a16:creationId xmlns:a16="http://schemas.microsoft.com/office/drawing/2014/main" id="{4BBD27D6-A8AE-15ED-1790-F94974B1BEC9}"/>
                  </a:ext>
                </a:extLst>
              </p:cNvPr>
              <p:cNvSpPr/>
              <p:nvPr/>
            </p:nvSpPr>
            <p:spPr>
              <a:xfrm>
                <a:off x="6144725" y="2711600"/>
                <a:ext cx="18600" cy="36025"/>
              </a:xfrm>
              <a:custGeom>
                <a:avLst/>
                <a:gdLst/>
                <a:ahLst/>
                <a:cxnLst/>
                <a:rect l="l" t="t" r="r" b="b"/>
                <a:pathLst>
                  <a:path w="744" h="1441" extrusionOk="0">
                    <a:moveTo>
                      <a:pt x="146" y="0"/>
                    </a:moveTo>
                    <a:cubicBezTo>
                      <a:pt x="0" y="0"/>
                      <a:pt x="31" y="272"/>
                      <a:pt x="93" y="416"/>
                    </a:cubicBezTo>
                    <a:cubicBezTo>
                      <a:pt x="120" y="742"/>
                      <a:pt x="256" y="1040"/>
                      <a:pt x="418" y="1312"/>
                    </a:cubicBezTo>
                    <a:cubicBezTo>
                      <a:pt x="473" y="1339"/>
                      <a:pt x="473" y="1366"/>
                      <a:pt x="500" y="1420"/>
                    </a:cubicBezTo>
                    <a:cubicBezTo>
                      <a:pt x="513" y="1434"/>
                      <a:pt x="527" y="1440"/>
                      <a:pt x="547" y="1440"/>
                    </a:cubicBezTo>
                    <a:cubicBezTo>
                      <a:pt x="568" y="1440"/>
                      <a:pt x="595" y="1434"/>
                      <a:pt x="635" y="1420"/>
                    </a:cubicBezTo>
                    <a:cubicBezTo>
                      <a:pt x="663" y="1366"/>
                      <a:pt x="690" y="1339"/>
                      <a:pt x="690" y="1284"/>
                    </a:cubicBezTo>
                    <a:cubicBezTo>
                      <a:pt x="744" y="959"/>
                      <a:pt x="663" y="661"/>
                      <a:pt x="527" y="389"/>
                    </a:cubicBezTo>
                    <a:cubicBezTo>
                      <a:pt x="500" y="281"/>
                      <a:pt x="418" y="199"/>
                      <a:pt x="337" y="91"/>
                    </a:cubicBezTo>
                    <a:cubicBezTo>
                      <a:pt x="253" y="27"/>
                      <a:pt x="191" y="0"/>
                      <a:pt x="1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" name="Google Shape;910;p32">
                <a:extLst>
                  <a:ext uri="{FF2B5EF4-FFF2-40B4-BE49-F238E27FC236}">
                    <a16:creationId xmlns:a16="http://schemas.microsoft.com/office/drawing/2014/main" id="{B4F9AC77-16B0-64AA-D6F0-A6BD93F4A47E}"/>
                  </a:ext>
                </a:extLst>
              </p:cNvPr>
              <p:cNvSpPr/>
              <p:nvPr/>
            </p:nvSpPr>
            <p:spPr>
              <a:xfrm>
                <a:off x="6231125" y="2648325"/>
                <a:ext cx="29175" cy="20000"/>
              </a:xfrm>
              <a:custGeom>
                <a:avLst/>
                <a:gdLst/>
                <a:ahLst/>
                <a:cxnLst/>
                <a:rect l="l" t="t" r="r" b="b"/>
                <a:pathLst>
                  <a:path w="1167" h="800" extrusionOk="0">
                    <a:moveTo>
                      <a:pt x="370" y="1"/>
                    </a:moveTo>
                    <a:cubicBezTo>
                      <a:pt x="206" y="1"/>
                      <a:pt x="55" y="47"/>
                      <a:pt x="55" y="208"/>
                    </a:cubicBezTo>
                    <a:cubicBezTo>
                      <a:pt x="0" y="479"/>
                      <a:pt x="434" y="642"/>
                      <a:pt x="597" y="723"/>
                    </a:cubicBezTo>
                    <a:cubicBezTo>
                      <a:pt x="693" y="762"/>
                      <a:pt x="789" y="800"/>
                      <a:pt x="885" y="800"/>
                    </a:cubicBezTo>
                    <a:cubicBezTo>
                      <a:pt x="924" y="800"/>
                      <a:pt x="964" y="793"/>
                      <a:pt x="1004" y="778"/>
                    </a:cubicBezTo>
                    <a:cubicBezTo>
                      <a:pt x="1112" y="750"/>
                      <a:pt x="1167" y="615"/>
                      <a:pt x="1167" y="479"/>
                    </a:cubicBezTo>
                    <a:cubicBezTo>
                      <a:pt x="1167" y="344"/>
                      <a:pt x="1085" y="235"/>
                      <a:pt x="1004" y="181"/>
                    </a:cubicBezTo>
                    <a:cubicBezTo>
                      <a:pt x="895" y="99"/>
                      <a:pt x="814" y="72"/>
                      <a:pt x="678" y="45"/>
                    </a:cubicBezTo>
                    <a:cubicBezTo>
                      <a:pt x="601" y="23"/>
                      <a:pt x="483" y="1"/>
                      <a:pt x="3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" name="Google Shape;911;p32">
                <a:extLst>
                  <a:ext uri="{FF2B5EF4-FFF2-40B4-BE49-F238E27FC236}">
                    <a16:creationId xmlns:a16="http://schemas.microsoft.com/office/drawing/2014/main" id="{61A35933-31BD-F09B-45EB-12DBDED7F745}"/>
                  </a:ext>
                </a:extLst>
              </p:cNvPr>
              <p:cNvSpPr/>
              <p:nvPr/>
            </p:nvSpPr>
            <p:spPr>
              <a:xfrm>
                <a:off x="6241975" y="2717625"/>
                <a:ext cx="33250" cy="20600"/>
              </a:xfrm>
              <a:custGeom>
                <a:avLst/>
                <a:gdLst/>
                <a:ahLst/>
                <a:cxnLst/>
                <a:rect l="l" t="t" r="r" b="b"/>
                <a:pathLst>
                  <a:path w="1330" h="824" extrusionOk="0">
                    <a:moveTo>
                      <a:pt x="651" y="1"/>
                    </a:moveTo>
                    <a:cubicBezTo>
                      <a:pt x="624" y="1"/>
                      <a:pt x="597" y="4"/>
                      <a:pt x="570" y="13"/>
                    </a:cubicBezTo>
                    <a:cubicBezTo>
                      <a:pt x="0" y="94"/>
                      <a:pt x="705" y="664"/>
                      <a:pt x="922" y="772"/>
                    </a:cubicBezTo>
                    <a:cubicBezTo>
                      <a:pt x="967" y="802"/>
                      <a:pt x="1028" y="823"/>
                      <a:pt x="1092" y="823"/>
                    </a:cubicBezTo>
                    <a:cubicBezTo>
                      <a:pt x="1144" y="823"/>
                      <a:pt x="1199" y="809"/>
                      <a:pt x="1248" y="772"/>
                    </a:cubicBezTo>
                    <a:cubicBezTo>
                      <a:pt x="1329" y="691"/>
                      <a:pt x="1329" y="582"/>
                      <a:pt x="1329" y="501"/>
                    </a:cubicBezTo>
                    <a:cubicBezTo>
                      <a:pt x="1329" y="392"/>
                      <a:pt x="1329" y="284"/>
                      <a:pt x="1248" y="230"/>
                    </a:cubicBezTo>
                    <a:cubicBezTo>
                      <a:pt x="1139" y="67"/>
                      <a:pt x="977" y="40"/>
                      <a:pt x="814" y="13"/>
                    </a:cubicBezTo>
                    <a:cubicBezTo>
                      <a:pt x="760" y="13"/>
                      <a:pt x="705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4" name="Google Shape;912;p32">
                <a:extLst>
                  <a:ext uri="{FF2B5EF4-FFF2-40B4-BE49-F238E27FC236}">
                    <a16:creationId xmlns:a16="http://schemas.microsoft.com/office/drawing/2014/main" id="{D077910A-2396-FE83-A3CB-D65DD0237375}"/>
                  </a:ext>
                </a:extLst>
              </p:cNvPr>
              <p:cNvSpPr/>
              <p:nvPr/>
            </p:nvSpPr>
            <p:spPr>
              <a:xfrm>
                <a:off x="6125100" y="2814350"/>
                <a:ext cx="21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851" h="1427" extrusionOk="0">
                    <a:moveTo>
                      <a:pt x="291" y="0"/>
                    </a:moveTo>
                    <a:cubicBezTo>
                      <a:pt x="1" y="0"/>
                      <a:pt x="270" y="1027"/>
                      <a:pt x="363" y="1189"/>
                    </a:cubicBezTo>
                    <a:cubicBezTo>
                      <a:pt x="390" y="1270"/>
                      <a:pt x="471" y="1379"/>
                      <a:pt x="525" y="1406"/>
                    </a:cubicBezTo>
                    <a:cubicBezTo>
                      <a:pt x="566" y="1419"/>
                      <a:pt x="620" y="1426"/>
                      <a:pt x="668" y="1426"/>
                    </a:cubicBezTo>
                    <a:cubicBezTo>
                      <a:pt x="715" y="1426"/>
                      <a:pt x="756" y="1419"/>
                      <a:pt x="769" y="1406"/>
                    </a:cubicBezTo>
                    <a:cubicBezTo>
                      <a:pt x="851" y="1324"/>
                      <a:pt x="851" y="1270"/>
                      <a:pt x="851" y="1162"/>
                    </a:cubicBezTo>
                    <a:cubicBezTo>
                      <a:pt x="851" y="917"/>
                      <a:pt x="797" y="700"/>
                      <a:pt x="742" y="483"/>
                    </a:cubicBezTo>
                    <a:cubicBezTo>
                      <a:pt x="715" y="348"/>
                      <a:pt x="634" y="185"/>
                      <a:pt x="498" y="104"/>
                    </a:cubicBezTo>
                    <a:cubicBezTo>
                      <a:pt x="410" y="31"/>
                      <a:pt x="342" y="0"/>
                      <a:pt x="2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5" name="Google Shape;913;p32">
                <a:extLst>
                  <a:ext uri="{FF2B5EF4-FFF2-40B4-BE49-F238E27FC236}">
                    <a16:creationId xmlns:a16="http://schemas.microsoft.com/office/drawing/2014/main" id="{F73D6752-81B9-F0D0-9D25-BDD92B752931}"/>
                  </a:ext>
                </a:extLst>
              </p:cNvPr>
              <p:cNvSpPr/>
              <p:nvPr/>
            </p:nvSpPr>
            <p:spPr>
              <a:xfrm>
                <a:off x="5991075" y="2838800"/>
                <a:ext cx="20375" cy="35800"/>
              </a:xfrm>
              <a:custGeom>
                <a:avLst/>
                <a:gdLst/>
                <a:ahLst/>
                <a:cxnLst/>
                <a:rect l="l" t="t" r="r" b="b"/>
                <a:pathLst>
                  <a:path w="815" h="1432" extrusionOk="0">
                    <a:moveTo>
                      <a:pt x="467" y="1"/>
                    </a:moveTo>
                    <a:cubicBezTo>
                      <a:pt x="353" y="1"/>
                      <a:pt x="290" y="143"/>
                      <a:pt x="245" y="211"/>
                    </a:cubicBezTo>
                    <a:cubicBezTo>
                      <a:pt x="55" y="482"/>
                      <a:pt x="0" y="807"/>
                      <a:pt x="55" y="1133"/>
                    </a:cubicBezTo>
                    <a:cubicBezTo>
                      <a:pt x="82" y="1269"/>
                      <a:pt x="163" y="1404"/>
                      <a:pt x="299" y="1431"/>
                    </a:cubicBezTo>
                    <a:cubicBezTo>
                      <a:pt x="380" y="1431"/>
                      <a:pt x="462" y="1404"/>
                      <a:pt x="543" y="1350"/>
                    </a:cubicBezTo>
                    <a:cubicBezTo>
                      <a:pt x="597" y="1269"/>
                      <a:pt x="597" y="1214"/>
                      <a:pt x="651" y="1106"/>
                    </a:cubicBezTo>
                    <a:cubicBezTo>
                      <a:pt x="706" y="862"/>
                      <a:pt x="814" y="672"/>
                      <a:pt x="787" y="428"/>
                    </a:cubicBezTo>
                    <a:cubicBezTo>
                      <a:pt x="787" y="292"/>
                      <a:pt x="679" y="48"/>
                      <a:pt x="543" y="21"/>
                    </a:cubicBezTo>
                    <a:cubicBezTo>
                      <a:pt x="515" y="7"/>
                      <a:pt x="490" y="1"/>
                      <a:pt x="4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6" name="Google Shape;914;p32">
                <a:extLst>
                  <a:ext uri="{FF2B5EF4-FFF2-40B4-BE49-F238E27FC236}">
                    <a16:creationId xmlns:a16="http://schemas.microsoft.com/office/drawing/2014/main" id="{8FA5302F-234E-E547-2908-56079F6C0FF3}"/>
                  </a:ext>
                </a:extLst>
              </p:cNvPr>
              <p:cNvSpPr/>
              <p:nvPr/>
            </p:nvSpPr>
            <p:spPr>
              <a:xfrm>
                <a:off x="5763225" y="2740775"/>
                <a:ext cx="34400" cy="26825"/>
              </a:xfrm>
              <a:custGeom>
                <a:avLst/>
                <a:gdLst/>
                <a:ahLst/>
                <a:cxnLst/>
                <a:rect l="l" t="t" r="r" b="b"/>
                <a:pathLst>
                  <a:path w="1376" h="1073" extrusionOk="0">
                    <a:moveTo>
                      <a:pt x="1122" y="1"/>
                    </a:moveTo>
                    <a:cubicBezTo>
                      <a:pt x="870" y="1"/>
                      <a:pt x="460" y="197"/>
                      <a:pt x="326" y="280"/>
                    </a:cubicBezTo>
                    <a:cubicBezTo>
                      <a:pt x="218" y="334"/>
                      <a:pt x="164" y="416"/>
                      <a:pt x="82" y="470"/>
                    </a:cubicBezTo>
                    <a:cubicBezTo>
                      <a:pt x="28" y="578"/>
                      <a:pt x="1" y="687"/>
                      <a:pt x="28" y="795"/>
                    </a:cubicBezTo>
                    <a:cubicBezTo>
                      <a:pt x="55" y="931"/>
                      <a:pt x="191" y="1012"/>
                      <a:pt x="326" y="1067"/>
                    </a:cubicBezTo>
                    <a:cubicBezTo>
                      <a:pt x="345" y="1070"/>
                      <a:pt x="364" y="1072"/>
                      <a:pt x="383" y="1072"/>
                    </a:cubicBezTo>
                    <a:cubicBezTo>
                      <a:pt x="505" y="1072"/>
                      <a:pt x="639" y="1005"/>
                      <a:pt x="733" y="958"/>
                    </a:cubicBezTo>
                    <a:cubicBezTo>
                      <a:pt x="869" y="877"/>
                      <a:pt x="977" y="795"/>
                      <a:pt x="1086" y="660"/>
                    </a:cubicBezTo>
                    <a:cubicBezTo>
                      <a:pt x="1167" y="551"/>
                      <a:pt x="1276" y="443"/>
                      <a:pt x="1303" y="307"/>
                    </a:cubicBezTo>
                    <a:cubicBezTo>
                      <a:pt x="1376" y="77"/>
                      <a:pt x="1280" y="1"/>
                      <a:pt x="11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7" name="Google Shape;915;p32">
                <a:extLst>
                  <a:ext uri="{FF2B5EF4-FFF2-40B4-BE49-F238E27FC236}">
                    <a16:creationId xmlns:a16="http://schemas.microsoft.com/office/drawing/2014/main" id="{993CBD7C-138A-5D68-FD2A-69E257C8702C}"/>
                  </a:ext>
                </a:extLst>
              </p:cNvPr>
              <p:cNvSpPr/>
              <p:nvPr/>
            </p:nvSpPr>
            <p:spPr>
              <a:xfrm>
                <a:off x="5850025" y="2814350"/>
                <a:ext cx="18325" cy="20500"/>
              </a:xfrm>
              <a:custGeom>
                <a:avLst/>
                <a:gdLst/>
                <a:ahLst/>
                <a:cxnLst/>
                <a:rect l="l" t="t" r="r" b="b"/>
                <a:pathLst>
                  <a:path w="733" h="820" extrusionOk="0">
                    <a:moveTo>
                      <a:pt x="402" y="1"/>
                    </a:moveTo>
                    <a:cubicBezTo>
                      <a:pt x="173" y="1"/>
                      <a:pt x="1" y="450"/>
                      <a:pt x="1" y="619"/>
                    </a:cubicBezTo>
                    <a:cubicBezTo>
                      <a:pt x="1" y="700"/>
                      <a:pt x="55" y="755"/>
                      <a:pt x="109" y="782"/>
                    </a:cubicBezTo>
                    <a:cubicBezTo>
                      <a:pt x="146" y="806"/>
                      <a:pt x="177" y="820"/>
                      <a:pt x="205" y="820"/>
                    </a:cubicBezTo>
                    <a:cubicBezTo>
                      <a:pt x="239" y="820"/>
                      <a:pt x="269" y="800"/>
                      <a:pt x="299" y="755"/>
                    </a:cubicBezTo>
                    <a:cubicBezTo>
                      <a:pt x="489" y="646"/>
                      <a:pt x="733" y="158"/>
                      <a:pt x="489" y="22"/>
                    </a:cubicBezTo>
                    <a:cubicBezTo>
                      <a:pt x="459" y="8"/>
                      <a:pt x="430" y="1"/>
                      <a:pt x="4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" name="Google Shape;916;p32">
                <a:extLst>
                  <a:ext uri="{FF2B5EF4-FFF2-40B4-BE49-F238E27FC236}">
                    <a16:creationId xmlns:a16="http://schemas.microsoft.com/office/drawing/2014/main" id="{25313FCE-9D59-66C7-B840-67AB46767A3B}"/>
                  </a:ext>
                </a:extLst>
              </p:cNvPr>
              <p:cNvSpPr/>
              <p:nvPr/>
            </p:nvSpPr>
            <p:spPr>
              <a:xfrm>
                <a:off x="5797625" y="2709238"/>
                <a:ext cx="192600" cy="152625"/>
              </a:xfrm>
              <a:custGeom>
                <a:avLst/>
                <a:gdLst/>
                <a:ahLst/>
                <a:cxnLst/>
                <a:rect l="l" t="t" r="r" b="b"/>
                <a:pathLst>
                  <a:path w="7704" h="6105" extrusionOk="0">
                    <a:moveTo>
                      <a:pt x="1503" y="1"/>
                    </a:moveTo>
                    <a:cubicBezTo>
                      <a:pt x="889" y="1"/>
                      <a:pt x="343" y="179"/>
                      <a:pt x="109" y="705"/>
                    </a:cubicBezTo>
                    <a:cubicBezTo>
                      <a:pt x="0" y="950"/>
                      <a:pt x="54" y="1221"/>
                      <a:pt x="163" y="1411"/>
                    </a:cubicBezTo>
                    <a:cubicBezTo>
                      <a:pt x="543" y="2360"/>
                      <a:pt x="1383" y="3174"/>
                      <a:pt x="2089" y="3852"/>
                    </a:cubicBezTo>
                    <a:cubicBezTo>
                      <a:pt x="2577" y="4340"/>
                      <a:pt x="3119" y="4774"/>
                      <a:pt x="3689" y="5154"/>
                    </a:cubicBezTo>
                    <a:cubicBezTo>
                      <a:pt x="4479" y="5680"/>
                      <a:pt x="5370" y="6104"/>
                      <a:pt x="6290" y="6104"/>
                    </a:cubicBezTo>
                    <a:cubicBezTo>
                      <a:pt x="6318" y="6104"/>
                      <a:pt x="6346" y="6104"/>
                      <a:pt x="6374" y="6103"/>
                    </a:cubicBezTo>
                    <a:cubicBezTo>
                      <a:pt x="6781" y="6103"/>
                      <a:pt x="7242" y="5995"/>
                      <a:pt x="7486" y="5615"/>
                    </a:cubicBezTo>
                    <a:cubicBezTo>
                      <a:pt x="7703" y="5344"/>
                      <a:pt x="7703" y="4991"/>
                      <a:pt x="7622" y="4638"/>
                    </a:cubicBezTo>
                    <a:cubicBezTo>
                      <a:pt x="7486" y="4014"/>
                      <a:pt x="7079" y="3526"/>
                      <a:pt x="6673" y="3038"/>
                    </a:cubicBezTo>
                    <a:cubicBezTo>
                      <a:pt x="5832" y="2062"/>
                      <a:pt x="4910" y="1112"/>
                      <a:pt x="3716" y="543"/>
                    </a:cubicBezTo>
                    <a:cubicBezTo>
                      <a:pt x="3238" y="311"/>
                      <a:pt x="2312" y="1"/>
                      <a:pt x="1503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9" name="Google Shape;917;p32">
                <a:extLst>
                  <a:ext uri="{FF2B5EF4-FFF2-40B4-BE49-F238E27FC236}">
                    <a16:creationId xmlns:a16="http://schemas.microsoft.com/office/drawing/2014/main" id="{96AD41B1-CC70-CFD7-6CD2-3A8993928B00}"/>
                  </a:ext>
                </a:extLst>
              </p:cNvPr>
              <p:cNvSpPr/>
              <p:nvPr/>
            </p:nvSpPr>
            <p:spPr>
              <a:xfrm>
                <a:off x="6314525" y="2680575"/>
                <a:ext cx="72575" cy="144775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5791" extrusionOk="0">
                    <a:moveTo>
                      <a:pt x="2434" y="1"/>
                    </a:moveTo>
                    <a:cubicBezTo>
                      <a:pt x="2255" y="1"/>
                      <a:pt x="2277" y="204"/>
                      <a:pt x="2252" y="383"/>
                    </a:cubicBezTo>
                    <a:cubicBezTo>
                      <a:pt x="2062" y="1386"/>
                      <a:pt x="1764" y="2363"/>
                      <a:pt x="1302" y="3285"/>
                    </a:cubicBezTo>
                    <a:cubicBezTo>
                      <a:pt x="1031" y="3773"/>
                      <a:pt x="733" y="4288"/>
                      <a:pt x="353" y="4722"/>
                    </a:cubicBezTo>
                    <a:cubicBezTo>
                      <a:pt x="217" y="4885"/>
                      <a:pt x="82" y="5048"/>
                      <a:pt x="28" y="5265"/>
                    </a:cubicBezTo>
                    <a:cubicBezTo>
                      <a:pt x="0" y="5455"/>
                      <a:pt x="82" y="5699"/>
                      <a:pt x="272" y="5780"/>
                    </a:cubicBezTo>
                    <a:cubicBezTo>
                      <a:pt x="304" y="5787"/>
                      <a:pt x="339" y="5790"/>
                      <a:pt x="375" y="5790"/>
                    </a:cubicBezTo>
                    <a:cubicBezTo>
                      <a:pt x="491" y="5790"/>
                      <a:pt x="616" y="5755"/>
                      <a:pt x="679" y="5672"/>
                    </a:cubicBezTo>
                    <a:cubicBezTo>
                      <a:pt x="787" y="5563"/>
                      <a:pt x="868" y="5428"/>
                      <a:pt x="950" y="5319"/>
                    </a:cubicBezTo>
                    <a:cubicBezTo>
                      <a:pt x="1085" y="5048"/>
                      <a:pt x="1275" y="4804"/>
                      <a:pt x="1384" y="4533"/>
                    </a:cubicBezTo>
                    <a:cubicBezTo>
                      <a:pt x="1845" y="3773"/>
                      <a:pt x="2306" y="2959"/>
                      <a:pt x="2577" y="2064"/>
                    </a:cubicBezTo>
                    <a:cubicBezTo>
                      <a:pt x="2713" y="1549"/>
                      <a:pt x="2903" y="925"/>
                      <a:pt x="2794" y="383"/>
                    </a:cubicBezTo>
                    <a:cubicBezTo>
                      <a:pt x="2740" y="193"/>
                      <a:pt x="2659" y="30"/>
                      <a:pt x="2469" y="3"/>
                    </a:cubicBezTo>
                    <a:cubicBezTo>
                      <a:pt x="2456" y="1"/>
                      <a:pt x="2445" y="1"/>
                      <a:pt x="2434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6" name="Google Shape;918;p32">
              <a:extLst>
                <a:ext uri="{FF2B5EF4-FFF2-40B4-BE49-F238E27FC236}">
                  <a16:creationId xmlns:a16="http://schemas.microsoft.com/office/drawing/2014/main" id="{2701D6E3-E2D0-4F90-20E8-5FCC57CDB562}"/>
                </a:ext>
              </a:extLst>
            </p:cNvPr>
            <p:cNvGrpSpPr/>
            <p:nvPr/>
          </p:nvGrpSpPr>
          <p:grpSpPr>
            <a:xfrm rot="-7071549">
              <a:off x="6177325" y="1322948"/>
              <a:ext cx="290857" cy="238766"/>
              <a:chOff x="8209488" y="3016721"/>
              <a:chExt cx="290857" cy="238766"/>
            </a:xfrm>
          </p:grpSpPr>
          <p:sp>
            <p:nvSpPr>
              <p:cNvPr id="23" name="Google Shape;919;p32">
                <a:extLst>
                  <a:ext uri="{FF2B5EF4-FFF2-40B4-BE49-F238E27FC236}">
                    <a16:creationId xmlns:a16="http://schemas.microsoft.com/office/drawing/2014/main" id="{D20C055A-7C6A-4A62-B517-021D34394840}"/>
                  </a:ext>
                </a:extLst>
              </p:cNvPr>
              <p:cNvSpPr/>
              <p:nvPr/>
            </p:nvSpPr>
            <p:spPr>
              <a:xfrm>
                <a:off x="8209488" y="3017443"/>
                <a:ext cx="290857" cy="238044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9560" extrusionOk="0">
                    <a:moveTo>
                      <a:pt x="7250" y="0"/>
                    </a:moveTo>
                    <a:cubicBezTo>
                      <a:pt x="6732" y="0"/>
                      <a:pt x="6214" y="163"/>
                      <a:pt x="5883" y="557"/>
                    </a:cubicBezTo>
                    <a:cubicBezTo>
                      <a:pt x="5269" y="1282"/>
                      <a:pt x="5492" y="2648"/>
                      <a:pt x="4656" y="3149"/>
                    </a:cubicBezTo>
                    <a:cubicBezTo>
                      <a:pt x="4455" y="3270"/>
                      <a:pt x="4241" y="3313"/>
                      <a:pt x="4019" y="3313"/>
                    </a:cubicBezTo>
                    <a:cubicBezTo>
                      <a:pt x="3455" y="3313"/>
                      <a:pt x="2838" y="3035"/>
                      <a:pt x="2245" y="3035"/>
                    </a:cubicBezTo>
                    <a:cubicBezTo>
                      <a:pt x="2099" y="3035"/>
                      <a:pt x="1955" y="3052"/>
                      <a:pt x="1813" y="3094"/>
                    </a:cubicBezTo>
                    <a:cubicBezTo>
                      <a:pt x="1367" y="3233"/>
                      <a:pt x="1032" y="3623"/>
                      <a:pt x="837" y="4041"/>
                    </a:cubicBezTo>
                    <a:cubicBezTo>
                      <a:pt x="614" y="4460"/>
                      <a:pt x="558" y="4906"/>
                      <a:pt x="475" y="5352"/>
                    </a:cubicBezTo>
                    <a:cubicBezTo>
                      <a:pt x="335" y="6160"/>
                      <a:pt x="252" y="6913"/>
                      <a:pt x="112" y="7749"/>
                    </a:cubicBezTo>
                    <a:cubicBezTo>
                      <a:pt x="29" y="8278"/>
                      <a:pt x="1" y="8724"/>
                      <a:pt x="475" y="9031"/>
                    </a:cubicBezTo>
                    <a:cubicBezTo>
                      <a:pt x="1151" y="9433"/>
                      <a:pt x="2068" y="9560"/>
                      <a:pt x="2933" y="9560"/>
                    </a:cubicBezTo>
                    <a:cubicBezTo>
                      <a:pt x="3387" y="9560"/>
                      <a:pt x="3827" y="9525"/>
                      <a:pt x="4210" y="9477"/>
                    </a:cubicBezTo>
                    <a:cubicBezTo>
                      <a:pt x="5743" y="9254"/>
                      <a:pt x="7221" y="8557"/>
                      <a:pt x="8336" y="7526"/>
                    </a:cubicBezTo>
                    <a:cubicBezTo>
                      <a:pt x="10203" y="5742"/>
                      <a:pt x="11040" y="3149"/>
                      <a:pt x="11681" y="641"/>
                    </a:cubicBezTo>
                    <a:lnTo>
                      <a:pt x="11681" y="641"/>
                    </a:lnTo>
                    <a:cubicBezTo>
                      <a:pt x="11374" y="822"/>
                      <a:pt x="11040" y="892"/>
                      <a:pt x="10698" y="892"/>
                    </a:cubicBezTo>
                    <a:cubicBezTo>
                      <a:pt x="10357" y="892"/>
                      <a:pt x="10008" y="822"/>
                      <a:pt x="9674" y="724"/>
                    </a:cubicBezTo>
                    <a:cubicBezTo>
                      <a:pt x="9060" y="501"/>
                      <a:pt x="8419" y="195"/>
                      <a:pt x="7778" y="55"/>
                    </a:cubicBezTo>
                    <a:cubicBezTo>
                      <a:pt x="7607" y="20"/>
                      <a:pt x="7428" y="0"/>
                      <a:pt x="72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" name="Google Shape;920;p32">
                <a:extLst>
                  <a:ext uri="{FF2B5EF4-FFF2-40B4-BE49-F238E27FC236}">
                    <a16:creationId xmlns:a16="http://schemas.microsoft.com/office/drawing/2014/main" id="{D9008BB2-F6ED-C317-5513-F6F8D523E5A9}"/>
                  </a:ext>
                </a:extLst>
              </p:cNvPr>
              <p:cNvSpPr/>
              <p:nvPr/>
            </p:nvSpPr>
            <p:spPr>
              <a:xfrm>
                <a:off x="8216435" y="3016721"/>
                <a:ext cx="283213" cy="230474"/>
              </a:xfrm>
              <a:custGeom>
                <a:avLst/>
                <a:gdLst/>
                <a:ahLst/>
                <a:cxnLst/>
                <a:rect l="l" t="t" r="r" b="b"/>
                <a:pathLst>
                  <a:path w="11374" h="9256" extrusionOk="0">
                    <a:moveTo>
                      <a:pt x="6997" y="1"/>
                    </a:moveTo>
                    <a:cubicBezTo>
                      <a:pt x="5994" y="1199"/>
                      <a:pt x="5492" y="2844"/>
                      <a:pt x="5743" y="4377"/>
                    </a:cubicBezTo>
                    <a:cubicBezTo>
                      <a:pt x="5604" y="4433"/>
                      <a:pt x="5436" y="4516"/>
                      <a:pt x="5297" y="4572"/>
                    </a:cubicBezTo>
                    <a:cubicBezTo>
                      <a:pt x="4600" y="4935"/>
                      <a:pt x="3931" y="5297"/>
                      <a:pt x="3318" y="5771"/>
                    </a:cubicBezTo>
                    <a:cubicBezTo>
                      <a:pt x="3234" y="4935"/>
                      <a:pt x="3262" y="4098"/>
                      <a:pt x="3401" y="3290"/>
                    </a:cubicBezTo>
                    <a:cubicBezTo>
                      <a:pt x="3346" y="3290"/>
                      <a:pt x="3262" y="3262"/>
                      <a:pt x="3206" y="3262"/>
                    </a:cubicBezTo>
                    <a:cubicBezTo>
                      <a:pt x="3011" y="4126"/>
                      <a:pt x="2983" y="5046"/>
                      <a:pt x="3095" y="5910"/>
                    </a:cubicBezTo>
                    <a:cubicBezTo>
                      <a:pt x="2537" y="6273"/>
                      <a:pt x="2008" y="6746"/>
                      <a:pt x="1506" y="7192"/>
                    </a:cubicBezTo>
                    <a:cubicBezTo>
                      <a:pt x="1004" y="6022"/>
                      <a:pt x="837" y="4684"/>
                      <a:pt x="1032" y="3401"/>
                    </a:cubicBezTo>
                    <a:lnTo>
                      <a:pt x="1032" y="3401"/>
                    </a:lnTo>
                    <a:cubicBezTo>
                      <a:pt x="948" y="3485"/>
                      <a:pt x="865" y="3569"/>
                      <a:pt x="809" y="3708"/>
                    </a:cubicBezTo>
                    <a:cubicBezTo>
                      <a:pt x="670" y="4935"/>
                      <a:pt x="837" y="6217"/>
                      <a:pt x="1311" y="7360"/>
                    </a:cubicBezTo>
                    <a:cubicBezTo>
                      <a:pt x="865" y="7778"/>
                      <a:pt x="419" y="8280"/>
                      <a:pt x="1" y="8726"/>
                    </a:cubicBezTo>
                    <a:cubicBezTo>
                      <a:pt x="29" y="8809"/>
                      <a:pt x="56" y="8837"/>
                      <a:pt x="140" y="8893"/>
                    </a:cubicBezTo>
                    <a:cubicBezTo>
                      <a:pt x="530" y="8475"/>
                      <a:pt x="893" y="8057"/>
                      <a:pt x="1311" y="7638"/>
                    </a:cubicBezTo>
                    <a:lnTo>
                      <a:pt x="1506" y="7834"/>
                    </a:lnTo>
                    <a:cubicBezTo>
                      <a:pt x="2259" y="8558"/>
                      <a:pt x="3346" y="9088"/>
                      <a:pt x="4628" y="9255"/>
                    </a:cubicBezTo>
                    <a:lnTo>
                      <a:pt x="4767" y="9255"/>
                    </a:lnTo>
                    <a:cubicBezTo>
                      <a:pt x="4935" y="9227"/>
                      <a:pt x="5158" y="9144"/>
                      <a:pt x="5325" y="9088"/>
                    </a:cubicBezTo>
                    <a:lnTo>
                      <a:pt x="5325" y="9088"/>
                    </a:lnTo>
                    <a:cubicBezTo>
                      <a:pt x="5172" y="9102"/>
                      <a:pt x="5039" y="9109"/>
                      <a:pt x="4921" y="9109"/>
                    </a:cubicBezTo>
                    <a:cubicBezTo>
                      <a:pt x="4802" y="9109"/>
                      <a:pt x="4698" y="9102"/>
                      <a:pt x="4600" y="9088"/>
                    </a:cubicBezTo>
                    <a:cubicBezTo>
                      <a:pt x="3262" y="8893"/>
                      <a:pt x="2147" y="8335"/>
                      <a:pt x="1422" y="7555"/>
                    </a:cubicBezTo>
                    <a:cubicBezTo>
                      <a:pt x="1952" y="7053"/>
                      <a:pt x="2509" y="6607"/>
                      <a:pt x="3095" y="6189"/>
                    </a:cubicBezTo>
                    <a:cubicBezTo>
                      <a:pt x="4349" y="7165"/>
                      <a:pt x="5855" y="7778"/>
                      <a:pt x="7416" y="8029"/>
                    </a:cubicBezTo>
                    <a:cubicBezTo>
                      <a:pt x="7499" y="7945"/>
                      <a:pt x="7583" y="7917"/>
                      <a:pt x="7666" y="7861"/>
                    </a:cubicBezTo>
                    <a:cubicBezTo>
                      <a:pt x="6105" y="7638"/>
                      <a:pt x="4572" y="7025"/>
                      <a:pt x="3318" y="6077"/>
                    </a:cubicBezTo>
                    <a:cubicBezTo>
                      <a:pt x="3959" y="5631"/>
                      <a:pt x="4628" y="5213"/>
                      <a:pt x="5325" y="4851"/>
                    </a:cubicBezTo>
                    <a:cubicBezTo>
                      <a:pt x="6440" y="5659"/>
                      <a:pt x="7806" y="6161"/>
                      <a:pt x="9172" y="6245"/>
                    </a:cubicBezTo>
                    <a:cubicBezTo>
                      <a:pt x="9200" y="6189"/>
                      <a:pt x="9255" y="6105"/>
                      <a:pt x="9283" y="6050"/>
                    </a:cubicBezTo>
                    <a:cubicBezTo>
                      <a:pt x="7973" y="5966"/>
                      <a:pt x="6635" y="5520"/>
                      <a:pt x="5548" y="4767"/>
                    </a:cubicBezTo>
                    <a:cubicBezTo>
                      <a:pt x="5966" y="4544"/>
                      <a:pt x="6384" y="4377"/>
                      <a:pt x="6802" y="4154"/>
                    </a:cubicBezTo>
                    <a:cubicBezTo>
                      <a:pt x="6997" y="4070"/>
                      <a:pt x="7248" y="3959"/>
                      <a:pt x="7443" y="3847"/>
                    </a:cubicBezTo>
                    <a:cubicBezTo>
                      <a:pt x="8335" y="4182"/>
                      <a:pt x="9227" y="4377"/>
                      <a:pt x="10147" y="4433"/>
                    </a:cubicBezTo>
                    <a:lnTo>
                      <a:pt x="10231" y="4238"/>
                    </a:lnTo>
                    <a:cubicBezTo>
                      <a:pt x="9395" y="4210"/>
                      <a:pt x="8531" y="4015"/>
                      <a:pt x="7722" y="3708"/>
                    </a:cubicBezTo>
                    <a:cubicBezTo>
                      <a:pt x="8140" y="3513"/>
                      <a:pt x="8586" y="3290"/>
                      <a:pt x="9032" y="3039"/>
                    </a:cubicBezTo>
                    <a:cubicBezTo>
                      <a:pt x="9980" y="2482"/>
                      <a:pt x="10761" y="1840"/>
                      <a:pt x="11290" y="1088"/>
                    </a:cubicBezTo>
                    <a:cubicBezTo>
                      <a:pt x="11318" y="948"/>
                      <a:pt x="11346" y="781"/>
                      <a:pt x="11374" y="642"/>
                    </a:cubicBezTo>
                    <a:lnTo>
                      <a:pt x="11374" y="642"/>
                    </a:lnTo>
                    <a:cubicBezTo>
                      <a:pt x="11346" y="670"/>
                      <a:pt x="11318" y="670"/>
                      <a:pt x="11290" y="670"/>
                    </a:cubicBezTo>
                    <a:cubicBezTo>
                      <a:pt x="10761" y="1478"/>
                      <a:pt x="9980" y="2203"/>
                      <a:pt x="8921" y="2844"/>
                    </a:cubicBezTo>
                    <a:cubicBezTo>
                      <a:pt x="8531" y="3039"/>
                      <a:pt x="8140" y="3262"/>
                      <a:pt x="7778" y="3429"/>
                    </a:cubicBezTo>
                    <a:cubicBezTo>
                      <a:pt x="8112" y="2426"/>
                      <a:pt x="8642" y="1478"/>
                      <a:pt x="9311" y="642"/>
                    </a:cubicBezTo>
                    <a:cubicBezTo>
                      <a:pt x="9227" y="614"/>
                      <a:pt x="9172" y="614"/>
                      <a:pt x="9088" y="586"/>
                    </a:cubicBezTo>
                    <a:cubicBezTo>
                      <a:pt x="8391" y="1450"/>
                      <a:pt x="7862" y="2454"/>
                      <a:pt x="7527" y="3541"/>
                    </a:cubicBezTo>
                    <a:cubicBezTo>
                      <a:pt x="7276" y="3652"/>
                      <a:pt x="6997" y="3792"/>
                      <a:pt x="6747" y="3875"/>
                    </a:cubicBezTo>
                    <a:cubicBezTo>
                      <a:pt x="6468" y="3987"/>
                      <a:pt x="6189" y="4126"/>
                      <a:pt x="5966" y="4266"/>
                    </a:cubicBezTo>
                    <a:cubicBezTo>
                      <a:pt x="5715" y="2732"/>
                      <a:pt x="6245" y="1171"/>
                      <a:pt x="727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7" name="Google Shape;921;p32">
              <a:extLst>
                <a:ext uri="{FF2B5EF4-FFF2-40B4-BE49-F238E27FC236}">
                  <a16:creationId xmlns:a16="http://schemas.microsoft.com/office/drawing/2014/main" id="{DF36ED7D-D77E-605F-18DF-C27FF36B32ED}"/>
                </a:ext>
              </a:extLst>
            </p:cNvPr>
            <p:cNvGrpSpPr/>
            <p:nvPr/>
          </p:nvGrpSpPr>
          <p:grpSpPr>
            <a:xfrm rot="7188488">
              <a:off x="6536968" y="3196829"/>
              <a:ext cx="290859" cy="238767"/>
              <a:chOff x="8209488" y="3016721"/>
              <a:chExt cx="290857" cy="238766"/>
            </a:xfrm>
          </p:grpSpPr>
          <p:sp>
            <p:nvSpPr>
              <p:cNvPr id="21" name="Google Shape;922;p32">
                <a:extLst>
                  <a:ext uri="{FF2B5EF4-FFF2-40B4-BE49-F238E27FC236}">
                    <a16:creationId xmlns:a16="http://schemas.microsoft.com/office/drawing/2014/main" id="{FFABBB40-C2C8-785C-D828-07638F5407E4}"/>
                  </a:ext>
                </a:extLst>
              </p:cNvPr>
              <p:cNvSpPr/>
              <p:nvPr/>
            </p:nvSpPr>
            <p:spPr>
              <a:xfrm>
                <a:off x="8209488" y="3017443"/>
                <a:ext cx="290857" cy="238044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9560" extrusionOk="0">
                    <a:moveTo>
                      <a:pt x="7250" y="0"/>
                    </a:moveTo>
                    <a:cubicBezTo>
                      <a:pt x="6732" y="0"/>
                      <a:pt x="6214" y="163"/>
                      <a:pt x="5883" y="557"/>
                    </a:cubicBezTo>
                    <a:cubicBezTo>
                      <a:pt x="5269" y="1282"/>
                      <a:pt x="5492" y="2648"/>
                      <a:pt x="4656" y="3149"/>
                    </a:cubicBezTo>
                    <a:cubicBezTo>
                      <a:pt x="4455" y="3270"/>
                      <a:pt x="4241" y="3313"/>
                      <a:pt x="4019" y="3313"/>
                    </a:cubicBezTo>
                    <a:cubicBezTo>
                      <a:pt x="3455" y="3313"/>
                      <a:pt x="2838" y="3035"/>
                      <a:pt x="2245" y="3035"/>
                    </a:cubicBezTo>
                    <a:cubicBezTo>
                      <a:pt x="2099" y="3035"/>
                      <a:pt x="1955" y="3052"/>
                      <a:pt x="1813" y="3094"/>
                    </a:cubicBezTo>
                    <a:cubicBezTo>
                      <a:pt x="1367" y="3233"/>
                      <a:pt x="1032" y="3623"/>
                      <a:pt x="837" y="4041"/>
                    </a:cubicBezTo>
                    <a:cubicBezTo>
                      <a:pt x="614" y="4460"/>
                      <a:pt x="558" y="4906"/>
                      <a:pt x="475" y="5352"/>
                    </a:cubicBezTo>
                    <a:cubicBezTo>
                      <a:pt x="335" y="6160"/>
                      <a:pt x="252" y="6913"/>
                      <a:pt x="112" y="7749"/>
                    </a:cubicBezTo>
                    <a:cubicBezTo>
                      <a:pt x="29" y="8278"/>
                      <a:pt x="1" y="8724"/>
                      <a:pt x="475" y="9031"/>
                    </a:cubicBezTo>
                    <a:cubicBezTo>
                      <a:pt x="1151" y="9433"/>
                      <a:pt x="2068" y="9560"/>
                      <a:pt x="2933" y="9560"/>
                    </a:cubicBezTo>
                    <a:cubicBezTo>
                      <a:pt x="3387" y="9560"/>
                      <a:pt x="3827" y="9525"/>
                      <a:pt x="4210" y="9477"/>
                    </a:cubicBezTo>
                    <a:cubicBezTo>
                      <a:pt x="5743" y="9254"/>
                      <a:pt x="7221" y="8557"/>
                      <a:pt x="8336" y="7526"/>
                    </a:cubicBezTo>
                    <a:cubicBezTo>
                      <a:pt x="10203" y="5742"/>
                      <a:pt x="11040" y="3149"/>
                      <a:pt x="11681" y="641"/>
                    </a:cubicBezTo>
                    <a:lnTo>
                      <a:pt x="11681" y="641"/>
                    </a:lnTo>
                    <a:cubicBezTo>
                      <a:pt x="11374" y="822"/>
                      <a:pt x="11040" y="892"/>
                      <a:pt x="10698" y="892"/>
                    </a:cubicBezTo>
                    <a:cubicBezTo>
                      <a:pt x="10357" y="892"/>
                      <a:pt x="10008" y="822"/>
                      <a:pt x="9674" y="724"/>
                    </a:cubicBezTo>
                    <a:cubicBezTo>
                      <a:pt x="9060" y="501"/>
                      <a:pt x="8419" y="195"/>
                      <a:pt x="7778" y="55"/>
                    </a:cubicBezTo>
                    <a:cubicBezTo>
                      <a:pt x="7607" y="20"/>
                      <a:pt x="7428" y="0"/>
                      <a:pt x="72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" name="Google Shape;923;p32">
                <a:extLst>
                  <a:ext uri="{FF2B5EF4-FFF2-40B4-BE49-F238E27FC236}">
                    <a16:creationId xmlns:a16="http://schemas.microsoft.com/office/drawing/2014/main" id="{13100A77-C9D6-EF31-5135-EE3B3D8366F3}"/>
                  </a:ext>
                </a:extLst>
              </p:cNvPr>
              <p:cNvSpPr/>
              <p:nvPr/>
            </p:nvSpPr>
            <p:spPr>
              <a:xfrm>
                <a:off x="8216435" y="3016721"/>
                <a:ext cx="283213" cy="230474"/>
              </a:xfrm>
              <a:custGeom>
                <a:avLst/>
                <a:gdLst/>
                <a:ahLst/>
                <a:cxnLst/>
                <a:rect l="l" t="t" r="r" b="b"/>
                <a:pathLst>
                  <a:path w="11374" h="9256" extrusionOk="0">
                    <a:moveTo>
                      <a:pt x="6997" y="1"/>
                    </a:moveTo>
                    <a:cubicBezTo>
                      <a:pt x="5994" y="1199"/>
                      <a:pt x="5492" y="2844"/>
                      <a:pt x="5743" y="4377"/>
                    </a:cubicBezTo>
                    <a:cubicBezTo>
                      <a:pt x="5604" y="4433"/>
                      <a:pt x="5436" y="4516"/>
                      <a:pt x="5297" y="4572"/>
                    </a:cubicBezTo>
                    <a:cubicBezTo>
                      <a:pt x="4600" y="4935"/>
                      <a:pt x="3931" y="5297"/>
                      <a:pt x="3318" y="5771"/>
                    </a:cubicBezTo>
                    <a:cubicBezTo>
                      <a:pt x="3234" y="4935"/>
                      <a:pt x="3262" y="4098"/>
                      <a:pt x="3401" y="3290"/>
                    </a:cubicBezTo>
                    <a:cubicBezTo>
                      <a:pt x="3346" y="3290"/>
                      <a:pt x="3262" y="3262"/>
                      <a:pt x="3206" y="3262"/>
                    </a:cubicBezTo>
                    <a:cubicBezTo>
                      <a:pt x="3011" y="4126"/>
                      <a:pt x="2983" y="5046"/>
                      <a:pt x="3095" y="5910"/>
                    </a:cubicBezTo>
                    <a:cubicBezTo>
                      <a:pt x="2537" y="6273"/>
                      <a:pt x="2008" y="6746"/>
                      <a:pt x="1506" y="7192"/>
                    </a:cubicBezTo>
                    <a:cubicBezTo>
                      <a:pt x="1004" y="6022"/>
                      <a:pt x="837" y="4684"/>
                      <a:pt x="1032" y="3401"/>
                    </a:cubicBezTo>
                    <a:lnTo>
                      <a:pt x="1032" y="3401"/>
                    </a:lnTo>
                    <a:cubicBezTo>
                      <a:pt x="948" y="3485"/>
                      <a:pt x="865" y="3569"/>
                      <a:pt x="809" y="3708"/>
                    </a:cubicBezTo>
                    <a:cubicBezTo>
                      <a:pt x="670" y="4935"/>
                      <a:pt x="837" y="6217"/>
                      <a:pt x="1311" y="7360"/>
                    </a:cubicBezTo>
                    <a:cubicBezTo>
                      <a:pt x="865" y="7778"/>
                      <a:pt x="419" y="8280"/>
                      <a:pt x="1" y="8726"/>
                    </a:cubicBezTo>
                    <a:cubicBezTo>
                      <a:pt x="29" y="8809"/>
                      <a:pt x="56" y="8837"/>
                      <a:pt x="140" y="8893"/>
                    </a:cubicBezTo>
                    <a:cubicBezTo>
                      <a:pt x="530" y="8475"/>
                      <a:pt x="893" y="8057"/>
                      <a:pt x="1311" y="7638"/>
                    </a:cubicBezTo>
                    <a:lnTo>
                      <a:pt x="1506" y="7834"/>
                    </a:lnTo>
                    <a:cubicBezTo>
                      <a:pt x="2259" y="8558"/>
                      <a:pt x="3346" y="9088"/>
                      <a:pt x="4628" y="9255"/>
                    </a:cubicBezTo>
                    <a:lnTo>
                      <a:pt x="4767" y="9255"/>
                    </a:lnTo>
                    <a:cubicBezTo>
                      <a:pt x="4935" y="9227"/>
                      <a:pt x="5158" y="9144"/>
                      <a:pt x="5325" y="9088"/>
                    </a:cubicBezTo>
                    <a:lnTo>
                      <a:pt x="5325" y="9088"/>
                    </a:lnTo>
                    <a:cubicBezTo>
                      <a:pt x="5172" y="9102"/>
                      <a:pt x="5039" y="9109"/>
                      <a:pt x="4921" y="9109"/>
                    </a:cubicBezTo>
                    <a:cubicBezTo>
                      <a:pt x="4802" y="9109"/>
                      <a:pt x="4698" y="9102"/>
                      <a:pt x="4600" y="9088"/>
                    </a:cubicBezTo>
                    <a:cubicBezTo>
                      <a:pt x="3262" y="8893"/>
                      <a:pt x="2147" y="8335"/>
                      <a:pt x="1422" y="7555"/>
                    </a:cubicBezTo>
                    <a:cubicBezTo>
                      <a:pt x="1952" y="7053"/>
                      <a:pt x="2509" y="6607"/>
                      <a:pt x="3095" y="6189"/>
                    </a:cubicBezTo>
                    <a:cubicBezTo>
                      <a:pt x="4349" y="7165"/>
                      <a:pt x="5855" y="7778"/>
                      <a:pt x="7416" y="8029"/>
                    </a:cubicBezTo>
                    <a:cubicBezTo>
                      <a:pt x="7499" y="7945"/>
                      <a:pt x="7583" y="7917"/>
                      <a:pt x="7666" y="7861"/>
                    </a:cubicBezTo>
                    <a:cubicBezTo>
                      <a:pt x="6105" y="7638"/>
                      <a:pt x="4572" y="7025"/>
                      <a:pt x="3318" y="6077"/>
                    </a:cubicBezTo>
                    <a:cubicBezTo>
                      <a:pt x="3959" y="5631"/>
                      <a:pt x="4628" y="5213"/>
                      <a:pt x="5325" y="4851"/>
                    </a:cubicBezTo>
                    <a:cubicBezTo>
                      <a:pt x="6440" y="5659"/>
                      <a:pt x="7806" y="6161"/>
                      <a:pt x="9172" y="6245"/>
                    </a:cubicBezTo>
                    <a:cubicBezTo>
                      <a:pt x="9200" y="6189"/>
                      <a:pt x="9255" y="6105"/>
                      <a:pt x="9283" y="6050"/>
                    </a:cubicBezTo>
                    <a:cubicBezTo>
                      <a:pt x="7973" y="5966"/>
                      <a:pt x="6635" y="5520"/>
                      <a:pt x="5548" y="4767"/>
                    </a:cubicBezTo>
                    <a:cubicBezTo>
                      <a:pt x="5966" y="4544"/>
                      <a:pt x="6384" y="4377"/>
                      <a:pt x="6802" y="4154"/>
                    </a:cubicBezTo>
                    <a:cubicBezTo>
                      <a:pt x="6997" y="4070"/>
                      <a:pt x="7248" y="3959"/>
                      <a:pt x="7443" y="3847"/>
                    </a:cubicBezTo>
                    <a:cubicBezTo>
                      <a:pt x="8335" y="4182"/>
                      <a:pt x="9227" y="4377"/>
                      <a:pt x="10147" y="4433"/>
                    </a:cubicBezTo>
                    <a:lnTo>
                      <a:pt x="10231" y="4238"/>
                    </a:lnTo>
                    <a:cubicBezTo>
                      <a:pt x="9395" y="4210"/>
                      <a:pt x="8531" y="4015"/>
                      <a:pt x="7722" y="3708"/>
                    </a:cubicBezTo>
                    <a:cubicBezTo>
                      <a:pt x="8140" y="3513"/>
                      <a:pt x="8586" y="3290"/>
                      <a:pt x="9032" y="3039"/>
                    </a:cubicBezTo>
                    <a:cubicBezTo>
                      <a:pt x="9980" y="2482"/>
                      <a:pt x="10761" y="1840"/>
                      <a:pt x="11290" y="1088"/>
                    </a:cubicBezTo>
                    <a:cubicBezTo>
                      <a:pt x="11318" y="948"/>
                      <a:pt x="11346" y="781"/>
                      <a:pt x="11374" y="642"/>
                    </a:cubicBezTo>
                    <a:lnTo>
                      <a:pt x="11374" y="642"/>
                    </a:lnTo>
                    <a:cubicBezTo>
                      <a:pt x="11346" y="670"/>
                      <a:pt x="11318" y="670"/>
                      <a:pt x="11290" y="670"/>
                    </a:cubicBezTo>
                    <a:cubicBezTo>
                      <a:pt x="10761" y="1478"/>
                      <a:pt x="9980" y="2203"/>
                      <a:pt x="8921" y="2844"/>
                    </a:cubicBezTo>
                    <a:cubicBezTo>
                      <a:pt x="8531" y="3039"/>
                      <a:pt x="8140" y="3262"/>
                      <a:pt x="7778" y="3429"/>
                    </a:cubicBezTo>
                    <a:cubicBezTo>
                      <a:pt x="8112" y="2426"/>
                      <a:pt x="8642" y="1478"/>
                      <a:pt x="9311" y="642"/>
                    </a:cubicBezTo>
                    <a:cubicBezTo>
                      <a:pt x="9227" y="614"/>
                      <a:pt x="9172" y="614"/>
                      <a:pt x="9088" y="586"/>
                    </a:cubicBezTo>
                    <a:cubicBezTo>
                      <a:pt x="8391" y="1450"/>
                      <a:pt x="7862" y="2454"/>
                      <a:pt x="7527" y="3541"/>
                    </a:cubicBezTo>
                    <a:cubicBezTo>
                      <a:pt x="7276" y="3652"/>
                      <a:pt x="6997" y="3792"/>
                      <a:pt x="6747" y="3875"/>
                    </a:cubicBezTo>
                    <a:cubicBezTo>
                      <a:pt x="6468" y="3987"/>
                      <a:pt x="6189" y="4126"/>
                      <a:pt x="5966" y="4266"/>
                    </a:cubicBezTo>
                    <a:cubicBezTo>
                      <a:pt x="5715" y="2732"/>
                      <a:pt x="6245" y="1171"/>
                      <a:pt x="727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8" name="Google Shape;924;p32">
              <a:extLst>
                <a:ext uri="{FF2B5EF4-FFF2-40B4-BE49-F238E27FC236}">
                  <a16:creationId xmlns:a16="http://schemas.microsoft.com/office/drawing/2014/main" id="{40C8822B-A569-F991-1A40-52B39266A70E}"/>
                </a:ext>
              </a:extLst>
            </p:cNvPr>
            <p:cNvGrpSpPr/>
            <p:nvPr/>
          </p:nvGrpSpPr>
          <p:grpSpPr>
            <a:xfrm rot="7002821">
              <a:off x="7534386" y="3575243"/>
              <a:ext cx="290836" cy="238749"/>
              <a:chOff x="8209488" y="3016721"/>
              <a:chExt cx="290857" cy="238766"/>
            </a:xfrm>
          </p:grpSpPr>
          <p:sp>
            <p:nvSpPr>
              <p:cNvPr id="19" name="Google Shape;925;p32">
                <a:extLst>
                  <a:ext uri="{FF2B5EF4-FFF2-40B4-BE49-F238E27FC236}">
                    <a16:creationId xmlns:a16="http://schemas.microsoft.com/office/drawing/2014/main" id="{B89592AE-0892-1B0E-DE84-719E4452CF4B}"/>
                  </a:ext>
                </a:extLst>
              </p:cNvPr>
              <p:cNvSpPr/>
              <p:nvPr/>
            </p:nvSpPr>
            <p:spPr>
              <a:xfrm>
                <a:off x="8209488" y="3017443"/>
                <a:ext cx="290857" cy="238044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9560" extrusionOk="0">
                    <a:moveTo>
                      <a:pt x="7250" y="0"/>
                    </a:moveTo>
                    <a:cubicBezTo>
                      <a:pt x="6732" y="0"/>
                      <a:pt x="6214" y="163"/>
                      <a:pt x="5883" y="557"/>
                    </a:cubicBezTo>
                    <a:cubicBezTo>
                      <a:pt x="5269" y="1282"/>
                      <a:pt x="5492" y="2648"/>
                      <a:pt x="4656" y="3149"/>
                    </a:cubicBezTo>
                    <a:cubicBezTo>
                      <a:pt x="4455" y="3270"/>
                      <a:pt x="4241" y="3313"/>
                      <a:pt x="4019" y="3313"/>
                    </a:cubicBezTo>
                    <a:cubicBezTo>
                      <a:pt x="3455" y="3313"/>
                      <a:pt x="2838" y="3035"/>
                      <a:pt x="2245" y="3035"/>
                    </a:cubicBezTo>
                    <a:cubicBezTo>
                      <a:pt x="2099" y="3035"/>
                      <a:pt x="1955" y="3052"/>
                      <a:pt x="1813" y="3094"/>
                    </a:cubicBezTo>
                    <a:cubicBezTo>
                      <a:pt x="1367" y="3233"/>
                      <a:pt x="1032" y="3623"/>
                      <a:pt x="837" y="4041"/>
                    </a:cubicBezTo>
                    <a:cubicBezTo>
                      <a:pt x="614" y="4460"/>
                      <a:pt x="558" y="4906"/>
                      <a:pt x="475" y="5352"/>
                    </a:cubicBezTo>
                    <a:cubicBezTo>
                      <a:pt x="335" y="6160"/>
                      <a:pt x="252" y="6913"/>
                      <a:pt x="112" y="7749"/>
                    </a:cubicBezTo>
                    <a:cubicBezTo>
                      <a:pt x="29" y="8278"/>
                      <a:pt x="1" y="8724"/>
                      <a:pt x="475" y="9031"/>
                    </a:cubicBezTo>
                    <a:cubicBezTo>
                      <a:pt x="1151" y="9433"/>
                      <a:pt x="2068" y="9560"/>
                      <a:pt x="2933" y="9560"/>
                    </a:cubicBezTo>
                    <a:cubicBezTo>
                      <a:pt x="3387" y="9560"/>
                      <a:pt x="3827" y="9525"/>
                      <a:pt x="4210" y="9477"/>
                    </a:cubicBezTo>
                    <a:cubicBezTo>
                      <a:pt x="5743" y="9254"/>
                      <a:pt x="7221" y="8557"/>
                      <a:pt x="8336" y="7526"/>
                    </a:cubicBezTo>
                    <a:cubicBezTo>
                      <a:pt x="10203" y="5742"/>
                      <a:pt x="11040" y="3149"/>
                      <a:pt x="11681" y="641"/>
                    </a:cubicBezTo>
                    <a:lnTo>
                      <a:pt x="11681" y="641"/>
                    </a:lnTo>
                    <a:cubicBezTo>
                      <a:pt x="11374" y="822"/>
                      <a:pt x="11040" y="892"/>
                      <a:pt x="10698" y="892"/>
                    </a:cubicBezTo>
                    <a:cubicBezTo>
                      <a:pt x="10357" y="892"/>
                      <a:pt x="10008" y="822"/>
                      <a:pt x="9674" y="724"/>
                    </a:cubicBezTo>
                    <a:cubicBezTo>
                      <a:pt x="9060" y="501"/>
                      <a:pt x="8419" y="195"/>
                      <a:pt x="7778" y="55"/>
                    </a:cubicBezTo>
                    <a:cubicBezTo>
                      <a:pt x="7607" y="20"/>
                      <a:pt x="7428" y="0"/>
                      <a:pt x="72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" name="Google Shape;926;p32">
                <a:extLst>
                  <a:ext uri="{FF2B5EF4-FFF2-40B4-BE49-F238E27FC236}">
                    <a16:creationId xmlns:a16="http://schemas.microsoft.com/office/drawing/2014/main" id="{D99BFDC3-A423-7FCD-6F48-D136D0959DFB}"/>
                  </a:ext>
                </a:extLst>
              </p:cNvPr>
              <p:cNvSpPr/>
              <p:nvPr/>
            </p:nvSpPr>
            <p:spPr>
              <a:xfrm>
                <a:off x="8216435" y="3016721"/>
                <a:ext cx="283213" cy="230474"/>
              </a:xfrm>
              <a:custGeom>
                <a:avLst/>
                <a:gdLst/>
                <a:ahLst/>
                <a:cxnLst/>
                <a:rect l="l" t="t" r="r" b="b"/>
                <a:pathLst>
                  <a:path w="11374" h="9256" extrusionOk="0">
                    <a:moveTo>
                      <a:pt x="6997" y="1"/>
                    </a:moveTo>
                    <a:cubicBezTo>
                      <a:pt x="5994" y="1199"/>
                      <a:pt x="5492" y="2844"/>
                      <a:pt x="5743" y="4377"/>
                    </a:cubicBezTo>
                    <a:cubicBezTo>
                      <a:pt x="5604" y="4433"/>
                      <a:pt x="5436" y="4516"/>
                      <a:pt x="5297" y="4572"/>
                    </a:cubicBezTo>
                    <a:cubicBezTo>
                      <a:pt x="4600" y="4935"/>
                      <a:pt x="3931" y="5297"/>
                      <a:pt x="3318" y="5771"/>
                    </a:cubicBezTo>
                    <a:cubicBezTo>
                      <a:pt x="3234" y="4935"/>
                      <a:pt x="3262" y="4098"/>
                      <a:pt x="3401" y="3290"/>
                    </a:cubicBezTo>
                    <a:cubicBezTo>
                      <a:pt x="3346" y="3290"/>
                      <a:pt x="3262" y="3262"/>
                      <a:pt x="3206" y="3262"/>
                    </a:cubicBezTo>
                    <a:cubicBezTo>
                      <a:pt x="3011" y="4126"/>
                      <a:pt x="2983" y="5046"/>
                      <a:pt x="3095" y="5910"/>
                    </a:cubicBezTo>
                    <a:cubicBezTo>
                      <a:pt x="2537" y="6273"/>
                      <a:pt x="2008" y="6746"/>
                      <a:pt x="1506" y="7192"/>
                    </a:cubicBezTo>
                    <a:cubicBezTo>
                      <a:pt x="1004" y="6022"/>
                      <a:pt x="837" y="4684"/>
                      <a:pt x="1032" y="3401"/>
                    </a:cubicBezTo>
                    <a:lnTo>
                      <a:pt x="1032" y="3401"/>
                    </a:lnTo>
                    <a:cubicBezTo>
                      <a:pt x="948" y="3485"/>
                      <a:pt x="865" y="3569"/>
                      <a:pt x="809" y="3708"/>
                    </a:cubicBezTo>
                    <a:cubicBezTo>
                      <a:pt x="670" y="4935"/>
                      <a:pt x="837" y="6217"/>
                      <a:pt x="1311" y="7360"/>
                    </a:cubicBezTo>
                    <a:cubicBezTo>
                      <a:pt x="865" y="7778"/>
                      <a:pt x="419" y="8280"/>
                      <a:pt x="1" y="8726"/>
                    </a:cubicBezTo>
                    <a:cubicBezTo>
                      <a:pt x="29" y="8809"/>
                      <a:pt x="56" y="8837"/>
                      <a:pt x="140" y="8893"/>
                    </a:cubicBezTo>
                    <a:cubicBezTo>
                      <a:pt x="530" y="8475"/>
                      <a:pt x="893" y="8057"/>
                      <a:pt x="1311" y="7638"/>
                    </a:cubicBezTo>
                    <a:lnTo>
                      <a:pt x="1506" y="7834"/>
                    </a:lnTo>
                    <a:cubicBezTo>
                      <a:pt x="2259" y="8558"/>
                      <a:pt x="3346" y="9088"/>
                      <a:pt x="4628" y="9255"/>
                    </a:cubicBezTo>
                    <a:lnTo>
                      <a:pt x="4767" y="9255"/>
                    </a:lnTo>
                    <a:cubicBezTo>
                      <a:pt x="4935" y="9227"/>
                      <a:pt x="5158" y="9144"/>
                      <a:pt x="5325" y="9088"/>
                    </a:cubicBezTo>
                    <a:lnTo>
                      <a:pt x="5325" y="9088"/>
                    </a:lnTo>
                    <a:cubicBezTo>
                      <a:pt x="5172" y="9102"/>
                      <a:pt x="5039" y="9109"/>
                      <a:pt x="4921" y="9109"/>
                    </a:cubicBezTo>
                    <a:cubicBezTo>
                      <a:pt x="4802" y="9109"/>
                      <a:pt x="4698" y="9102"/>
                      <a:pt x="4600" y="9088"/>
                    </a:cubicBezTo>
                    <a:cubicBezTo>
                      <a:pt x="3262" y="8893"/>
                      <a:pt x="2147" y="8335"/>
                      <a:pt x="1422" y="7555"/>
                    </a:cubicBezTo>
                    <a:cubicBezTo>
                      <a:pt x="1952" y="7053"/>
                      <a:pt x="2509" y="6607"/>
                      <a:pt x="3095" y="6189"/>
                    </a:cubicBezTo>
                    <a:cubicBezTo>
                      <a:pt x="4349" y="7165"/>
                      <a:pt x="5855" y="7778"/>
                      <a:pt x="7416" y="8029"/>
                    </a:cubicBezTo>
                    <a:cubicBezTo>
                      <a:pt x="7499" y="7945"/>
                      <a:pt x="7583" y="7917"/>
                      <a:pt x="7666" y="7861"/>
                    </a:cubicBezTo>
                    <a:cubicBezTo>
                      <a:pt x="6105" y="7638"/>
                      <a:pt x="4572" y="7025"/>
                      <a:pt x="3318" y="6077"/>
                    </a:cubicBezTo>
                    <a:cubicBezTo>
                      <a:pt x="3959" y="5631"/>
                      <a:pt x="4628" y="5213"/>
                      <a:pt x="5325" y="4851"/>
                    </a:cubicBezTo>
                    <a:cubicBezTo>
                      <a:pt x="6440" y="5659"/>
                      <a:pt x="7806" y="6161"/>
                      <a:pt x="9172" y="6245"/>
                    </a:cubicBezTo>
                    <a:cubicBezTo>
                      <a:pt x="9200" y="6189"/>
                      <a:pt x="9255" y="6105"/>
                      <a:pt x="9283" y="6050"/>
                    </a:cubicBezTo>
                    <a:cubicBezTo>
                      <a:pt x="7973" y="5966"/>
                      <a:pt x="6635" y="5520"/>
                      <a:pt x="5548" y="4767"/>
                    </a:cubicBezTo>
                    <a:cubicBezTo>
                      <a:pt x="5966" y="4544"/>
                      <a:pt x="6384" y="4377"/>
                      <a:pt x="6802" y="4154"/>
                    </a:cubicBezTo>
                    <a:cubicBezTo>
                      <a:pt x="6997" y="4070"/>
                      <a:pt x="7248" y="3959"/>
                      <a:pt x="7443" y="3847"/>
                    </a:cubicBezTo>
                    <a:cubicBezTo>
                      <a:pt x="8335" y="4182"/>
                      <a:pt x="9227" y="4377"/>
                      <a:pt x="10147" y="4433"/>
                    </a:cubicBezTo>
                    <a:lnTo>
                      <a:pt x="10231" y="4238"/>
                    </a:lnTo>
                    <a:cubicBezTo>
                      <a:pt x="9395" y="4210"/>
                      <a:pt x="8531" y="4015"/>
                      <a:pt x="7722" y="3708"/>
                    </a:cubicBezTo>
                    <a:cubicBezTo>
                      <a:pt x="8140" y="3513"/>
                      <a:pt x="8586" y="3290"/>
                      <a:pt x="9032" y="3039"/>
                    </a:cubicBezTo>
                    <a:cubicBezTo>
                      <a:pt x="9980" y="2482"/>
                      <a:pt x="10761" y="1840"/>
                      <a:pt x="11290" y="1088"/>
                    </a:cubicBezTo>
                    <a:cubicBezTo>
                      <a:pt x="11318" y="948"/>
                      <a:pt x="11346" y="781"/>
                      <a:pt x="11374" y="642"/>
                    </a:cubicBezTo>
                    <a:lnTo>
                      <a:pt x="11374" y="642"/>
                    </a:lnTo>
                    <a:cubicBezTo>
                      <a:pt x="11346" y="670"/>
                      <a:pt x="11318" y="670"/>
                      <a:pt x="11290" y="670"/>
                    </a:cubicBezTo>
                    <a:cubicBezTo>
                      <a:pt x="10761" y="1478"/>
                      <a:pt x="9980" y="2203"/>
                      <a:pt x="8921" y="2844"/>
                    </a:cubicBezTo>
                    <a:cubicBezTo>
                      <a:pt x="8531" y="3039"/>
                      <a:pt x="8140" y="3262"/>
                      <a:pt x="7778" y="3429"/>
                    </a:cubicBezTo>
                    <a:cubicBezTo>
                      <a:pt x="8112" y="2426"/>
                      <a:pt x="8642" y="1478"/>
                      <a:pt x="9311" y="642"/>
                    </a:cubicBezTo>
                    <a:cubicBezTo>
                      <a:pt x="9227" y="614"/>
                      <a:pt x="9172" y="614"/>
                      <a:pt x="9088" y="586"/>
                    </a:cubicBezTo>
                    <a:cubicBezTo>
                      <a:pt x="8391" y="1450"/>
                      <a:pt x="7862" y="2454"/>
                      <a:pt x="7527" y="3541"/>
                    </a:cubicBezTo>
                    <a:cubicBezTo>
                      <a:pt x="7276" y="3652"/>
                      <a:pt x="6997" y="3792"/>
                      <a:pt x="6747" y="3875"/>
                    </a:cubicBezTo>
                    <a:cubicBezTo>
                      <a:pt x="6468" y="3987"/>
                      <a:pt x="6189" y="4126"/>
                      <a:pt x="5966" y="4266"/>
                    </a:cubicBezTo>
                    <a:cubicBezTo>
                      <a:pt x="5715" y="2732"/>
                      <a:pt x="6245" y="1171"/>
                      <a:pt x="727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works? </a:t>
            </a:r>
            <a:endParaRPr dirty="0"/>
          </a:p>
        </p:txBody>
      </p:sp>
      <p:sp>
        <p:nvSpPr>
          <p:cNvPr id="1472" name="Google Shape;1472;p47"/>
          <p:cNvSpPr/>
          <p:nvPr/>
        </p:nvSpPr>
        <p:spPr>
          <a:xfrm>
            <a:off x="1531125" y="1361700"/>
            <a:ext cx="176400" cy="17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3" name="Google Shape;1473;p47"/>
          <p:cNvSpPr/>
          <p:nvPr/>
        </p:nvSpPr>
        <p:spPr>
          <a:xfrm>
            <a:off x="3495025" y="1361700"/>
            <a:ext cx="176400" cy="17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4" name="Google Shape;1474;p47"/>
          <p:cNvSpPr/>
          <p:nvPr/>
        </p:nvSpPr>
        <p:spPr>
          <a:xfrm>
            <a:off x="5458925" y="1361700"/>
            <a:ext cx="176400" cy="17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5" name="Google Shape;1475;p47"/>
          <p:cNvSpPr/>
          <p:nvPr/>
        </p:nvSpPr>
        <p:spPr>
          <a:xfrm>
            <a:off x="7422825" y="1361700"/>
            <a:ext cx="176400" cy="17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6" name="Google Shape;1476;p47"/>
          <p:cNvSpPr txBox="1"/>
          <p:nvPr/>
        </p:nvSpPr>
        <p:spPr>
          <a:xfrm flipH="1">
            <a:off x="713125" y="1862575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Step 1</a:t>
            </a:r>
            <a:endParaRPr sz="2000" dirty="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477" name="Google Shape;1477;p47"/>
          <p:cNvSpPr txBox="1"/>
          <p:nvPr/>
        </p:nvSpPr>
        <p:spPr>
          <a:xfrm flipH="1">
            <a:off x="713175" y="2362926"/>
            <a:ext cx="1812300" cy="5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User input ingredients</a:t>
            </a:r>
            <a:endParaRPr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478" name="Google Shape;1478;p47"/>
          <p:cNvSpPr txBox="1"/>
          <p:nvPr/>
        </p:nvSpPr>
        <p:spPr>
          <a:xfrm flipH="1">
            <a:off x="2677025" y="1862575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Step 2</a:t>
            </a:r>
            <a:endParaRPr sz="2000" dirty="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479" name="Google Shape;1479;p47"/>
          <p:cNvSpPr txBox="1"/>
          <p:nvPr/>
        </p:nvSpPr>
        <p:spPr>
          <a:xfrm flipH="1">
            <a:off x="2677133" y="2362930"/>
            <a:ext cx="1812300" cy="5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Text cleaning and preprocessing</a:t>
            </a:r>
            <a:endParaRPr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480" name="Google Shape;1480;p47"/>
          <p:cNvSpPr txBox="1"/>
          <p:nvPr/>
        </p:nvSpPr>
        <p:spPr>
          <a:xfrm flipH="1">
            <a:off x="4640925" y="1862575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Step 3</a:t>
            </a:r>
            <a:endParaRPr sz="2000" dirty="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481" name="Google Shape;1481;p47"/>
          <p:cNvSpPr txBox="1"/>
          <p:nvPr/>
        </p:nvSpPr>
        <p:spPr>
          <a:xfrm flipH="1">
            <a:off x="4640975" y="2362926"/>
            <a:ext cx="1812300" cy="5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TF-IDF converts test into numerical data</a:t>
            </a:r>
            <a:endParaRPr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482" name="Google Shape;1482;p47"/>
          <p:cNvSpPr txBox="1"/>
          <p:nvPr/>
        </p:nvSpPr>
        <p:spPr>
          <a:xfrm flipH="1">
            <a:off x="6604825" y="1862575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Step 4</a:t>
            </a:r>
            <a:endParaRPr sz="2000" dirty="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483" name="Google Shape;1483;p47"/>
          <p:cNvSpPr txBox="1"/>
          <p:nvPr/>
        </p:nvSpPr>
        <p:spPr>
          <a:xfrm flipH="1">
            <a:off x="6604875" y="2362926"/>
            <a:ext cx="1812300" cy="5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Model predict health grade A-E</a:t>
            </a:r>
            <a:endParaRPr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1484" name="Google Shape;1484;p47"/>
          <p:cNvCxnSpPr>
            <a:stCxn id="1472" idx="3"/>
            <a:endCxn id="1473" idx="1"/>
          </p:cNvCxnSpPr>
          <p:nvPr/>
        </p:nvCxnSpPr>
        <p:spPr>
          <a:xfrm>
            <a:off x="1707525" y="144990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5" name="Google Shape;1485;p47"/>
          <p:cNvCxnSpPr>
            <a:stCxn id="1473" idx="3"/>
            <a:endCxn id="1474" idx="1"/>
          </p:cNvCxnSpPr>
          <p:nvPr/>
        </p:nvCxnSpPr>
        <p:spPr>
          <a:xfrm>
            <a:off x="3671425" y="144990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6" name="Google Shape;1486;p47"/>
          <p:cNvCxnSpPr>
            <a:stCxn id="1474" idx="3"/>
            <a:endCxn id="1475" idx="1"/>
          </p:cNvCxnSpPr>
          <p:nvPr/>
        </p:nvCxnSpPr>
        <p:spPr>
          <a:xfrm>
            <a:off x="5635325" y="144990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7" name="Google Shape;1487;p47"/>
          <p:cNvCxnSpPr>
            <a:stCxn id="1472" idx="2"/>
            <a:endCxn id="1476" idx="0"/>
          </p:cNvCxnSpPr>
          <p:nvPr/>
        </p:nvCxnSpPr>
        <p:spPr>
          <a:xfrm>
            <a:off x="1619325" y="15381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8" name="Google Shape;1488;p47"/>
          <p:cNvCxnSpPr>
            <a:stCxn id="1473" idx="2"/>
            <a:endCxn id="1478" idx="0"/>
          </p:cNvCxnSpPr>
          <p:nvPr/>
        </p:nvCxnSpPr>
        <p:spPr>
          <a:xfrm>
            <a:off x="3583225" y="15381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9" name="Google Shape;1489;p47"/>
          <p:cNvCxnSpPr>
            <a:stCxn id="1474" idx="2"/>
            <a:endCxn id="1480" idx="0"/>
          </p:cNvCxnSpPr>
          <p:nvPr/>
        </p:nvCxnSpPr>
        <p:spPr>
          <a:xfrm>
            <a:off x="5547125" y="15381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0" name="Google Shape;1490;p47"/>
          <p:cNvCxnSpPr>
            <a:stCxn id="1475" idx="2"/>
            <a:endCxn id="1482" idx="0"/>
          </p:cNvCxnSpPr>
          <p:nvPr/>
        </p:nvCxnSpPr>
        <p:spPr>
          <a:xfrm>
            <a:off x="7511025" y="15381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1" name="Google Shape;1491;p47"/>
          <p:cNvSpPr/>
          <p:nvPr/>
        </p:nvSpPr>
        <p:spPr>
          <a:xfrm>
            <a:off x="1531125" y="3196150"/>
            <a:ext cx="176400" cy="17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92" name="Google Shape;1492;p47"/>
          <p:cNvSpPr/>
          <p:nvPr/>
        </p:nvSpPr>
        <p:spPr>
          <a:xfrm>
            <a:off x="3495025" y="3196150"/>
            <a:ext cx="176400" cy="17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93" name="Google Shape;1493;p47"/>
          <p:cNvSpPr/>
          <p:nvPr/>
        </p:nvSpPr>
        <p:spPr>
          <a:xfrm>
            <a:off x="5458925" y="3196150"/>
            <a:ext cx="176400" cy="17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94" name="Google Shape;1494;p47"/>
          <p:cNvSpPr/>
          <p:nvPr/>
        </p:nvSpPr>
        <p:spPr>
          <a:xfrm>
            <a:off x="7422825" y="3196150"/>
            <a:ext cx="176400" cy="17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95" name="Google Shape;1495;p47"/>
          <p:cNvSpPr txBox="1"/>
          <p:nvPr/>
        </p:nvSpPr>
        <p:spPr>
          <a:xfrm flipH="1">
            <a:off x="713125" y="3596200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Step 5</a:t>
            </a:r>
            <a:endParaRPr sz="2000" dirty="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496" name="Google Shape;1496;p47"/>
          <p:cNvSpPr txBox="1"/>
          <p:nvPr/>
        </p:nvSpPr>
        <p:spPr>
          <a:xfrm flipH="1">
            <a:off x="713175" y="4096552"/>
            <a:ext cx="1812300" cy="5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Detect risks &amp; allergens</a:t>
            </a:r>
            <a:endParaRPr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497" name="Google Shape;1497;p47"/>
          <p:cNvSpPr txBox="1"/>
          <p:nvPr/>
        </p:nvSpPr>
        <p:spPr>
          <a:xfrm flipH="1">
            <a:off x="2677025" y="3596200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Step 6</a:t>
            </a:r>
            <a:endParaRPr sz="2000" dirty="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498" name="Google Shape;1498;p47"/>
          <p:cNvSpPr txBox="1"/>
          <p:nvPr/>
        </p:nvSpPr>
        <p:spPr>
          <a:xfrm flipH="1">
            <a:off x="2677033" y="4096554"/>
            <a:ext cx="1812300" cy="676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Returns json response with explanation</a:t>
            </a:r>
            <a:endParaRPr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499" name="Google Shape;1499;p47"/>
          <p:cNvSpPr txBox="1"/>
          <p:nvPr/>
        </p:nvSpPr>
        <p:spPr>
          <a:xfrm flipH="1">
            <a:off x="4640925" y="3596200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Step 7</a:t>
            </a:r>
            <a:endParaRPr sz="2000" dirty="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500" name="Google Shape;1500;p47"/>
          <p:cNvSpPr txBox="1"/>
          <p:nvPr/>
        </p:nvSpPr>
        <p:spPr>
          <a:xfrm flipH="1">
            <a:off x="4640975" y="4096552"/>
            <a:ext cx="1812300" cy="5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Display results to user</a:t>
            </a:r>
            <a:endParaRPr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501" name="Google Shape;1501;p47"/>
          <p:cNvSpPr txBox="1"/>
          <p:nvPr/>
        </p:nvSpPr>
        <p:spPr>
          <a:xfrm flipH="1">
            <a:off x="6604825" y="3596200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Step 8</a:t>
            </a:r>
            <a:endParaRPr sz="2000" dirty="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502" name="Google Shape;1502;p47"/>
          <p:cNvSpPr txBox="1"/>
          <p:nvPr/>
        </p:nvSpPr>
        <p:spPr>
          <a:xfrm flipH="1">
            <a:off x="6604875" y="4096552"/>
            <a:ext cx="1812300" cy="5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Helps in better food decision</a:t>
            </a:r>
            <a:endParaRPr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1503" name="Google Shape;1503;p47"/>
          <p:cNvCxnSpPr>
            <a:stCxn id="1491" idx="3"/>
            <a:endCxn id="1492" idx="1"/>
          </p:cNvCxnSpPr>
          <p:nvPr/>
        </p:nvCxnSpPr>
        <p:spPr>
          <a:xfrm>
            <a:off x="1707525" y="328435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4" name="Google Shape;1504;p47"/>
          <p:cNvCxnSpPr>
            <a:stCxn id="1492" idx="3"/>
            <a:endCxn id="1493" idx="1"/>
          </p:cNvCxnSpPr>
          <p:nvPr/>
        </p:nvCxnSpPr>
        <p:spPr>
          <a:xfrm>
            <a:off x="3671425" y="328435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5" name="Google Shape;1505;p47"/>
          <p:cNvCxnSpPr>
            <a:stCxn id="1493" idx="3"/>
            <a:endCxn id="1494" idx="1"/>
          </p:cNvCxnSpPr>
          <p:nvPr/>
        </p:nvCxnSpPr>
        <p:spPr>
          <a:xfrm>
            <a:off x="5635325" y="328435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6" name="Google Shape;1506;p47"/>
          <p:cNvCxnSpPr>
            <a:stCxn id="1491" idx="2"/>
            <a:endCxn id="1495" idx="0"/>
          </p:cNvCxnSpPr>
          <p:nvPr/>
        </p:nvCxnSpPr>
        <p:spPr>
          <a:xfrm>
            <a:off x="1619325" y="3372550"/>
            <a:ext cx="0" cy="223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7" name="Google Shape;1507;p47"/>
          <p:cNvCxnSpPr>
            <a:stCxn id="1492" idx="2"/>
            <a:endCxn id="1497" idx="0"/>
          </p:cNvCxnSpPr>
          <p:nvPr/>
        </p:nvCxnSpPr>
        <p:spPr>
          <a:xfrm>
            <a:off x="3583225" y="3372550"/>
            <a:ext cx="0" cy="223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8" name="Google Shape;1508;p47"/>
          <p:cNvCxnSpPr>
            <a:stCxn id="1493" idx="2"/>
            <a:endCxn id="1499" idx="0"/>
          </p:cNvCxnSpPr>
          <p:nvPr/>
        </p:nvCxnSpPr>
        <p:spPr>
          <a:xfrm>
            <a:off x="5547125" y="3372550"/>
            <a:ext cx="0" cy="223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9" name="Google Shape;1509;p47"/>
          <p:cNvCxnSpPr>
            <a:stCxn id="1494" idx="2"/>
            <a:endCxn id="1501" idx="0"/>
          </p:cNvCxnSpPr>
          <p:nvPr/>
        </p:nvCxnSpPr>
        <p:spPr>
          <a:xfrm>
            <a:off x="7511025" y="3372550"/>
            <a:ext cx="0" cy="223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0" name="Google Shape;1510;p47"/>
          <p:cNvCxnSpPr>
            <a:stCxn id="1475" idx="3"/>
            <a:endCxn id="1491" idx="1"/>
          </p:cNvCxnSpPr>
          <p:nvPr/>
        </p:nvCxnSpPr>
        <p:spPr>
          <a:xfrm flipH="1">
            <a:off x="1531125" y="1449900"/>
            <a:ext cx="6068100" cy="1834500"/>
          </a:xfrm>
          <a:prstGeom prst="bentConnector5">
            <a:avLst>
              <a:gd name="adj1" fmla="val -13365"/>
              <a:gd name="adj2" fmla="val 82114"/>
              <a:gd name="adj3" fmla="val 11348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" name="Google Shape;1177;p39"/>
          <p:cNvPicPr preferRelativeResize="0"/>
          <p:nvPr/>
        </p:nvPicPr>
        <p:blipFill rotWithShape="1">
          <a:blip r:embed="rId3">
            <a:alphaModFix/>
          </a:blip>
          <a:srcRect l="8419" r="10471"/>
          <a:stretch/>
        </p:blipFill>
        <p:spPr>
          <a:xfrm>
            <a:off x="713225" y="539500"/>
            <a:ext cx="2200327" cy="4064502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39"/>
          <p:cNvSpPr txBox="1">
            <a:spLocks noGrp="1"/>
          </p:cNvSpPr>
          <p:nvPr>
            <p:ph type="title"/>
          </p:nvPr>
        </p:nvSpPr>
        <p:spPr>
          <a:xfrm>
            <a:off x="5298150" y="539500"/>
            <a:ext cx="3118500" cy="65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179" name="Google Shape;1179;p39"/>
          <p:cNvSpPr txBox="1">
            <a:spLocks noGrp="1"/>
          </p:cNvSpPr>
          <p:nvPr>
            <p:ph type="subTitle" idx="1"/>
          </p:nvPr>
        </p:nvSpPr>
        <p:spPr>
          <a:xfrm>
            <a:off x="5298150" y="1280113"/>
            <a:ext cx="2608800" cy="10489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It simplifies food health analysis by making evaluation faster and more accessible. It helps users make better dietary choices and supports healthier lifestyles.</a:t>
            </a:r>
            <a:endParaRPr/>
          </a:p>
        </p:txBody>
      </p:sp>
      <p:pic>
        <p:nvPicPr>
          <p:cNvPr id="1180" name="Google Shape;1180;p39"/>
          <p:cNvPicPr preferRelativeResize="0"/>
          <p:nvPr/>
        </p:nvPicPr>
        <p:blipFill rotWithShape="1">
          <a:blip r:embed="rId4">
            <a:alphaModFix/>
          </a:blip>
          <a:srcRect t="17496" b="17489"/>
          <a:stretch/>
        </p:blipFill>
        <p:spPr>
          <a:xfrm>
            <a:off x="2985775" y="3173501"/>
            <a:ext cx="2200325" cy="1430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1" name="Google Shape;1181;p39"/>
          <p:cNvPicPr preferRelativeResize="0"/>
          <p:nvPr/>
        </p:nvPicPr>
        <p:blipFill rotWithShape="1">
          <a:blip r:embed="rId5">
            <a:alphaModFix/>
          </a:blip>
          <a:srcRect t="18053" b="4198"/>
          <a:stretch/>
        </p:blipFill>
        <p:spPr>
          <a:xfrm>
            <a:off x="2985775" y="539499"/>
            <a:ext cx="2200325" cy="2566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2" name="Google Shape;1182;p39"/>
          <p:cNvPicPr preferRelativeResize="0"/>
          <p:nvPr/>
        </p:nvPicPr>
        <p:blipFill rotWithShape="1">
          <a:blip r:embed="rId6">
            <a:alphaModFix/>
          </a:blip>
          <a:srcRect t="21140" b="32591"/>
          <a:stretch/>
        </p:blipFill>
        <p:spPr>
          <a:xfrm>
            <a:off x="5258325" y="2411499"/>
            <a:ext cx="3158375" cy="21925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3" name="Google Shape;1183;p39"/>
          <p:cNvCxnSpPr/>
          <p:nvPr/>
        </p:nvCxnSpPr>
        <p:spPr>
          <a:xfrm>
            <a:off x="5405488" y="1280113"/>
            <a:ext cx="1974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44"/>
          <p:cNvSpPr txBox="1">
            <a:spLocks noGrp="1"/>
          </p:cNvSpPr>
          <p:nvPr>
            <p:ph type="title"/>
          </p:nvPr>
        </p:nvSpPr>
        <p:spPr>
          <a:xfrm>
            <a:off x="1018025" y="863464"/>
            <a:ext cx="3727800" cy="118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sz="7200"/>
              <a:t>Thanks!</a:t>
            </a:r>
            <a:endParaRPr sz="7200"/>
          </a:p>
        </p:txBody>
      </p:sp>
      <p:sp>
        <p:nvSpPr>
          <p:cNvPr id="1242" name="Google Shape;1242;p44"/>
          <p:cNvSpPr txBox="1">
            <a:spLocks noGrp="1"/>
          </p:cNvSpPr>
          <p:nvPr>
            <p:ph type="subTitle" idx="1"/>
          </p:nvPr>
        </p:nvSpPr>
        <p:spPr>
          <a:xfrm>
            <a:off x="1018025" y="2182025"/>
            <a:ext cx="2171580" cy="7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800"/>
              <a:t>Do you have any questions?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cxnSp>
        <p:nvCxnSpPr>
          <p:cNvPr id="1243" name="Google Shape;1243;p44"/>
          <p:cNvCxnSpPr/>
          <p:nvPr/>
        </p:nvCxnSpPr>
        <p:spPr>
          <a:xfrm>
            <a:off x="1109888" y="2044338"/>
            <a:ext cx="1974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44" name="Google Shape;1244;p44"/>
          <p:cNvGrpSpPr/>
          <p:nvPr/>
        </p:nvGrpSpPr>
        <p:grpSpPr>
          <a:xfrm rot="-2859763">
            <a:off x="2383804" y="4008739"/>
            <a:ext cx="335282" cy="209311"/>
            <a:chOff x="5041635" y="3575776"/>
            <a:chExt cx="335278" cy="209309"/>
          </a:xfrm>
        </p:grpSpPr>
        <p:sp>
          <p:nvSpPr>
            <p:cNvPr id="1245" name="Google Shape;1245;p44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4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7" name="Google Shape;1247;p44"/>
          <p:cNvGrpSpPr/>
          <p:nvPr/>
        </p:nvGrpSpPr>
        <p:grpSpPr>
          <a:xfrm rot="9764795">
            <a:off x="2534835" y="4455039"/>
            <a:ext cx="523946" cy="327118"/>
            <a:chOff x="5041635" y="3575776"/>
            <a:chExt cx="335278" cy="209309"/>
          </a:xfrm>
        </p:grpSpPr>
        <p:sp>
          <p:nvSpPr>
            <p:cNvPr id="1248" name="Google Shape;1248;p44"/>
            <p:cNvSpPr/>
            <p:nvPr/>
          </p:nvSpPr>
          <p:spPr>
            <a:xfrm>
              <a:off x="5042332" y="3575776"/>
              <a:ext cx="334581" cy="209309"/>
            </a:xfrm>
            <a:custGeom>
              <a:avLst/>
              <a:gdLst/>
              <a:ahLst/>
              <a:cxnLst/>
              <a:rect l="l" t="t" r="r" b="b"/>
              <a:pathLst>
                <a:path w="13437" h="8406" extrusionOk="0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44"/>
            <p:cNvSpPr/>
            <p:nvPr/>
          </p:nvSpPr>
          <p:spPr>
            <a:xfrm>
              <a:off x="5041635" y="3578888"/>
              <a:ext cx="327659" cy="205525"/>
            </a:xfrm>
            <a:custGeom>
              <a:avLst/>
              <a:gdLst/>
              <a:ahLst/>
              <a:cxnLst/>
              <a:rect l="l" t="t" r="r" b="b"/>
              <a:pathLst>
                <a:path w="13159" h="8254" extrusionOk="0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0" name="Google Shape;1250;p44"/>
          <p:cNvSpPr/>
          <p:nvPr/>
        </p:nvSpPr>
        <p:spPr>
          <a:xfrm>
            <a:off x="3189605" y="3955469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1" name="Google Shape;1251;p44"/>
          <p:cNvSpPr/>
          <p:nvPr/>
        </p:nvSpPr>
        <p:spPr>
          <a:xfrm flipH="1">
            <a:off x="2050050" y="492272"/>
            <a:ext cx="217277" cy="219344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2" name="Google Shape;1252;p44"/>
          <p:cNvSpPr/>
          <p:nvPr/>
        </p:nvSpPr>
        <p:spPr>
          <a:xfrm rot="3636711">
            <a:off x="683595" y="4030072"/>
            <a:ext cx="217295" cy="219362"/>
          </a:xfrm>
          <a:custGeom>
            <a:avLst/>
            <a:gdLst/>
            <a:ahLst/>
            <a:cxnLst/>
            <a:rect l="l" t="t" r="r" b="b"/>
            <a:pathLst>
              <a:path w="8726" h="8809" fill="none" extrusionOk="0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3" name="Google Shape;1253;p44"/>
          <p:cNvGrpSpPr/>
          <p:nvPr/>
        </p:nvGrpSpPr>
        <p:grpSpPr>
          <a:xfrm>
            <a:off x="4103625" y="1479675"/>
            <a:ext cx="4327161" cy="3124334"/>
            <a:chOff x="4103625" y="1479675"/>
            <a:chExt cx="4327161" cy="3124334"/>
          </a:xfrm>
        </p:grpSpPr>
        <p:grpSp>
          <p:nvGrpSpPr>
            <p:cNvPr id="1254" name="Google Shape;1254;p44"/>
            <p:cNvGrpSpPr/>
            <p:nvPr/>
          </p:nvGrpSpPr>
          <p:grpSpPr>
            <a:xfrm>
              <a:off x="4103625" y="1479675"/>
              <a:ext cx="4327161" cy="3124334"/>
              <a:chOff x="3276575" y="1473825"/>
              <a:chExt cx="4327161" cy="3124334"/>
            </a:xfrm>
          </p:grpSpPr>
          <p:sp>
            <p:nvSpPr>
              <p:cNvPr id="1255" name="Google Shape;1255;p44"/>
              <p:cNvSpPr/>
              <p:nvPr/>
            </p:nvSpPr>
            <p:spPr>
              <a:xfrm>
                <a:off x="4374812" y="1473825"/>
                <a:ext cx="3228923" cy="3124334"/>
              </a:xfrm>
              <a:custGeom>
                <a:avLst/>
                <a:gdLst/>
                <a:ahLst/>
                <a:cxnLst/>
                <a:rect l="l" t="t" r="r" b="b"/>
                <a:pathLst>
                  <a:path w="115587" h="111843" extrusionOk="0">
                    <a:moveTo>
                      <a:pt x="64803" y="1"/>
                    </a:moveTo>
                    <a:cubicBezTo>
                      <a:pt x="58692" y="1"/>
                      <a:pt x="52585" y="736"/>
                      <a:pt x="46661" y="2252"/>
                    </a:cubicBezTo>
                    <a:cubicBezTo>
                      <a:pt x="35922" y="5014"/>
                      <a:pt x="23384" y="10134"/>
                      <a:pt x="18943" y="21183"/>
                    </a:cubicBezTo>
                    <a:cubicBezTo>
                      <a:pt x="16979" y="26076"/>
                      <a:pt x="18039" y="31410"/>
                      <a:pt x="16860" y="36494"/>
                    </a:cubicBezTo>
                    <a:cubicBezTo>
                      <a:pt x="15812" y="41042"/>
                      <a:pt x="13657" y="45269"/>
                      <a:pt x="11347" y="49281"/>
                    </a:cubicBezTo>
                    <a:cubicBezTo>
                      <a:pt x="6656" y="57449"/>
                      <a:pt x="453" y="65664"/>
                      <a:pt x="215" y="75487"/>
                    </a:cubicBezTo>
                    <a:cubicBezTo>
                      <a:pt x="1" y="84167"/>
                      <a:pt x="4823" y="92430"/>
                      <a:pt x="11514" y="97978"/>
                    </a:cubicBezTo>
                    <a:cubicBezTo>
                      <a:pt x="18193" y="103514"/>
                      <a:pt x="26540" y="106658"/>
                      <a:pt x="34945" y="108801"/>
                    </a:cubicBezTo>
                    <a:cubicBezTo>
                      <a:pt x="42336" y="110677"/>
                      <a:pt x="49942" y="111843"/>
                      <a:pt x="57536" y="111843"/>
                    </a:cubicBezTo>
                    <a:cubicBezTo>
                      <a:pt x="60011" y="111843"/>
                      <a:pt x="62485" y="111719"/>
                      <a:pt x="64949" y="111456"/>
                    </a:cubicBezTo>
                    <a:cubicBezTo>
                      <a:pt x="74986" y="110384"/>
                      <a:pt x="84892" y="106884"/>
                      <a:pt x="92798" y="100597"/>
                    </a:cubicBezTo>
                    <a:cubicBezTo>
                      <a:pt x="104407" y="91394"/>
                      <a:pt x="110884" y="76821"/>
                      <a:pt x="112669" y="62116"/>
                    </a:cubicBezTo>
                    <a:cubicBezTo>
                      <a:pt x="115586" y="38197"/>
                      <a:pt x="108312" y="7741"/>
                      <a:pt x="81523" y="1859"/>
                    </a:cubicBezTo>
                    <a:cubicBezTo>
                      <a:pt x="79689" y="1418"/>
                      <a:pt x="77832" y="1085"/>
                      <a:pt x="75951" y="811"/>
                    </a:cubicBezTo>
                    <a:cubicBezTo>
                      <a:pt x="72260" y="274"/>
                      <a:pt x="68531" y="1"/>
                      <a:pt x="648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44"/>
              <p:cNvSpPr/>
              <p:nvPr/>
            </p:nvSpPr>
            <p:spPr>
              <a:xfrm>
                <a:off x="3276575" y="2652885"/>
                <a:ext cx="966216" cy="1253136"/>
              </a:xfrm>
              <a:custGeom>
                <a:avLst/>
                <a:gdLst/>
                <a:ahLst/>
                <a:cxnLst/>
                <a:rect l="l" t="t" r="r" b="b"/>
                <a:pathLst>
                  <a:path w="34588" h="44859" extrusionOk="0">
                    <a:moveTo>
                      <a:pt x="20452" y="0"/>
                    </a:moveTo>
                    <a:cubicBezTo>
                      <a:pt x="14682" y="0"/>
                      <a:pt x="9390" y="1104"/>
                      <a:pt x="5418" y="5943"/>
                    </a:cubicBezTo>
                    <a:cubicBezTo>
                      <a:pt x="1250" y="11004"/>
                      <a:pt x="0" y="17992"/>
                      <a:pt x="619" y="24505"/>
                    </a:cubicBezTo>
                    <a:cubicBezTo>
                      <a:pt x="1131" y="29863"/>
                      <a:pt x="2893" y="35268"/>
                      <a:pt x="6489" y="39281"/>
                    </a:cubicBezTo>
                    <a:cubicBezTo>
                      <a:pt x="9482" y="42631"/>
                      <a:pt x="13886" y="44859"/>
                      <a:pt x="18314" y="44859"/>
                    </a:cubicBezTo>
                    <a:cubicBezTo>
                      <a:pt x="19205" y="44859"/>
                      <a:pt x="20097" y="44769"/>
                      <a:pt x="20979" y="44579"/>
                    </a:cubicBezTo>
                    <a:cubicBezTo>
                      <a:pt x="27039" y="43305"/>
                      <a:pt x="31456" y="37673"/>
                      <a:pt x="33028" y="31697"/>
                    </a:cubicBezTo>
                    <a:cubicBezTo>
                      <a:pt x="34588" y="25696"/>
                      <a:pt x="33814" y="19374"/>
                      <a:pt x="32754" y="13266"/>
                    </a:cubicBezTo>
                    <a:cubicBezTo>
                      <a:pt x="31718" y="7289"/>
                      <a:pt x="29432" y="288"/>
                      <a:pt x="22408" y="38"/>
                    </a:cubicBezTo>
                    <a:cubicBezTo>
                      <a:pt x="21751" y="14"/>
                      <a:pt x="21099" y="0"/>
                      <a:pt x="204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44"/>
              <p:cNvSpPr/>
              <p:nvPr/>
            </p:nvSpPr>
            <p:spPr>
              <a:xfrm>
                <a:off x="4565725" y="1767900"/>
                <a:ext cx="256625" cy="367225"/>
              </a:xfrm>
              <a:custGeom>
                <a:avLst/>
                <a:gdLst/>
                <a:ahLst/>
                <a:cxnLst/>
                <a:rect l="l" t="t" r="r" b="b"/>
                <a:pathLst>
                  <a:path w="10265" h="14689" extrusionOk="0">
                    <a:moveTo>
                      <a:pt x="1787" y="1"/>
                    </a:moveTo>
                    <a:lnTo>
                      <a:pt x="1787" y="1"/>
                    </a:lnTo>
                    <a:cubicBezTo>
                      <a:pt x="2049" y="727"/>
                      <a:pt x="1811" y="1560"/>
                      <a:pt x="1454" y="2251"/>
                    </a:cubicBezTo>
                    <a:cubicBezTo>
                      <a:pt x="1096" y="2930"/>
                      <a:pt x="608" y="3561"/>
                      <a:pt x="322" y="4287"/>
                    </a:cubicBezTo>
                    <a:cubicBezTo>
                      <a:pt x="37" y="5001"/>
                      <a:pt x="1" y="5894"/>
                      <a:pt x="489" y="6502"/>
                    </a:cubicBezTo>
                    <a:cubicBezTo>
                      <a:pt x="1204" y="7395"/>
                      <a:pt x="2811" y="7383"/>
                      <a:pt x="3192" y="8454"/>
                    </a:cubicBezTo>
                    <a:cubicBezTo>
                      <a:pt x="3585" y="9490"/>
                      <a:pt x="2406" y="10550"/>
                      <a:pt x="2537" y="11657"/>
                    </a:cubicBezTo>
                    <a:cubicBezTo>
                      <a:pt x="2597" y="12181"/>
                      <a:pt x="2954" y="12633"/>
                      <a:pt x="3394" y="12931"/>
                    </a:cubicBezTo>
                    <a:cubicBezTo>
                      <a:pt x="3823" y="13229"/>
                      <a:pt x="4323" y="13407"/>
                      <a:pt x="4835" y="13586"/>
                    </a:cubicBezTo>
                    <a:cubicBezTo>
                      <a:pt x="5680" y="13883"/>
                      <a:pt x="6538" y="14181"/>
                      <a:pt x="7395" y="14503"/>
                    </a:cubicBezTo>
                    <a:cubicBezTo>
                      <a:pt x="7677" y="14599"/>
                      <a:pt x="7950" y="14689"/>
                      <a:pt x="8209" y="14689"/>
                    </a:cubicBezTo>
                    <a:cubicBezTo>
                      <a:pt x="8464" y="14689"/>
                      <a:pt x="8706" y="14602"/>
                      <a:pt x="8931" y="14348"/>
                    </a:cubicBezTo>
                    <a:cubicBezTo>
                      <a:pt x="9824" y="13371"/>
                      <a:pt x="10133" y="11502"/>
                      <a:pt x="10193" y="10240"/>
                    </a:cubicBezTo>
                    <a:cubicBezTo>
                      <a:pt x="10264" y="8490"/>
                      <a:pt x="9776" y="6704"/>
                      <a:pt x="8824" y="5216"/>
                    </a:cubicBezTo>
                    <a:cubicBezTo>
                      <a:pt x="7216" y="2727"/>
                      <a:pt x="4478" y="1227"/>
                      <a:pt x="178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44"/>
              <p:cNvSpPr/>
              <p:nvPr/>
            </p:nvSpPr>
            <p:spPr>
              <a:xfrm>
                <a:off x="4569600" y="1767900"/>
                <a:ext cx="250650" cy="366150"/>
              </a:xfrm>
              <a:custGeom>
                <a:avLst/>
                <a:gdLst/>
                <a:ahLst/>
                <a:cxnLst/>
                <a:rect l="l" t="t" r="r" b="b"/>
                <a:pathLst>
                  <a:path w="10026" h="14646" extrusionOk="0">
                    <a:moveTo>
                      <a:pt x="1632" y="1"/>
                    </a:moveTo>
                    <a:lnTo>
                      <a:pt x="1632" y="1"/>
                    </a:lnTo>
                    <a:cubicBezTo>
                      <a:pt x="1644" y="48"/>
                      <a:pt x="1656" y="72"/>
                      <a:pt x="1656" y="120"/>
                    </a:cubicBezTo>
                    <a:cubicBezTo>
                      <a:pt x="2465" y="858"/>
                      <a:pt x="3120" y="1906"/>
                      <a:pt x="3608" y="3263"/>
                    </a:cubicBezTo>
                    <a:cubicBezTo>
                      <a:pt x="3775" y="3716"/>
                      <a:pt x="3918" y="4192"/>
                      <a:pt x="4037" y="4692"/>
                    </a:cubicBezTo>
                    <a:cubicBezTo>
                      <a:pt x="2965" y="4073"/>
                      <a:pt x="2001" y="3287"/>
                      <a:pt x="1227" y="2394"/>
                    </a:cubicBezTo>
                    <a:lnTo>
                      <a:pt x="1096" y="2620"/>
                    </a:lnTo>
                    <a:cubicBezTo>
                      <a:pt x="1930" y="3573"/>
                      <a:pt x="2965" y="4406"/>
                      <a:pt x="4132" y="5025"/>
                    </a:cubicBezTo>
                    <a:cubicBezTo>
                      <a:pt x="4204" y="5347"/>
                      <a:pt x="4287" y="5656"/>
                      <a:pt x="4370" y="5966"/>
                    </a:cubicBezTo>
                    <a:cubicBezTo>
                      <a:pt x="4442" y="6299"/>
                      <a:pt x="4525" y="6621"/>
                      <a:pt x="4620" y="6966"/>
                    </a:cubicBezTo>
                    <a:cubicBezTo>
                      <a:pt x="2846" y="6906"/>
                      <a:pt x="1168" y="6002"/>
                      <a:pt x="84" y="4585"/>
                    </a:cubicBezTo>
                    <a:cubicBezTo>
                      <a:pt x="48" y="4692"/>
                      <a:pt x="25" y="4787"/>
                      <a:pt x="1" y="4894"/>
                    </a:cubicBezTo>
                    <a:cubicBezTo>
                      <a:pt x="1156" y="6299"/>
                      <a:pt x="2882" y="7180"/>
                      <a:pt x="4680" y="7216"/>
                    </a:cubicBezTo>
                    <a:cubicBezTo>
                      <a:pt x="4728" y="7418"/>
                      <a:pt x="4787" y="7609"/>
                      <a:pt x="4823" y="7787"/>
                    </a:cubicBezTo>
                    <a:cubicBezTo>
                      <a:pt x="5085" y="8633"/>
                      <a:pt x="5394" y="9466"/>
                      <a:pt x="5751" y="10288"/>
                    </a:cubicBezTo>
                    <a:cubicBezTo>
                      <a:pt x="4799" y="10216"/>
                      <a:pt x="3858" y="9990"/>
                      <a:pt x="2965" y="9657"/>
                    </a:cubicBezTo>
                    <a:cubicBezTo>
                      <a:pt x="2942" y="9740"/>
                      <a:pt x="2906" y="9811"/>
                      <a:pt x="2882" y="9895"/>
                    </a:cubicBezTo>
                    <a:cubicBezTo>
                      <a:pt x="3835" y="10252"/>
                      <a:pt x="4847" y="10490"/>
                      <a:pt x="5859" y="10550"/>
                    </a:cubicBezTo>
                    <a:lnTo>
                      <a:pt x="5871" y="10550"/>
                    </a:lnTo>
                    <a:cubicBezTo>
                      <a:pt x="6204" y="11264"/>
                      <a:pt x="6573" y="11967"/>
                      <a:pt x="6990" y="12633"/>
                    </a:cubicBezTo>
                    <a:cubicBezTo>
                      <a:pt x="6433" y="12756"/>
                      <a:pt x="5866" y="12817"/>
                      <a:pt x="5301" y="12817"/>
                    </a:cubicBezTo>
                    <a:cubicBezTo>
                      <a:pt x="4390" y="12817"/>
                      <a:pt x="3484" y="12661"/>
                      <a:pt x="2632" y="12359"/>
                    </a:cubicBezTo>
                    <a:lnTo>
                      <a:pt x="2632" y="12359"/>
                    </a:lnTo>
                    <a:cubicBezTo>
                      <a:pt x="2703" y="12490"/>
                      <a:pt x="2811" y="12609"/>
                      <a:pt x="2906" y="12717"/>
                    </a:cubicBezTo>
                    <a:cubicBezTo>
                      <a:pt x="3690" y="12955"/>
                      <a:pt x="4509" y="13077"/>
                      <a:pt x="5325" y="13077"/>
                    </a:cubicBezTo>
                    <a:cubicBezTo>
                      <a:pt x="5934" y="13077"/>
                      <a:pt x="6542" y="13009"/>
                      <a:pt x="7133" y="12871"/>
                    </a:cubicBezTo>
                    <a:cubicBezTo>
                      <a:pt x="7526" y="13491"/>
                      <a:pt x="7954" y="14086"/>
                      <a:pt x="8407" y="14645"/>
                    </a:cubicBezTo>
                    <a:cubicBezTo>
                      <a:pt x="8478" y="14622"/>
                      <a:pt x="8549" y="14574"/>
                      <a:pt x="8609" y="14514"/>
                    </a:cubicBezTo>
                    <a:cubicBezTo>
                      <a:pt x="8204" y="14002"/>
                      <a:pt x="7823" y="13467"/>
                      <a:pt x="7466" y="12919"/>
                    </a:cubicBezTo>
                    <a:cubicBezTo>
                      <a:pt x="7537" y="12871"/>
                      <a:pt x="7633" y="12836"/>
                      <a:pt x="7704" y="12776"/>
                    </a:cubicBezTo>
                    <a:cubicBezTo>
                      <a:pt x="8704" y="12074"/>
                      <a:pt x="9502" y="10943"/>
                      <a:pt x="9978" y="9526"/>
                    </a:cubicBezTo>
                    <a:lnTo>
                      <a:pt x="10026" y="9395"/>
                    </a:lnTo>
                    <a:cubicBezTo>
                      <a:pt x="10014" y="9169"/>
                      <a:pt x="9990" y="8942"/>
                      <a:pt x="9954" y="8728"/>
                    </a:cubicBezTo>
                    <a:cubicBezTo>
                      <a:pt x="9883" y="8919"/>
                      <a:pt x="9835" y="9157"/>
                      <a:pt x="9740" y="9395"/>
                    </a:cubicBezTo>
                    <a:cubicBezTo>
                      <a:pt x="9252" y="10847"/>
                      <a:pt x="8395" y="12002"/>
                      <a:pt x="7347" y="12657"/>
                    </a:cubicBezTo>
                    <a:cubicBezTo>
                      <a:pt x="6894" y="11955"/>
                      <a:pt x="6502" y="11216"/>
                      <a:pt x="6156" y="10478"/>
                    </a:cubicBezTo>
                    <a:cubicBezTo>
                      <a:pt x="7502" y="9252"/>
                      <a:pt x="8526" y="7692"/>
                      <a:pt x="9133" y="6002"/>
                    </a:cubicBezTo>
                    <a:cubicBezTo>
                      <a:pt x="9085" y="5894"/>
                      <a:pt x="9026" y="5787"/>
                      <a:pt x="8966" y="5680"/>
                    </a:cubicBezTo>
                    <a:cubicBezTo>
                      <a:pt x="8383" y="7406"/>
                      <a:pt x="7371" y="9002"/>
                      <a:pt x="6037" y="10240"/>
                    </a:cubicBezTo>
                    <a:cubicBezTo>
                      <a:pt x="5668" y="9419"/>
                      <a:pt x="5335" y="8573"/>
                      <a:pt x="5085" y="7704"/>
                    </a:cubicBezTo>
                    <a:cubicBezTo>
                      <a:pt x="6228" y="6621"/>
                      <a:pt x="7025" y="5192"/>
                      <a:pt x="7430" y="3680"/>
                    </a:cubicBezTo>
                    <a:lnTo>
                      <a:pt x="7228" y="3465"/>
                    </a:lnTo>
                    <a:cubicBezTo>
                      <a:pt x="6847" y="4954"/>
                      <a:pt x="6073" y="6359"/>
                      <a:pt x="4989" y="7442"/>
                    </a:cubicBezTo>
                    <a:cubicBezTo>
                      <a:pt x="4847" y="6918"/>
                      <a:pt x="4728" y="6394"/>
                      <a:pt x="4585" y="5894"/>
                    </a:cubicBezTo>
                    <a:cubicBezTo>
                      <a:pt x="4525" y="5621"/>
                      <a:pt x="4454" y="5359"/>
                      <a:pt x="4394" y="5085"/>
                    </a:cubicBezTo>
                    <a:cubicBezTo>
                      <a:pt x="4966" y="4180"/>
                      <a:pt x="5359" y="3204"/>
                      <a:pt x="5621" y="2168"/>
                    </a:cubicBezTo>
                    <a:cubicBezTo>
                      <a:pt x="5537" y="2132"/>
                      <a:pt x="5466" y="2072"/>
                      <a:pt x="5394" y="2025"/>
                    </a:cubicBezTo>
                    <a:cubicBezTo>
                      <a:pt x="5168" y="2965"/>
                      <a:pt x="4799" y="3882"/>
                      <a:pt x="4311" y="4751"/>
                    </a:cubicBezTo>
                    <a:cubicBezTo>
                      <a:pt x="4168" y="4216"/>
                      <a:pt x="4025" y="3692"/>
                      <a:pt x="3835" y="3168"/>
                    </a:cubicBezTo>
                    <a:cubicBezTo>
                      <a:pt x="3394" y="1953"/>
                      <a:pt x="2823" y="965"/>
                      <a:pt x="2120" y="227"/>
                    </a:cubicBezTo>
                    <a:lnTo>
                      <a:pt x="163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44"/>
              <p:cNvSpPr/>
              <p:nvPr/>
            </p:nvSpPr>
            <p:spPr>
              <a:xfrm>
                <a:off x="6405250" y="2336425"/>
                <a:ext cx="296500" cy="293850"/>
              </a:xfrm>
              <a:custGeom>
                <a:avLst/>
                <a:gdLst/>
                <a:ahLst/>
                <a:cxnLst/>
                <a:rect l="l" t="t" r="r" b="b"/>
                <a:pathLst>
                  <a:path w="11860" h="11754" extrusionOk="0">
                    <a:moveTo>
                      <a:pt x="11859" y="1"/>
                    </a:moveTo>
                    <a:lnTo>
                      <a:pt x="11859" y="1"/>
                    </a:lnTo>
                    <a:cubicBezTo>
                      <a:pt x="11415" y="367"/>
                      <a:pt x="10842" y="503"/>
                      <a:pt x="10259" y="503"/>
                    </a:cubicBezTo>
                    <a:cubicBezTo>
                      <a:pt x="10046" y="503"/>
                      <a:pt x="9831" y="485"/>
                      <a:pt x="9621" y="453"/>
                    </a:cubicBezTo>
                    <a:cubicBezTo>
                      <a:pt x="8847" y="334"/>
                      <a:pt x="8097" y="72"/>
                      <a:pt x="7323" y="48"/>
                    </a:cubicBezTo>
                    <a:cubicBezTo>
                      <a:pt x="7277" y="46"/>
                      <a:pt x="7231" y="45"/>
                      <a:pt x="7184" y="45"/>
                    </a:cubicBezTo>
                    <a:cubicBezTo>
                      <a:pt x="6447" y="45"/>
                      <a:pt x="5656" y="314"/>
                      <a:pt x="5275" y="941"/>
                    </a:cubicBezTo>
                    <a:cubicBezTo>
                      <a:pt x="4680" y="1906"/>
                      <a:pt x="5227" y="3406"/>
                      <a:pt x="4346" y="4144"/>
                    </a:cubicBezTo>
                    <a:cubicBezTo>
                      <a:pt x="4029" y="4405"/>
                      <a:pt x="3644" y="4469"/>
                      <a:pt x="3234" y="4469"/>
                    </a:cubicBezTo>
                    <a:cubicBezTo>
                      <a:pt x="2837" y="4469"/>
                      <a:pt x="2417" y="4409"/>
                      <a:pt x="2013" y="4409"/>
                    </a:cubicBezTo>
                    <a:cubicBezTo>
                      <a:pt x="1690" y="4409"/>
                      <a:pt x="1378" y="4447"/>
                      <a:pt x="1096" y="4585"/>
                    </a:cubicBezTo>
                    <a:cubicBezTo>
                      <a:pt x="620" y="4811"/>
                      <a:pt x="310" y="5299"/>
                      <a:pt x="167" y="5811"/>
                    </a:cubicBezTo>
                    <a:cubicBezTo>
                      <a:pt x="13" y="6311"/>
                      <a:pt x="13" y="6859"/>
                      <a:pt x="13" y="7383"/>
                    </a:cubicBezTo>
                    <a:cubicBezTo>
                      <a:pt x="13" y="8287"/>
                      <a:pt x="1" y="9180"/>
                      <a:pt x="24" y="10073"/>
                    </a:cubicBezTo>
                    <a:cubicBezTo>
                      <a:pt x="36" y="10692"/>
                      <a:pt x="60" y="11204"/>
                      <a:pt x="679" y="11478"/>
                    </a:cubicBezTo>
                    <a:cubicBezTo>
                      <a:pt x="1141" y="11676"/>
                      <a:pt x="1692" y="11753"/>
                      <a:pt x="2263" y="11753"/>
                    </a:cubicBezTo>
                    <a:cubicBezTo>
                      <a:pt x="3207" y="11753"/>
                      <a:pt x="4209" y="11542"/>
                      <a:pt x="4966" y="11312"/>
                    </a:cubicBezTo>
                    <a:cubicBezTo>
                      <a:pt x="6668" y="10800"/>
                      <a:pt x="8180" y="9764"/>
                      <a:pt x="9264" y="8371"/>
                    </a:cubicBezTo>
                    <a:cubicBezTo>
                      <a:pt x="11085" y="6025"/>
                      <a:pt x="11597" y="2953"/>
                      <a:pt x="118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44"/>
              <p:cNvSpPr/>
              <p:nvPr/>
            </p:nvSpPr>
            <p:spPr>
              <a:xfrm>
                <a:off x="6412400" y="2336425"/>
                <a:ext cx="289350" cy="285175"/>
              </a:xfrm>
              <a:custGeom>
                <a:avLst/>
                <a:gdLst/>
                <a:ahLst/>
                <a:cxnLst/>
                <a:rect l="l" t="t" r="r" b="b"/>
                <a:pathLst>
                  <a:path w="11574" h="11407" extrusionOk="0">
                    <a:moveTo>
                      <a:pt x="11573" y="1"/>
                    </a:moveTo>
                    <a:cubicBezTo>
                      <a:pt x="11549" y="36"/>
                      <a:pt x="11502" y="48"/>
                      <a:pt x="11466" y="72"/>
                    </a:cubicBezTo>
                    <a:cubicBezTo>
                      <a:pt x="11037" y="1084"/>
                      <a:pt x="10264" y="2060"/>
                      <a:pt x="9144" y="2953"/>
                    </a:cubicBezTo>
                    <a:cubicBezTo>
                      <a:pt x="8763" y="3263"/>
                      <a:pt x="8359" y="3549"/>
                      <a:pt x="7942" y="3823"/>
                    </a:cubicBezTo>
                    <a:cubicBezTo>
                      <a:pt x="8168" y="2620"/>
                      <a:pt x="8585" y="1441"/>
                      <a:pt x="9180" y="417"/>
                    </a:cubicBezTo>
                    <a:cubicBezTo>
                      <a:pt x="9085" y="405"/>
                      <a:pt x="9001" y="394"/>
                      <a:pt x="8930" y="370"/>
                    </a:cubicBezTo>
                    <a:cubicBezTo>
                      <a:pt x="8299" y="1489"/>
                      <a:pt x="7870" y="2739"/>
                      <a:pt x="7656" y="4037"/>
                    </a:cubicBezTo>
                    <a:cubicBezTo>
                      <a:pt x="7394" y="4215"/>
                      <a:pt x="7120" y="4394"/>
                      <a:pt x="6846" y="4573"/>
                    </a:cubicBezTo>
                    <a:cubicBezTo>
                      <a:pt x="6561" y="4751"/>
                      <a:pt x="6275" y="4942"/>
                      <a:pt x="5977" y="5132"/>
                    </a:cubicBezTo>
                    <a:cubicBezTo>
                      <a:pt x="5442" y="3442"/>
                      <a:pt x="5739" y="1560"/>
                      <a:pt x="6727" y="72"/>
                    </a:cubicBezTo>
                    <a:cubicBezTo>
                      <a:pt x="6620" y="72"/>
                      <a:pt x="6513" y="96"/>
                      <a:pt x="6394" y="108"/>
                    </a:cubicBezTo>
                    <a:cubicBezTo>
                      <a:pt x="5442" y="1656"/>
                      <a:pt x="5191" y="3573"/>
                      <a:pt x="5751" y="5287"/>
                    </a:cubicBezTo>
                    <a:cubicBezTo>
                      <a:pt x="5596" y="5394"/>
                      <a:pt x="5430" y="5513"/>
                      <a:pt x="5263" y="5608"/>
                    </a:cubicBezTo>
                    <a:cubicBezTo>
                      <a:pt x="4549" y="6132"/>
                      <a:pt x="3846" y="6704"/>
                      <a:pt x="3215" y="7311"/>
                    </a:cubicBezTo>
                    <a:cubicBezTo>
                      <a:pt x="2977" y="6382"/>
                      <a:pt x="2858" y="5430"/>
                      <a:pt x="2882" y="4477"/>
                    </a:cubicBezTo>
                    <a:cubicBezTo>
                      <a:pt x="2798" y="4477"/>
                      <a:pt x="2715" y="4477"/>
                      <a:pt x="2632" y="4465"/>
                    </a:cubicBezTo>
                    <a:lnTo>
                      <a:pt x="2632" y="4465"/>
                    </a:lnTo>
                    <a:cubicBezTo>
                      <a:pt x="2596" y="5478"/>
                      <a:pt x="2715" y="6501"/>
                      <a:pt x="2989" y="7490"/>
                    </a:cubicBezTo>
                    <a:lnTo>
                      <a:pt x="3001" y="7502"/>
                    </a:lnTo>
                    <a:cubicBezTo>
                      <a:pt x="2441" y="8049"/>
                      <a:pt x="1905" y="8633"/>
                      <a:pt x="1405" y="9240"/>
                    </a:cubicBezTo>
                    <a:cubicBezTo>
                      <a:pt x="631" y="7990"/>
                      <a:pt x="238" y="6501"/>
                      <a:pt x="238" y="5037"/>
                    </a:cubicBezTo>
                    <a:cubicBezTo>
                      <a:pt x="143" y="5156"/>
                      <a:pt x="60" y="5287"/>
                      <a:pt x="0" y="5418"/>
                    </a:cubicBezTo>
                    <a:cubicBezTo>
                      <a:pt x="60" y="6847"/>
                      <a:pt x="489" y="8264"/>
                      <a:pt x="1251" y="9454"/>
                    </a:cubicBezTo>
                    <a:cubicBezTo>
                      <a:pt x="798" y="10014"/>
                      <a:pt x="381" y="10609"/>
                      <a:pt x="0" y="11240"/>
                    </a:cubicBezTo>
                    <a:cubicBezTo>
                      <a:pt x="36" y="11300"/>
                      <a:pt x="119" y="11347"/>
                      <a:pt x="191" y="11407"/>
                    </a:cubicBezTo>
                    <a:cubicBezTo>
                      <a:pt x="536" y="10847"/>
                      <a:pt x="917" y="10300"/>
                      <a:pt x="1310" y="9776"/>
                    </a:cubicBezTo>
                    <a:lnTo>
                      <a:pt x="1524" y="9954"/>
                    </a:lnTo>
                    <a:cubicBezTo>
                      <a:pt x="2483" y="10648"/>
                      <a:pt x="3768" y="11027"/>
                      <a:pt x="5203" y="11027"/>
                    </a:cubicBezTo>
                    <a:cubicBezTo>
                      <a:pt x="5247" y="11027"/>
                      <a:pt x="5290" y="11027"/>
                      <a:pt x="5334" y="11026"/>
                    </a:cubicBezTo>
                    <a:lnTo>
                      <a:pt x="5489" y="11026"/>
                    </a:lnTo>
                    <a:cubicBezTo>
                      <a:pt x="5692" y="10942"/>
                      <a:pt x="5906" y="10847"/>
                      <a:pt x="6096" y="10752"/>
                    </a:cubicBezTo>
                    <a:cubicBezTo>
                      <a:pt x="5858" y="10752"/>
                      <a:pt x="5608" y="10776"/>
                      <a:pt x="5358" y="10776"/>
                    </a:cubicBezTo>
                    <a:cubicBezTo>
                      <a:pt x="5300" y="10777"/>
                      <a:pt x="5242" y="10778"/>
                      <a:pt x="5184" y="10778"/>
                    </a:cubicBezTo>
                    <a:cubicBezTo>
                      <a:pt x="3709" y="10778"/>
                      <a:pt x="2417" y="10341"/>
                      <a:pt x="1489" y="9585"/>
                    </a:cubicBezTo>
                    <a:cubicBezTo>
                      <a:pt x="1989" y="8930"/>
                      <a:pt x="2560" y="8323"/>
                      <a:pt x="3132" y="7740"/>
                    </a:cubicBezTo>
                    <a:cubicBezTo>
                      <a:pt x="4739" y="8609"/>
                      <a:pt x="6549" y="9049"/>
                      <a:pt x="8359" y="9061"/>
                    </a:cubicBezTo>
                    <a:cubicBezTo>
                      <a:pt x="8430" y="8978"/>
                      <a:pt x="8525" y="8907"/>
                      <a:pt x="8597" y="8811"/>
                    </a:cubicBezTo>
                    <a:lnTo>
                      <a:pt x="8597" y="8811"/>
                    </a:lnTo>
                    <a:cubicBezTo>
                      <a:pt x="8528" y="8813"/>
                      <a:pt x="8459" y="8813"/>
                      <a:pt x="8390" y="8813"/>
                    </a:cubicBezTo>
                    <a:cubicBezTo>
                      <a:pt x="6627" y="8813"/>
                      <a:pt x="4892" y="8374"/>
                      <a:pt x="3322" y="7549"/>
                    </a:cubicBezTo>
                    <a:cubicBezTo>
                      <a:pt x="3977" y="6918"/>
                      <a:pt x="4680" y="6347"/>
                      <a:pt x="5406" y="5811"/>
                    </a:cubicBezTo>
                    <a:cubicBezTo>
                      <a:pt x="6610" y="6423"/>
                      <a:pt x="7972" y="6729"/>
                      <a:pt x="9318" y="6729"/>
                    </a:cubicBezTo>
                    <a:cubicBezTo>
                      <a:pt x="9543" y="6729"/>
                      <a:pt x="9767" y="6721"/>
                      <a:pt x="9990" y="6704"/>
                    </a:cubicBezTo>
                    <a:cubicBezTo>
                      <a:pt x="10037" y="6609"/>
                      <a:pt x="10085" y="6525"/>
                      <a:pt x="10109" y="6442"/>
                    </a:cubicBezTo>
                    <a:lnTo>
                      <a:pt x="10109" y="6442"/>
                    </a:lnTo>
                    <a:cubicBezTo>
                      <a:pt x="9831" y="6470"/>
                      <a:pt x="9552" y="6484"/>
                      <a:pt x="9273" y="6484"/>
                    </a:cubicBezTo>
                    <a:cubicBezTo>
                      <a:pt x="8016" y="6484"/>
                      <a:pt x="6752" y="6202"/>
                      <a:pt x="5632" y="5656"/>
                    </a:cubicBezTo>
                    <a:cubicBezTo>
                      <a:pt x="6084" y="5347"/>
                      <a:pt x="6525" y="5061"/>
                      <a:pt x="6977" y="4763"/>
                    </a:cubicBezTo>
                    <a:cubicBezTo>
                      <a:pt x="7192" y="4620"/>
                      <a:pt x="7430" y="4465"/>
                      <a:pt x="7668" y="4323"/>
                    </a:cubicBezTo>
                    <a:cubicBezTo>
                      <a:pt x="8414" y="4475"/>
                      <a:pt x="9172" y="4549"/>
                      <a:pt x="9920" y="4549"/>
                    </a:cubicBezTo>
                    <a:cubicBezTo>
                      <a:pt x="10223" y="4549"/>
                      <a:pt x="10525" y="4537"/>
                      <a:pt x="10823" y="4513"/>
                    </a:cubicBezTo>
                    <a:cubicBezTo>
                      <a:pt x="10859" y="4418"/>
                      <a:pt x="10871" y="4335"/>
                      <a:pt x="10906" y="4263"/>
                    </a:cubicBezTo>
                    <a:lnTo>
                      <a:pt x="10906" y="4263"/>
                    </a:lnTo>
                    <a:cubicBezTo>
                      <a:pt x="10568" y="4296"/>
                      <a:pt x="10227" y="4313"/>
                      <a:pt x="9886" y="4313"/>
                    </a:cubicBezTo>
                    <a:cubicBezTo>
                      <a:pt x="9245" y="4313"/>
                      <a:pt x="8603" y="4252"/>
                      <a:pt x="7966" y="4120"/>
                    </a:cubicBezTo>
                    <a:cubicBezTo>
                      <a:pt x="8430" y="3811"/>
                      <a:pt x="8882" y="3501"/>
                      <a:pt x="9299" y="3156"/>
                    </a:cubicBezTo>
                    <a:cubicBezTo>
                      <a:pt x="10311" y="2334"/>
                      <a:pt x="11037" y="1477"/>
                      <a:pt x="11514" y="548"/>
                    </a:cubicBezTo>
                    <a:cubicBezTo>
                      <a:pt x="11526" y="370"/>
                      <a:pt x="11549" y="191"/>
                      <a:pt x="1157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44"/>
              <p:cNvSpPr/>
              <p:nvPr/>
            </p:nvSpPr>
            <p:spPr>
              <a:xfrm>
                <a:off x="3389700" y="2878950"/>
                <a:ext cx="380425" cy="239050"/>
              </a:xfrm>
              <a:custGeom>
                <a:avLst/>
                <a:gdLst/>
                <a:ahLst/>
                <a:cxnLst/>
                <a:rect l="l" t="t" r="r" b="b"/>
                <a:pathLst>
                  <a:path w="15217" h="9562" extrusionOk="0">
                    <a:moveTo>
                      <a:pt x="6636" y="0"/>
                    </a:moveTo>
                    <a:cubicBezTo>
                      <a:pt x="4391" y="0"/>
                      <a:pt x="2122" y="697"/>
                      <a:pt x="0" y="1493"/>
                    </a:cubicBezTo>
                    <a:cubicBezTo>
                      <a:pt x="691" y="1814"/>
                      <a:pt x="1108" y="2565"/>
                      <a:pt x="1346" y="3303"/>
                    </a:cubicBezTo>
                    <a:cubicBezTo>
                      <a:pt x="1584" y="4053"/>
                      <a:pt x="1679" y="4839"/>
                      <a:pt x="1989" y="5553"/>
                    </a:cubicBezTo>
                    <a:cubicBezTo>
                      <a:pt x="2286" y="6267"/>
                      <a:pt x="2894" y="6934"/>
                      <a:pt x="3668" y="7006"/>
                    </a:cubicBezTo>
                    <a:cubicBezTo>
                      <a:pt x="3725" y="7012"/>
                      <a:pt x="3782" y="7014"/>
                      <a:pt x="3839" y="7014"/>
                    </a:cubicBezTo>
                    <a:cubicBezTo>
                      <a:pt x="4714" y="7014"/>
                      <a:pt x="5586" y="6352"/>
                      <a:pt x="6412" y="6352"/>
                    </a:cubicBezTo>
                    <a:cubicBezTo>
                      <a:pt x="6599" y="6352"/>
                      <a:pt x="6784" y="6386"/>
                      <a:pt x="6966" y="6470"/>
                    </a:cubicBezTo>
                    <a:cubicBezTo>
                      <a:pt x="7978" y="6946"/>
                      <a:pt x="7882" y="8518"/>
                      <a:pt x="8763" y="9208"/>
                    </a:cubicBezTo>
                    <a:cubicBezTo>
                      <a:pt x="9077" y="9459"/>
                      <a:pt x="9471" y="9561"/>
                      <a:pt x="9870" y="9561"/>
                    </a:cubicBezTo>
                    <a:cubicBezTo>
                      <a:pt x="10002" y="9561"/>
                      <a:pt x="10134" y="9550"/>
                      <a:pt x="10264" y="9530"/>
                    </a:cubicBezTo>
                    <a:cubicBezTo>
                      <a:pt x="10787" y="9434"/>
                      <a:pt x="11264" y="9196"/>
                      <a:pt x="11740" y="8970"/>
                    </a:cubicBezTo>
                    <a:cubicBezTo>
                      <a:pt x="12561" y="8565"/>
                      <a:pt x="13371" y="8196"/>
                      <a:pt x="14205" y="7803"/>
                    </a:cubicBezTo>
                    <a:cubicBezTo>
                      <a:pt x="14740" y="7529"/>
                      <a:pt x="15217" y="7279"/>
                      <a:pt x="15193" y="6613"/>
                    </a:cubicBezTo>
                    <a:cubicBezTo>
                      <a:pt x="15121" y="5279"/>
                      <a:pt x="14050" y="3755"/>
                      <a:pt x="13181" y="2815"/>
                    </a:cubicBezTo>
                    <a:cubicBezTo>
                      <a:pt x="11978" y="1505"/>
                      <a:pt x="10383" y="576"/>
                      <a:pt x="8656" y="207"/>
                    </a:cubicBezTo>
                    <a:cubicBezTo>
                      <a:pt x="7988" y="64"/>
                      <a:pt x="7313" y="0"/>
                      <a:pt x="66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44"/>
              <p:cNvSpPr/>
              <p:nvPr/>
            </p:nvSpPr>
            <p:spPr>
              <a:xfrm>
                <a:off x="3389100" y="2878450"/>
                <a:ext cx="379550" cy="238450"/>
              </a:xfrm>
              <a:custGeom>
                <a:avLst/>
                <a:gdLst/>
                <a:ahLst/>
                <a:cxnLst/>
                <a:rect l="l" t="t" r="r" b="b"/>
                <a:pathLst>
                  <a:path w="15182" h="9538" extrusionOk="0">
                    <a:moveTo>
                      <a:pt x="6454" y="1"/>
                    </a:moveTo>
                    <a:cubicBezTo>
                      <a:pt x="7240" y="1322"/>
                      <a:pt x="7680" y="2858"/>
                      <a:pt x="7668" y="4394"/>
                    </a:cubicBezTo>
                    <a:cubicBezTo>
                      <a:pt x="7204" y="4120"/>
                      <a:pt x="6751" y="3847"/>
                      <a:pt x="6299" y="3573"/>
                    </a:cubicBezTo>
                    <a:cubicBezTo>
                      <a:pt x="6061" y="3430"/>
                      <a:pt x="5823" y="3287"/>
                      <a:pt x="5585" y="3144"/>
                    </a:cubicBezTo>
                    <a:cubicBezTo>
                      <a:pt x="5346" y="2096"/>
                      <a:pt x="4930" y="1120"/>
                      <a:pt x="4394" y="215"/>
                    </a:cubicBezTo>
                    <a:lnTo>
                      <a:pt x="4132" y="251"/>
                    </a:lnTo>
                    <a:cubicBezTo>
                      <a:pt x="4632" y="1084"/>
                      <a:pt x="5025" y="2001"/>
                      <a:pt x="5275" y="2954"/>
                    </a:cubicBezTo>
                    <a:cubicBezTo>
                      <a:pt x="4799" y="2668"/>
                      <a:pt x="4323" y="2394"/>
                      <a:pt x="3834" y="2156"/>
                    </a:cubicBezTo>
                    <a:cubicBezTo>
                      <a:pt x="2656" y="1608"/>
                      <a:pt x="1548" y="1311"/>
                      <a:pt x="524" y="1287"/>
                    </a:cubicBezTo>
                    <a:cubicBezTo>
                      <a:pt x="346" y="1346"/>
                      <a:pt x="179" y="1406"/>
                      <a:pt x="1" y="1477"/>
                    </a:cubicBezTo>
                    <a:cubicBezTo>
                      <a:pt x="48" y="1489"/>
                      <a:pt x="84" y="1525"/>
                      <a:pt x="108" y="1537"/>
                    </a:cubicBezTo>
                    <a:cubicBezTo>
                      <a:pt x="187" y="1533"/>
                      <a:pt x="267" y="1532"/>
                      <a:pt x="347" y="1532"/>
                    </a:cubicBezTo>
                    <a:cubicBezTo>
                      <a:pt x="1388" y="1532"/>
                      <a:pt x="2510" y="1818"/>
                      <a:pt x="3715" y="2382"/>
                    </a:cubicBezTo>
                    <a:cubicBezTo>
                      <a:pt x="4156" y="2596"/>
                      <a:pt x="4584" y="2835"/>
                      <a:pt x="5025" y="3085"/>
                    </a:cubicBezTo>
                    <a:cubicBezTo>
                      <a:pt x="4090" y="3346"/>
                      <a:pt x="3125" y="3469"/>
                      <a:pt x="2177" y="3469"/>
                    </a:cubicBezTo>
                    <a:cubicBezTo>
                      <a:pt x="1918" y="3469"/>
                      <a:pt x="1661" y="3460"/>
                      <a:pt x="1406" y="3442"/>
                    </a:cubicBezTo>
                    <a:lnTo>
                      <a:pt x="1406" y="3442"/>
                    </a:lnTo>
                    <a:cubicBezTo>
                      <a:pt x="1429" y="3525"/>
                      <a:pt x="1453" y="3608"/>
                      <a:pt x="1477" y="3692"/>
                    </a:cubicBezTo>
                    <a:cubicBezTo>
                      <a:pt x="1721" y="3710"/>
                      <a:pt x="1967" y="3719"/>
                      <a:pt x="2215" y="3719"/>
                    </a:cubicBezTo>
                    <a:cubicBezTo>
                      <a:pt x="3251" y="3719"/>
                      <a:pt x="4314" y="3561"/>
                      <a:pt x="5323" y="3263"/>
                    </a:cubicBezTo>
                    <a:cubicBezTo>
                      <a:pt x="5597" y="3430"/>
                      <a:pt x="5870" y="3608"/>
                      <a:pt x="6156" y="3775"/>
                    </a:cubicBezTo>
                    <a:cubicBezTo>
                      <a:pt x="6430" y="3954"/>
                      <a:pt x="6728" y="4120"/>
                      <a:pt x="7025" y="4311"/>
                    </a:cubicBezTo>
                    <a:cubicBezTo>
                      <a:pt x="5937" y="5329"/>
                      <a:pt x="4456" y="5878"/>
                      <a:pt x="2951" y="5878"/>
                    </a:cubicBezTo>
                    <a:cubicBezTo>
                      <a:pt x="2678" y="5878"/>
                      <a:pt x="2404" y="5860"/>
                      <a:pt x="2132" y="5823"/>
                    </a:cubicBezTo>
                    <a:lnTo>
                      <a:pt x="2132" y="5823"/>
                    </a:lnTo>
                    <a:cubicBezTo>
                      <a:pt x="2179" y="5918"/>
                      <a:pt x="2239" y="6002"/>
                      <a:pt x="2298" y="6097"/>
                    </a:cubicBezTo>
                    <a:cubicBezTo>
                      <a:pt x="2516" y="6120"/>
                      <a:pt x="2734" y="6131"/>
                      <a:pt x="2952" y="6131"/>
                    </a:cubicBezTo>
                    <a:cubicBezTo>
                      <a:pt x="4535" y="6131"/>
                      <a:pt x="6099" y="5530"/>
                      <a:pt x="7240" y="4442"/>
                    </a:cubicBezTo>
                    <a:cubicBezTo>
                      <a:pt x="7406" y="4549"/>
                      <a:pt x="7585" y="4632"/>
                      <a:pt x="7740" y="4740"/>
                    </a:cubicBezTo>
                    <a:cubicBezTo>
                      <a:pt x="8514" y="5168"/>
                      <a:pt x="9335" y="5537"/>
                      <a:pt x="10169" y="5859"/>
                    </a:cubicBezTo>
                    <a:cubicBezTo>
                      <a:pt x="9442" y="6466"/>
                      <a:pt x="8621" y="6990"/>
                      <a:pt x="7763" y="7371"/>
                    </a:cubicBezTo>
                    <a:cubicBezTo>
                      <a:pt x="7787" y="7442"/>
                      <a:pt x="7835" y="7526"/>
                      <a:pt x="7859" y="7597"/>
                    </a:cubicBezTo>
                    <a:cubicBezTo>
                      <a:pt x="8799" y="7180"/>
                      <a:pt x="9668" y="6633"/>
                      <a:pt x="10442" y="5954"/>
                    </a:cubicBezTo>
                    <a:cubicBezTo>
                      <a:pt x="10442" y="5954"/>
                      <a:pt x="10442" y="5942"/>
                      <a:pt x="10454" y="5942"/>
                    </a:cubicBezTo>
                    <a:cubicBezTo>
                      <a:pt x="11192" y="6204"/>
                      <a:pt x="11954" y="6454"/>
                      <a:pt x="12716" y="6633"/>
                    </a:cubicBezTo>
                    <a:cubicBezTo>
                      <a:pt x="11907" y="7859"/>
                      <a:pt x="10752" y="8871"/>
                      <a:pt x="9430" y="9502"/>
                    </a:cubicBezTo>
                    <a:cubicBezTo>
                      <a:pt x="9573" y="9526"/>
                      <a:pt x="9728" y="9538"/>
                      <a:pt x="9871" y="9538"/>
                    </a:cubicBezTo>
                    <a:cubicBezTo>
                      <a:pt x="11133" y="8871"/>
                      <a:pt x="12228" y="7871"/>
                      <a:pt x="12978" y="6668"/>
                    </a:cubicBezTo>
                    <a:cubicBezTo>
                      <a:pt x="13693" y="6835"/>
                      <a:pt x="14407" y="6954"/>
                      <a:pt x="15122" y="7026"/>
                    </a:cubicBezTo>
                    <a:cubicBezTo>
                      <a:pt x="15157" y="6954"/>
                      <a:pt x="15169" y="6883"/>
                      <a:pt x="15181" y="6787"/>
                    </a:cubicBezTo>
                    <a:cubicBezTo>
                      <a:pt x="14526" y="6716"/>
                      <a:pt x="13895" y="6609"/>
                      <a:pt x="13252" y="6478"/>
                    </a:cubicBezTo>
                    <a:cubicBezTo>
                      <a:pt x="13264" y="6383"/>
                      <a:pt x="13300" y="6299"/>
                      <a:pt x="13312" y="6204"/>
                    </a:cubicBezTo>
                    <a:cubicBezTo>
                      <a:pt x="13538" y="5002"/>
                      <a:pt x="13300" y="3632"/>
                      <a:pt x="12621" y="2311"/>
                    </a:cubicBezTo>
                    <a:cubicBezTo>
                      <a:pt x="12609" y="2263"/>
                      <a:pt x="12585" y="2215"/>
                      <a:pt x="12550" y="2180"/>
                    </a:cubicBezTo>
                    <a:cubicBezTo>
                      <a:pt x="12383" y="2025"/>
                      <a:pt x="12204" y="1882"/>
                      <a:pt x="12026" y="1739"/>
                    </a:cubicBezTo>
                    <a:lnTo>
                      <a:pt x="12026" y="1739"/>
                    </a:lnTo>
                    <a:cubicBezTo>
                      <a:pt x="12169" y="2001"/>
                      <a:pt x="12288" y="2227"/>
                      <a:pt x="12407" y="2442"/>
                    </a:cubicBezTo>
                    <a:cubicBezTo>
                      <a:pt x="13086" y="3823"/>
                      <a:pt x="13300" y="5240"/>
                      <a:pt x="13002" y="6454"/>
                    </a:cubicBezTo>
                    <a:cubicBezTo>
                      <a:pt x="12193" y="6264"/>
                      <a:pt x="11395" y="6037"/>
                      <a:pt x="10621" y="5752"/>
                    </a:cubicBezTo>
                    <a:cubicBezTo>
                      <a:pt x="10704" y="3930"/>
                      <a:pt x="10335" y="2096"/>
                      <a:pt x="9561" y="465"/>
                    </a:cubicBezTo>
                    <a:cubicBezTo>
                      <a:pt x="9454" y="430"/>
                      <a:pt x="9335" y="394"/>
                      <a:pt x="9228" y="358"/>
                    </a:cubicBezTo>
                    <a:lnTo>
                      <a:pt x="9228" y="358"/>
                    </a:lnTo>
                    <a:cubicBezTo>
                      <a:pt x="10049" y="2001"/>
                      <a:pt x="10454" y="3823"/>
                      <a:pt x="10359" y="5656"/>
                    </a:cubicBezTo>
                    <a:cubicBezTo>
                      <a:pt x="9514" y="5347"/>
                      <a:pt x="8692" y="4954"/>
                      <a:pt x="7906" y="4525"/>
                    </a:cubicBezTo>
                    <a:cubicBezTo>
                      <a:pt x="7954" y="2954"/>
                      <a:pt x="7525" y="1370"/>
                      <a:pt x="672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44"/>
              <p:cNvSpPr/>
              <p:nvPr/>
            </p:nvSpPr>
            <p:spPr>
              <a:xfrm>
                <a:off x="4126400" y="2961500"/>
                <a:ext cx="252725" cy="212550"/>
              </a:xfrm>
              <a:custGeom>
                <a:avLst/>
                <a:gdLst/>
                <a:ahLst/>
                <a:cxnLst/>
                <a:rect l="l" t="t" r="r" b="b"/>
                <a:pathLst>
                  <a:path w="10109" h="8502" fill="none" extrusionOk="0">
                    <a:moveTo>
                      <a:pt x="953" y="8502"/>
                    </a:moveTo>
                    <a:cubicBezTo>
                      <a:pt x="500" y="7442"/>
                      <a:pt x="131" y="6323"/>
                      <a:pt x="72" y="5180"/>
                    </a:cubicBezTo>
                    <a:cubicBezTo>
                      <a:pt x="0" y="4037"/>
                      <a:pt x="262" y="2834"/>
                      <a:pt x="977" y="1941"/>
                    </a:cubicBezTo>
                    <a:cubicBezTo>
                      <a:pt x="1691" y="1048"/>
                      <a:pt x="2905" y="513"/>
                      <a:pt x="4037" y="775"/>
                    </a:cubicBezTo>
                    <a:cubicBezTo>
                      <a:pt x="5168" y="1048"/>
                      <a:pt x="6037" y="2239"/>
                      <a:pt x="5799" y="3370"/>
                    </a:cubicBezTo>
                    <a:cubicBezTo>
                      <a:pt x="5692" y="3846"/>
                      <a:pt x="5394" y="4287"/>
                      <a:pt x="4977" y="4525"/>
                    </a:cubicBezTo>
                    <a:cubicBezTo>
                      <a:pt x="4549" y="4763"/>
                      <a:pt x="4001" y="4763"/>
                      <a:pt x="3584" y="4501"/>
                    </a:cubicBezTo>
                    <a:cubicBezTo>
                      <a:pt x="3144" y="4216"/>
                      <a:pt x="2941" y="3680"/>
                      <a:pt x="2965" y="3168"/>
                    </a:cubicBezTo>
                    <a:cubicBezTo>
                      <a:pt x="3001" y="2668"/>
                      <a:pt x="3227" y="2191"/>
                      <a:pt x="3525" y="1775"/>
                    </a:cubicBezTo>
                    <a:cubicBezTo>
                      <a:pt x="4263" y="751"/>
                      <a:pt x="5489" y="108"/>
                      <a:pt x="6751" y="48"/>
                    </a:cubicBezTo>
                    <a:cubicBezTo>
                      <a:pt x="8013" y="1"/>
                      <a:pt x="9275" y="548"/>
                      <a:pt x="10109" y="1501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44"/>
              <p:cNvSpPr/>
              <p:nvPr/>
            </p:nvSpPr>
            <p:spPr>
              <a:xfrm>
                <a:off x="3710575" y="3107475"/>
                <a:ext cx="1079925" cy="1011500"/>
              </a:xfrm>
              <a:custGeom>
                <a:avLst/>
                <a:gdLst/>
                <a:ahLst/>
                <a:cxnLst/>
                <a:rect l="l" t="t" r="r" b="b"/>
                <a:pathLst>
                  <a:path w="43197" h="40460" extrusionOk="0">
                    <a:moveTo>
                      <a:pt x="21311" y="0"/>
                    </a:moveTo>
                    <a:cubicBezTo>
                      <a:pt x="14564" y="0"/>
                      <a:pt x="7841" y="3403"/>
                      <a:pt x="3953" y="9640"/>
                    </a:cubicBezTo>
                    <a:cubicBezTo>
                      <a:pt x="2048" y="12688"/>
                      <a:pt x="941" y="16295"/>
                      <a:pt x="679" y="19915"/>
                    </a:cubicBezTo>
                    <a:cubicBezTo>
                      <a:pt x="0" y="29285"/>
                      <a:pt x="4810" y="36286"/>
                      <a:pt x="13026" y="39060"/>
                    </a:cubicBezTo>
                    <a:cubicBezTo>
                      <a:pt x="15701" y="39964"/>
                      <a:pt x="18698" y="40459"/>
                      <a:pt x="21716" y="40459"/>
                    </a:cubicBezTo>
                    <a:cubicBezTo>
                      <a:pt x="29429" y="40459"/>
                      <a:pt x="37271" y="37222"/>
                      <a:pt x="40172" y="29297"/>
                    </a:cubicBezTo>
                    <a:cubicBezTo>
                      <a:pt x="43196" y="21058"/>
                      <a:pt x="40744" y="10783"/>
                      <a:pt x="34350" y="5008"/>
                    </a:cubicBezTo>
                    <a:cubicBezTo>
                      <a:pt x="30600" y="1608"/>
                      <a:pt x="25950" y="0"/>
                      <a:pt x="2131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44"/>
              <p:cNvSpPr/>
              <p:nvPr/>
            </p:nvSpPr>
            <p:spPr>
              <a:xfrm>
                <a:off x="4278500" y="3109450"/>
                <a:ext cx="426850" cy="954900"/>
              </a:xfrm>
              <a:custGeom>
                <a:avLst/>
                <a:gdLst/>
                <a:ahLst/>
                <a:cxnLst/>
                <a:rect l="l" t="t" r="r" b="b"/>
                <a:pathLst>
                  <a:path w="17074" h="38196" extrusionOk="0">
                    <a:moveTo>
                      <a:pt x="441" y="0"/>
                    </a:moveTo>
                    <a:lnTo>
                      <a:pt x="441" y="0"/>
                    </a:lnTo>
                    <a:cubicBezTo>
                      <a:pt x="0" y="2739"/>
                      <a:pt x="679" y="5691"/>
                      <a:pt x="2441" y="7846"/>
                    </a:cubicBezTo>
                    <a:cubicBezTo>
                      <a:pt x="4692" y="10620"/>
                      <a:pt x="8335" y="12061"/>
                      <a:pt x="10311" y="15026"/>
                    </a:cubicBezTo>
                    <a:cubicBezTo>
                      <a:pt x="12085" y="17669"/>
                      <a:pt x="12157" y="21360"/>
                      <a:pt x="10478" y="24086"/>
                    </a:cubicBezTo>
                    <a:cubicBezTo>
                      <a:pt x="9668" y="25408"/>
                      <a:pt x="8478" y="26527"/>
                      <a:pt x="8061" y="28015"/>
                    </a:cubicBezTo>
                    <a:cubicBezTo>
                      <a:pt x="7513" y="29956"/>
                      <a:pt x="8406" y="31956"/>
                      <a:pt x="8871" y="33921"/>
                    </a:cubicBezTo>
                    <a:cubicBezTo>
                      <a:pt x="9192" y="35326"/>
                      <a:pt x="9299" y="36767"/>
                      <a:pt x="9192" y="38195"/>
                    </a:cubicBezTo>
                    <a:cubicBezTo>
                      <a:pt x="9966" y="37826"/>
                      <a:pt x="10728" y="37398"/>
                      <a:pt x="11442" y="36921"/>
                    </a:cubicBezTo>
                    <a:cubicBezTo>
                      <a:pt x="11597" y="36290"/>
                      <a:pt x="11692" y="35671"/>
                      <a:pt x="11752" y="35028"/>
                    </a:cubicBezTo>
                    <a:cubicBezTo>
                      <a:pt x="11978" y="32814"/>
                      <a:pt x="11776" y="30504"/>
                      <a:pt x="12633" y="28432"/>
                    </a:cubicBezTo>
                    <a:cubicBezTo>
                      <a:pt x="13359" y="26694"/>
                      <a:pt x="14776" y="25325"/>
                      <a:pt x="15550" y="23598"/>
                    </a:cubicBezTo>
                    <a:cubicBezTo>
                      <a:pt x="17074" y="20169"/>
                      <a:pt x="15681" y="16097"/>
                      <a:pt x="13443" y="13109"/>
                    </a:cubicBezTo>
                    <a:cubicBezTo>
                      <a:pt x="11157" y="10132"/>
                      <a:pt x="8121" y="7823"/>
                      <a:pt x="5704" y="4965"/>
                    </a:cubicBezTo>
                    <a:cubicBezTo>
                      <a:pt x="4549" y="3608"/>
                      <a:pt x="3560" y="2048"/>
                      <a:pt x="2906" y="393"/>
                    </a:cubicBezTo>
                    <a:cubicBezTo>
                      <a:pt x="2084" y="214"/>
                      <a:pt x="1263" y="83"/>
                      <a:pt x="4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44"/>
              <p:cNvSpPr/>
              <p:nvPr/>
            </p:nvSpPr>
            <p:spPr>
              <a:xfrm>
                <a:off x="3786175" y="3179975"/>
                <a:ext cx="364650" cy="931700"/>
              </a:xfrm>
              <a:custGeom>
                <a:avLst/>
                <a:gdLst/>
                <a:ahLst/>
                <a:cxnLst/>
                <a:rect l="l" t="t" r="r" b="b"/>
                <a:pathLst>
                  <a:path w="14586" h="37268" extrusionOk="0">
                    <a:moveTo>
                      <a:pt x="7847" y="1"/>
                    </a:moveTo>
                    <a:lnTo>
                      <a:pt x="7847" y="1"/>
                    </a:lnTo>
                    <a:cubicBezTo>
                      <a:pt x="5394" y="1453"/>
                      <a:pt x="3203" y="3454"/>
                      <a:pt x="1477" y="5942"/>
                    </a:cubicBezTo>
                    <a:cubicBezTo>
                      <a:pt x="2013" y="7919"/>
                      <a:pt x="3465" y="9645"/>
                      <a:pt x="3644" y="11693"/>
                    </a:cubicBezTo>
                    <a:cubicBezTo>
                      <a:pt x="3906" y="14693"/>
                      <a:pt x="1441" y="17205"/>
                      <a:pt x="715" y="20122"/>
                    </a:cubicBezTo>
                    <a:cubicBezTo>
                      <a:pt x="1" y="22944"/>
                      <a:pt x="1013" y="25968"/>
                      <a:pt x="2632" y="28385"/>
                    </a:cubicBezTo>
                    <a:cubicBezTo>
                      <a:pt x="4275" y="30790"/>
                      <a:pt x="6501" y="32731"/>
                      <a:pt x="8585" y="34755"/>
                    </a:cubicBezTo>
                    <a:cubicBezTo>
                      <a:pt x="9061" y="35208"/>
                      <a:pt x="9526" y="35672"/>
                      <a:pt x="9978" y="36160"/>
                    </a:cubicBezTo>
                    <a:cubicBezTo>
                      <a:pt x="9990" y="36160"/>
                      <a:pt x="10002" y="36184"/>
                      <a:pt x="10037" y="36184"/>
                    </a:cubicBezTo>
                    <a:cubicBezTo>
                      <a:pt x="11478" y="36672"/>
                      <a:pt x="13014" y="37029"/>
                      <a:pt x="14586" y="37267"/>
                    </a:cubicBezTo>
                    <a:cubicBezTo>
                      <a:pt x="14467" y="35112"/>
                      <a:pt x="13705" y="32981"/>
                      <a:pt x="12335" y="31338"/>
                    </a:cubicBezTo>
                    <a:cubicBezTo>
                      <a:pt x="10704" y="29397"/>
                      <a:pt x="8323" y="28088"/>
                      <a:pt x="6978" y="25921"/>
                    </a:cubicBezTo>
                    <a:cubicBezTo>
                      <a:pt x="5454" y="23468"/>
                      <a:pt x="5585" y="20075"/>
                      <a:pt x="7311" y="17753"/>
                    </a:cubicBezTo>
                    <a:cubicBezTo>
                      <a:pt x="8013" y="16801"/>
                      <a:pt x="8942" y="16039"/>
                      <a:pt x="9716" y="15146"/>
                    </a:cubicBezTo>
                    <a:cubicBezTo>
                      <a:pt x="10490" y="14253"/>
                      <a:pt x="11145" y="13157"/>
                      <a:pt x="11109" y="11979"/>
                    </a:cubicBezTo>
                    <a:cubicBezTo>
                      <a:pt x="11050" y="10240"/>
                      <a:pt x="9585" y="8931"/>
                      <a:pt x="8644" y="7490"/>
                    </a:cubicBezTo>
                    <a:cubicBezTo>
                      <a:pt x="7240" y="5299"/>
                      <a:pt x="6966" y="2442"/>
                      <a:pt x="784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44"/>
              <p:cNvSpPr/>
              <p:nvPr/>
            </p:nvSpPr>
            <p:spPr>
              <a:xfrm>
                <a:off x="4065675" y="3113000"/>
                <a:ext cx="340550" cy="1005225"/>
              </a:xfrm>
              <a:custGeom>
                <a:avLst/>
                <a:gdLst/>
                <a:ahLst/>
                <a:cxnLst/>
                <a:rect l="l" t="t" r="r" b="b"/>
                <a:pathLst>
                  <a:path w="13622" h="40209" extrusionOk="0">
                    <a:moveTo>
                      <a:pt x="4108" y="1"/>
                    </a:moveTo>
                    <a:cubicBezTo>
                      <a:pt x="3096" y="144"/>
                      <a:pt x="2108" y="370"/>
                      <a:pt x="1132" y="680"/>
                    </a:cubicBezTo>
                    <a:cubicBezTo>
                      <a:pt x="727" y="1585"/>
                      <a:pt x="465" y="2561"/>
                      <a:pt x="358" y="3537"/>
                    </a:cubicBezTo>
                    <a:cubicBezTo>
                      <a:pt x="60" y="6180"/>
                      <a:pt x="870" y="8895"/>
                      <a:pt x="2548" y="10955"/>
                    </a:cubicBezTo>
                    <a:cubicBezTo>
                      <a:pt x="3632" y="12276"/>
                      <a:pt x="5120" y="13443"/>
                      <a:pt x="5406" y="15134"/>
                    </a:cubicBezTo>
                    <a:cubicBezTo>
                      <a:pt x="5739" y="17098"/>
                      <a:pt x="4299" y="18896"/>
                      <a:pt x="2918" y="20349"/>
                    </a:cubicBezTo>
                    <a:cubicBezTo>
                      <a:pt x="1536" y="21789"/>
                      <a:pt x="0" y="23432"/>
                      <a:pt x="72" y="25433"/>
                    </a:cubicBezTo>
                    <a:cubicBezTo>
                      <a:pt x="131" y="26897"/>
                      <a:pt x="1084" y="28171"/>
                      <a:pt x="2191" y="29136"/>
                    </a:cubicBezTo>
                    <a:cubicBezTo>
                      <a:pt x="3287" y="30112"/>
                      <a:pt x="4572" y="30838"/>
                      <a:pt x="5656" y="31814"/>
                    </a:cubicBezTo>
                    <a:cubicBezTo>
                      <a:pt x="7966" y="33898"/>
                      <a:pt x="9061" y="37113"/>
                      <a:pt x="8835" y="40208"/>
                    </a:cubicBezTo>
                    <a:cubicBezTo>
                      <a:pt x="9537" y="40173"/>
                      <a:pt x="10228" y="40113"/>
                      <a:pt x="10895" y="40018"/>
                    </a:cubicBezTo>
                    <a:cubicBezTo>
                      <a:pt x="12145" y="38268"/>
                      <a:pt x="13288" y="36303"/>
                      <a:pt x="12978" y="34196"/>
                    </a:cubicBezTo>
                    <a:cubicBezTo>
                      <a:pt x="12526" y="31243"/>
                      <a:pt x="9287" y="29076"/>
                      <a:pt x="9406" y="26088"/>
                    </a:cubicBezTo>
                    <a:cubicBezTo>
                      <a:pt x="9537" y="23182"/>
                      <a:pt x="12764" y="21301"/>
                      <a:pt x="13288" y="18444"/>
                    </a:cubicBezTo>
                    <a:cubicBezTo>
                      <a:pt x="13621" y="16670"/>
                      <a:pt x="12776" y="14848"/>
                      <a:pt x="11669" y="13443"/>
                    </a:cubicBezTo>
                    <a:cubicBezTo>
                      <a:pt x="10538" y="12026"/>
                      <a:pt x="9109" y="10895"/>
                      <a:pt x="7918" y="9538"/>
                    </a:cubicBezTo>
                    <a:cubicBezTo>
                      <a:pt x="5596" y="6919"/>
                      <a:pt x="4287" y="3478"/>
                      <a:pt x="410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44"/>
              <p:cNvSpPr/>
              <p:nvPr/>
            </p:nvSpPr>
            <p:spPr>
              <a:xfrm>
                <a:off x="4546975" y="3308575"/>
                <a:ext cx="175050" cy="427150"/>
              </a:xfrm>
              <a:custGeom>
                <a:avLst/>
                <a:gdLst/>
                <a:ahLst/>
                <a:cxnLst/>
                <a:rect l="l" t="t" r="r" b="b"/>
                <a:pathLst>
                  <a:path w="7002" h="17086" fill="none" extrusionOk="0">
                    <a:moveTo>
                      <a:pt x="1" y="0"/>
                    </a:moveTo>
                    <a:cubicBezTo>
                      <a:pt x="2549" y="1941"/>
                      <a:pt x="4525" y="4620"/>
                      <a:pt x="5644" y="7620"/>
                    </a:cubicBezTo>
                    <a:cubicBezTo>
                      <a:pt x="6764" y="10633"/>
                      <a:pt x="7002" y="13954"/>
                      <a:pt x="6311" y="17086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44"/>
              <p:cNvSpPr/>
              <p:nvPr/>
            </p:nvSpPr>
            <p:spPr>
              <a:xfrm>
                <a:off x="4670800" y="3797625"/>
                <a:ext cx="1580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430" fill="none" extrusionOk="0">
                    <a:moveTo>
                      <a:pt x="632" y="0"/>
                    </a:moveTo>
                    <a:lnTo>
                      <a:pt x="1" y="1429"/>
                    </a:lnTo>
                  </a:path>
                </a:pathLst>
              </a:custGeom>
              <a:noFill/>
              <a:ln w="8025" cap="rnd" cmpd="sng">
                <a:solidFill>
                  <a:srgbClr val="2A33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44"/>
              <p:cNvSpPr/>
              <p:nvPr/>
            </p:nvSpPr>
            <p:spPr>
              <a:xfrm>
                <a:off x="4056450" y="3986625"/>
                <a:ext cx="353350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14134" h="3323" fill="none" extrusionOk="0">
                    <a:moveTo>
                      <a:pt x="0" y="1"/>
                    </a:moveTo>
                    <a:cubicBezTo>
                      <a:pt x="1917" y="1620"/>
                      <a:pt x="4299" y="2668"/>
                      <a:pt x="6799" y="2989"/>
                    </a:cubicBezTo>
                    <a:cubicBezTo>
                      <a:pt x="9287" y="3323"/>
                      <a:pt x="11859" y="2906"/>
                      <a:pt x="14133" y="1834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44"/>
              <p:cNvSpPr/>
              <p:nvPr/>
            </p:nvSpPr>
            <p:spPr>
              <a:xfrm>
                <a:off x="3808800" y="3258800"/>
                <a:ext cx="290825" cy="472900"/>
              </a:xfrm>
              <a:custGeom>
                <a:avLst/>
                <a:gdLst/>
                <a:ahLst/>
                <a:cxnLst/>
                <a:rect l="l" t="t" r="r" b="b"/>
                <a:pathLst>
                  <a:path w="11633" h="18916" extrusionOk="0">
                    <a:moveTo>
                      <a:pt x="8256" y="0"/>
                    </a:moveTo>
                    <a:cubicBezTo>
                      <a:pt x="7509" y="0"/>
                      <a:pt x="6753" y="305"/>
                      <a:pt x="6073" y="789"/>
                    </a:cubicBezTo>
                    <a:cubicBezTo>
                      <a:pt x="3834" y="2408"/>
                      <a:pt x="2191" y="5123"/>
                      <a:pt x="1179" y="7647"/>
                    </a:cubicBezTo>
                    <a:cubicBezTo>
                      <a:pt x="810" y="8587"/>
                      <a:pt x="524" y="9552"/>
                      <a:pt x="346" y="10528"/>
                    </a:cubicBezTo>
                    <a:cubicBezTo>
                      <a:pt x="0" y="12457"/>
                      <a:pt x="36" y="14457"/>
                      <a:pt x="465" y="16374"/>
                    </a:cubicBezTo>
                    <a:cubicBezTo>
                      <a:pt x="703" y="17434"/>
                      <a:pt x="1227" y="18636"/>
                      <a:pt x="2286" y="18874"/>
                    </a:cubicBezTo>
                    <a:cubicBezTo>
                      <a:pt x="2410" y="18902"/>
                      <a:pt x="2533" y="18915"/>
                      <a:pt x="2656" y="18915"/>
                    </a:cubicBezTo>
                    <a:cubicBezTo>
                      <a:pt x="3375" y="18915"/>
                      <a:pt x="4078" y="18475"/>
                      <a:pt x="4668" y="18017"/>
                    </a:cubicBezTo>
                    <a:cubicBezTo>
                      <a:pt x="8597" y="14969"/>
                      <a:pt x="11133" y="10219"/>
                      <a:pt x="11514" y="5278"/>
                    </a:cubicBezTo>
                    <a:cubicBezTo>
                      <a:pt x="11633" y="3730"/>
                      <a:pt x="11240" y="1741"/>
                      <a:pt x="10025" y="682"/>
                    </a:cubicBezTo>
                    <a:cubicBezTo>
                      <a:pt x="9473" y="204"/>
                      <a:pt x="8868" y="0"/>
                      <a:pt x="8256" y="0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44"/>
              <p:cNvSpPr/>
              <p:nvPr/>
            </p:nvSpPr>
            <p:spPr>
              <a:xfrm>
                <a:off x="6207025" y="2606575"/>
                <a:ext cx="634025" cy="1006750"/>
              </a:xfrm>
              <a:custGeom>
                <a:avLst/>
                <a:gdLst/>
                <a:ahLst/>
                <a:cxnLst/>
                <a:rect l="l" t="t" r="r" b="b"/>
                <a:pathLst>
                  <a:path w="25361" h="40270" extrusionOk="0">
                    <a:moveTo>
                      <a:pt x="19342" y="1"/>
                    </a:moveTo>
                    <a:cubicBezTo>
                      <a:pt x="17910" y="1"/>
                      <a:pt x="16505" y="542"/>
                      <a:pt x="15609" y="1672"/>
                    </a:cubicBezTo>
                    <a:cubicBezTo>
                      <a:pt x="14430" y="3137"/>
                      <a:pt x="14264" y="5244"/>
                      <a:pt x="13049" y="6685"/>
                    </a:cubicBezTo>
                    <a:cubicBezTo>
                      <a:pt x="11335" y="8709"/>
                      <a:pt x="8001" y="8959"/>
                      <a:pt x="6703" y="11257"/>
                    </a:cubicBezTo>
                    <a:cubicBezTo>
                      <a:pt x="4941" y="14388"/>
                      <a:pt x="8418" y="18472"/>
                      <a:pt x="7001" y="21794"/>
                    </a:cubicBezTo>
                    <a:cubicBezTo>
                      <a:pt x="6287" y="23485"/>
                      <a:pt x="4524" y="24413"/>
                      <a:pt x="3191" y="25675"/>
                    </a:cubicBezTo>
                    <a:cubicBezTo>
                      <a:pt x="1048" y="27711"/>
                      <a:pt x="0" y="30843"/>
                      <a:pt x="476" y="33760"/>
                    </a:cubicBezTo>
                    <a:cubicBezTo>
                      <a:pt x="1165" y="38045"/>
                      <a:pt x="4267" y="40269"/>
                      <a:pt x="7778" y="40269"/>
                    </a:cubicBezTo>
                    <a:cubicBezTo>
                      <a:pt x="9545" y="40269"/>
                      <a:pt x="11415" y="39706"/>
                      <a:pt x="13133" y="38558"/>
                    </a:cubicBezTo>
                    <a:cubicBezTo>
                      <a:pt x="15264" y="37165"/>
                      <a:pt x="16752" y="34819"/>
                      <a:pt x="17145" y="32307"/>
                    </a:cubicBezTo>
                    <a:cubicBezTo>
                      <a:pt x="17383" y="30712"/>
                      <a:pt x="17264" y="28950"/>
                      <a:pt x="18276" y="27699"/>
                    </a:cubicBezTo>
                    <a:cubicBezTo>
                      <a:pt x="19717" y="25937"/>
                      <a:pt x="22765" y="26128"/>
                      <a:pt x="24015" y="24223"/>
                    </a:cubicBezTo>
                    <a:cubicBezTo>
                      <a:pt x="25015" y="22699"/>
                      <a:pt x="24301" y="20651"/>
                      <a:pt x="23396" y="19079"/>
                    </a:cubicBezTo>
                    <a:cubicBezTo>
                      <a:pt x="22479" y="17508"/>
                      <a:pt x="21336" y="15865"/>
                      <a:pt x="21538" y="14055"/>
                    </a:cubicBezTo>
                    <a:cubicBezTo>
                      <a:pt x="21753" y="12293"/>
                      <a:pt x="23134" y="10971"/>
                      <a:pt x="23991" y="9435"/>
                    </a:cubicBezTo>
                    <a:cubicBezTo>
                      <a:pt x="25360" y="6947"/>
                      <a:pt x="25158" y="3542"/>
                      <a:pt x="23170" y="1518"/>
                    </a:cubicBezTo>
                    <a:cubicBezTo>
                      <a:pt x="22173" y="521"/>
                      <a:pt x="20745" y="1"/>
                      <a:pt x="1934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44"/>
              <p:cNvSpPr/>
              <p:nvPr/>
            </p:nvSpPr>
            <p:spPr>
              <a:xfrm>
                <a:off x="6374600" y="2774875"/>
                <a:ext cx="308975" cy="729875"/>
              </a:xfrm>
              <a:custGeom>
                <a:avLst/>
                <a:gdLst/>
                <a:ahLst/>
                <a:cxnLst/>
                <a:rect l="l" t="t" r="r" b="b"/>
                <a:pathLst>
                  <a:path w="12359" h="29195" fill="none" extrusionOk="0">
                    <a:moveTo>
                      <a:pt x="12359" y="1"/>
                    </a:moveTo>
                    <a:cubicBezTo>
                      <a:pt x="9906" y="10323"/>
                      <a:pt x="5715" y="20241"/>
                      <a:pt x="0" y="29195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44"/>
              <p:cNvSpPr/>
              <p:nvPr/>
            </p:nvSpPr>
            <p:spPr>
              <a:xfrm>
                <a:off x="6487400" y="2916850"/>
                <a:ext cx="94975" cy="179525"/>
              </a:xfrm>
              <a:custGeom>
                <a:avLst/>
                <a:gdLst/>
                <a:ahLst/>
                <a:cxnLst/>
                <a:rect l="l" t="t" r="r" b="b"/>
                <a:pathLst>
                  <a:path w="3799" h="7181" fill="none" extrusionOk="0">
                    <a:moveTo>
                      <a:pt x="1" y="1"/>
                    </a:moveTo>
                    <a:cubicBezTo>
                      <a:pt x="310" y="2751"/>
                      <a:pt x="1703" y="5371"/>
                      <a:pt x="3799" y="7180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44"/>
              <p:cNvSpPr/>
              <p:nvPr/>
            </p:nvSpPr>
            <p:spPr>
              <a:xfrm>
                <a:off x="6555275" y="3096050"/>
                <a:ext cx="145875" cy="696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2787" fill="none" extrusionOk="0">
                    <a:moveTo>
                      <a:pt x="0" y="2715"/>
                    </a:moveTo>
                    <a:cubicBezTo>
                      <a:pt x="2215" y="2786"/>
                      <a:pt x="4441" y="1762"/>
                      <a:pt x="5834" y="0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44"/>
              <p:cNvSpPr/>
              <p:nvPr/>
            </p:nvSpPr>
            <p:spPr>
              <a:xfrm>
                <a:off x="6383525" y="3267500"/>
                <a:ext cx="53600" cy="134275"/>
              </a:xfrm>
              <a:custGeom>
                <a:avLst/>
                <a:gdLst/>
                <a:ahLst/>
                <a:cxnLst/>
                <a:rect l="l" t="t" r="r" b="b"/>
                <a:pathLst>
                  <a:path w="2144" h="5371" fill="none" extrusionOk="0">
                    <a:moveTo>
                      <a:pt x="0" y="0"/>
                    </a:moveTo>
                    <a:cubicBezTo>
                      <a:pt x="239" y="1929"/>
                      <a:pt x="989" y="3810"/>
                      <a:pt x="2144" y="5370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44"/>
              <p:cNvSpPr/>
              <p:nvPr/>
            </p:nvSpPr>
            <p:spPr>
              <a:xfrm>
                <a:off x="6415675" y="3413350"/>
                <a:ext cx="125325" cy="38125"/>
              </a:xfrm>
              <a:custGeom>
                <a:avLst/>
                <a:gdLst/>
                <a:ahLst/>
                <a:cxnLst/>
                <a:rect l="l" t="t" r="r" b="b"/>
                <a:pathLst>
                  <a:path w="5013" h="1525" fill="none" extrusionOk="0">
                    <a:moveTo>
                      <a:pt x="0" y="1167"/>
                    </a:moveTo>
                    <a:cubicBezTo>
                      <a:pt x="1739" y="1524"/>
                      <a:pt x="3620" y="1084"/>
                      <a:pt x="5013" y="0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44"/>
              <p:cNvSpPr/>
              <p:nvPr/>
            </p:nvSpPr>
            <p:spPr>
              <a:xfrm>
                <a:off x="6225475" y="2607325"/>
                <a:ext cx="615875" cy="899225"/>
              </a:xfrm>
              <a:custGeom>
                <a:avLst/>
                <a:gdLst/>
                <a:ahLst/>
                <a:cxnLst/>
                <a:rect l="l" t="t" r="r" b="b"/>
                <a:pathLst>
                  <a:path w="24635" h="35969" extrusionOk="0">
                    <a:moveTo>
                      <a:pt x="18604" y="1"/>
                    </a:moveTo>
                    <a:cubicBezTo>
                      <a:pt x="17170" y="1"/>
                      <a:pt x="15761" y="542"/>
                      <a:pt x="14871" y="1666"/>
                    </a:cubicBezTo>
                    <a:cubicBezTo>
                      <a:pt x="13692" y="3143"/>
                      <a:pt x="13526" y="5238"/>
                      <a:pt x="12311" y="6679"/>
                    </a:cubicBezTo>
                    <a:cubicBezTo>
                      <a:pt x="10609" y="8691"/>
                      <a:pt x="7263" y="8941"/>
                      <a:pt x="5965" y="11251"/>
                    </a:cubicBezTo>
                    <a:cubicBezTo>
                      <a:pt x="4203" y="14394"/>
                      <a:pt x="7680" y="18466"/>
                      <a:pt x="6263" y="21788"/>
                    </a:cubicBezTo>
                    <a:cubicBezTo>
                      <a:pt x="5549" y="23466"/>
                      <a:pt x="3786" y="24407"/>
                      <a:pt x="2453" y="25669"/>
                    </a:cubicBezTo>
                    <a:cubicBezTo>
                      <a:pt x="1298" y="26776"/>
                      <a:pt x="453" y="28205"/>
                      <a:pt x="0" y="29753"/>
                    </a:cubicBezTo>
                    <a:cubicBezTo>
                      <a:pt x="393" y="29217"/>
                      <a:pt x="834" y="28705"/>
                      <a:pt x="1310" y="28265"/>
                    </a:cubicBezTo>
                    <a:cubicBezTo>
                      <a:pt x="2846" y="26800"/>
                      <a:pt x="4679" y="25705"/>
                      <a:pt x="6191" y="24240"/>
                    </a:cubicBezTo>
                    <a:cubicBezTo>
                      <a:pt x="7715" y="22788"/>
                      <a:pt x="8966" y="20811"/>
                      <a:pt x="8799" y="18704"/>
                    </a:cubicBezTo>
                    <a:cubicBezTo>
                      <a:pt x="8644" y="16644"/>
                      <a:pt x="7180" y="14656"/>
                      <a:pt x="7751" y="12668"/>
                    </a:cubicBezTo>
                    <a:cubicBezTo>
                      <a:pt x="8108" y="11429"/>
                      <a:pt x="9180" y="10548"/>
                      <a:pt x="10275" y="9881"/>
                    </a:cubicBezTo>
                    <a:cubicBezTo>
                      <a:pt x="11359" y="9215"/>
                      <a:pt x="12549" y="8667"/>
                      <a:pt x="13430" y="7726"/>
                    </a:cubicBezTo>
                    <a:cubicBezTo>
                      <a:pt x="14383" y="6726"/>
                      <a:pt x="14871" y="5393"/>
                      <a:pt x="15597" y="4214"/>
                    </a:cubicBezTo>
                    <a:cubicBezTo>
                      <a:pt x="16312" y="3054"/>
                      <a:pt x="17442" y="1975"/>
                      <a:pt x="18794" y="1975"/>
                    </a:cubicBezTo>
                    <a:cubicBezTo>
                      <a:pt x="18816" y="1975"/>
                      <a:pt x="18838" y="1975"/>
                      <a:pt x="18860" y="1976"/>
                    </a:cubicBezTo>
                    <a:cubicBezTo>
                      <a:pt x="20539" y="2023"/>
                      <a:pt x="21765" y="3797"/>
                      <a:pt x="21836" y="5476"/>
                    </a:cubicBezTo>
                    <a:cubicBezTo>
                      <a:pt x="21908" y="7155"/>
                      <a:pt x="21146" y="8750"/>
                      <a:pt x="20431" y="10286"/>
                    </a:cubicBezTo>
                    <a:cubicBezTo>
                      <a:pt x="19741" y="11810"/>
                      <a:pt x="19050" y="13465"/>
                      <a:pt x="19288" y="15132"/>
                    </a:cubicBezTo>
                    <a:cubicBezTo>
                      <a:pt x="19503" y="16585"/>
                      <a:pt x="20348" y="17835"/>
                      <a:pt x="20967" y="19156"/>
                    </a:cubicBezTo>
                    <a:cubicBezTo>
                      <a:pt x="21598" y="20478"/>
                      <a:pt x="21967" y="22085"/>
                      <a:pt x="21229" y="23336"/>
                    </a:cubicBezTo>
                    <a:cubicBezTo>
                      <a:pt x="20360" y="24788"/>
                      <a:pt x="18383" y="25133"/>
                      <a:pt x="17086" y="26241"/>
                    </a:cubicBezTo>
                    <a:cubicBezTo>
                      <a:pt x="15193" y="27800"/>
                      <a:pt x="15109" y="30634"/>
                      <a:pt x="15133" y="33111"/>
                    </a:cubicBezTo>
                    <a:cubicBezTo>
                      <a:pt x="15133" y="34039"/>
                      <a:pt x="15121" y="35016"/>
                      <a:pt x="14978" y="35968"/>
                    </a:cubicBezTo>
                    <a:cubicBezTo>
                      <a:pt x="15705" y="34873"/>
                      <a:pt x="16193" y="33623"/>
                      <a:pt x="16407" y="32313"/>
                    </a:cubicBezTo>
                    <a:cubicBezTo>
                      <a:pt x="16645" y="30717"/>
                      <a:pt x="16502" y="28931"/>
                      <a:pt x="17538" y="27693"/>
                    </a:cubicBezTo>
                    <a:cubicBezTo>
                      <a:pt x="18979" y="25943"/>
                      <a:pt x="22027" y="26133"/>
                      <a:pt x="23277" y="24228"/>
                    </a:cubicBezTo>
                    <a:cubicBezTo>
                      <a:pt x="24277" y="22716"/>
                      <a:pt x="23575" y="20657"/>
                      <a:pt x="22658" y="19085"/>
                    </a:cubicBezTo>
                    <a:cubicBezTo>
                      <a:pt x="21741" y="17501"/>
                      <a:pt x="20598" y="15847"/>
                      <a:pt x="20800" y="14049"/>
                    </a:cubicBezTo>
                    <a:cubicBezTo>
                      <a:pt x="21003" y="12310"/>
                      <a:pt x="22396" y="10989"/>
                      <a:pt x="23253" y="9441"/>
                    </a:cubicBezTo>
                    <a:cubicBezTo>
                      <a:pt x="24634" y="6953"/>
                      <a:pt x="24444" y="3547"/>
                      <a:pt x="22432" y="1523"/>
                    </a:cubicBezTo>
                    <a:cubicBezTo>
                      <a:pt x="21441" y="521"/>
                      <a:pt x="20010" y="1"/>
                      <a:pt x="18604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44"/>
              <p:cNvSpPr/>
              <p:nvPr/>
            </p:nvSpPr>
            <p:spPr>
              <a:xfrm>
                <a:off x="6554425" y="2856700"/>
                <a:ext cx="75575" cy="107425"/>
              </a:xfrm>
              <a:custGeom>
                <a:avLst/>
                <a:gdLst/>
                <a:ahLst/>
                <a:cxnLst/>
                <a:rect l="l" t="t" r="r" b="b"/>
                <a:pathLst>
                  <a:path w="3023" h="4297" extrusionOk="0">
                    <a:moveTo>
                      <a:pt x="1480" y="0"/>
                    </a:moveTo>
                    <a:cubicBezTo>
                      <a:pt x="115" y="0"/>
                      <a:pt x="0" y="2656"/>
                      <a:pt x="106" y="3478"/>
                    </a:cubicBezTo>
                    <a:cubicBezTo>
                      <a:pt x="153" y="3824"/>
                      <a:pt x="284" y="4228"/>
                      <a:pt x="630" y="4288"/>
                    </a:cubicBezTo>
                    <a:cubicBezTo>
                      <a:pt x="660" y="4294"/>
                      <a:pt x="690" y="4297"/>
                      <a:pt x="719" y="4297"/>
                    </a:cubicBezTo>
                    <a:cubicBezTo>
                      <a:pt x="977" y="4297"/>
                      <a:pt x="1196" y="4074"/>
                      <a:pt x="1356" y="3871"/>
                    </a:cubicBezTo>
                    <a:cubicBezTo>
                      <a:pt x="1796" y="3276"/>
                      <a:pt x="3023" y="61"/>
                      <a:pt x="1535" y="2"/>
                    </a:cubicBezTo>
                    <a:cubicBezTo>
                      <a:pt x="1516" y="1"/>
                      <a:pt x="1498" y="0"/>
                      <a:pt x="1480" y="0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44"/>
              <p:cNvSpPr/>
              <p:nvPr/>
            </p:nvSpPr>
            <p:spPr>
              <a:xfrm>
                <a:off x="4822900" y="2198275"/>
                <a:ext cx="391250" cy="341750"/>
              </a:xfrm>
              <a:custGeom>
                <a:avLst/>
                <a:gdLst/>
                <a:ahLst/>
                <a:cxnLst/>
                <a:rect l="l" t="t" r="r" b="b"/>
                <a:pathLst>
                  <a:path w="15650" h="13670" extrusionOk="0">
                    <a:moveTo>
                      <a:pt x="9916" y="1"/>
                    </a:moveTo>
                    <a:cubicBezTo>
                      <a:pt x="9708" y="1"/>
                      <a:pt x="9495" y="9"/>
                      <a:pt x="9276" y="26"/>
                    </a:cubicBezTo>
                    <a:cubicBezTo>
                      <a:pt x="6454" y="228"/>
                      <a:pt x="3466" y="1431"/>
                      <a:pt x="1751" y="3788"/>
                    </a:cubicBezTo>
                    <a:cubicBezTo>
                      <a:pt x="418" y="5622"/>
                      <a:pt x="1" y="8194"/>
                      <a:pt x="1049" y="10206"/>
                    </a:cubicBezTo>
                    <a:cubicBezTo>
                      <a:pt x="1930" y="11896"/>
                      <a:pt x="3716" y="12980"/>
                      <a:pt x="5561" y="13432"/>
                    </a:cubicBezTo>
                    <a:cubicBezTo>
                      <a:pt x="6229" y="13593"/>
                      <a:pt x="6903" y="13670"/>
                      <a:pt x="7570" y="13670"/>
                    </a:cubicBezTo>
                    <a:cubicBezTo>
                      <a:pt x="11608" y="13670"/>
                      <a:pt x="15350" y="10838"/>
                      <a:pt x="15503" y="6515"/>
                    </a:cubicBezTo>
                    <a:cubicBezTo>
                      <a:pt x="15650" y="2713"/>
                      <a:pt x="13679" y="1"/>
                      <a:pt x="99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44"/>
              <p:cNvSpPr/>
              <p:nvPr/>
            </p:nvSpPr>
            <p:spPr>
              <a:xfrm>
                <a:off x="4938400" y="2156050"/>
                <a:ext cx="167900" cy="128600"/>
              </a:xfrm>
              <a:custGeom>
                <a:avLst/>
                <a:gdLst/>
                <a:ahLst/>
                <a:cxnLst/>
                <a:rect l="l" t="t" r="r" b="b"/>
                <a:pathLst>
                  <a:path w="6716" h="5144" extrusionOk="0">
                    <a:moveTo>
                      <a:pt x="3989" y="0"/>
                    </a:moveTo>
                    <a:cubicBezTo>
                      <a:pt x="3632" y="346"/>
                      <a:pt x="3382" y="762"/>
                      <a:pt x="3215" y="1215"/>
                    </a:cubicBezTo>
                    <a:cubicBezTo>
                      <a:pt x="2920" y="708"/>
                      <a:pt x="2325" y="352"/>
                      <a:pt x="1713" y="352"/>
                    </a:cubicBezTo>
                    <a:cubicBezTo>
                      <a:pt x="1634" y="352"/>
                      <a:pt x="1555" y="357"/>
                      <a:pt x="1477" y="370"/>
                    </a:cubicBezTo>
                    <a:cubicBezTo>
                      <a:pt x="1989" y="834"/>
                      <a:pt x="2299" y="1513"/>
                      <a:pt x="2310" y="2203"/>
                    </a:cubicBezTo>
                    <a:cubicBezTo>
                      <a:pt x="1721" y="1908"/>
                      <a:pt x="1066" y="1768"/>
                      <a:pt x="414" y="1768"/>
                    </a:cubicBezTo>
                    <a:cubicBezTo>
                      <a:pt x="276" y="1768"/>
                      <a:pt x="138" y="1774"/>
                      <a:pt x="1" y="1786"/>
                    </a:cubicBezTo>
                    <a:cubicBezTo>
                      <a:pt x="143" y="2263"/>
                      <a:pt x="465" y="2691"/>
                      <a:pt x="905" y="2941"/>
                    </a:cubicBezTo>
                    <a:cubicBezTo>
                      <a:pt x="1202" y="3118"/>
                      <a:pt x="1542" y="3202"/>
                      <a:pt x="1882" y="3202"/>
                    </a:cubicBezTo>
                    <a:cubicBezTo>
                      <a:pt x="2046" y="3202"/>
                      <a:pt x="2211" y="3183"/>
                      <a:pt x="2370" y="3144"/>
                    </a:cubicBezTo>
                    <a:lnTo>
                      <a:pt x="2370" y="3144"/>
                    </a:lnTo>
                    <a:cubicBezTo>
                      <a:pt x="1858" y="3656"/>
                      <a:pt x="1608" y="4418"/>
                      <a:pt x="1727" y="5132"/>
                    </a:cubicBezTo>
                    <a:cubicBezTo>
                      <a:pt x="1787" y="5140"/>
                      <a:pt x="1846" y="5143"/>
                      <a:pt x="1905" y="5143"/>
                    </a:cubicBezTo>
                    <a:cubicBezTo>
                      <a:pt x="2582" y="5143"/>
                      <a:pt x="3231" y="4658"/>
                      <a:pt x="3406" y="4001"/>
                    </a:cubicBezTo>
                    <a:cubicBezTo>
                      <a:pt x="3680" y="4489"/>
                      <a:pt x="4120" y="4894"/>
                      <a:pt x="4656" y="5073"/>
                    </a:cubicBezTo>
                    <a:cubicBezTo>
                      <a:pt x="4739" y="5102"/>
                      <a:pt x="4832" y="5126"/>
                      <a:pt x="4918" y="5126"/>
                    </a:cubicBezTo>
                    <a:cubicBezTo>
                      <a:pt x="5004" y="5126"/>
                      <a:pt x="5085" y="5102"/>
                      <a:pt x="5144" y="5037"/>
                    </a:cubicBezTo>
                    <a:cubicBezTo>
                      <a:pt x="5227" y="4942"/>
                      <a:pt x="5227" y="4787"/>
                      <a:pt x="5204" y="4656"/>
                    </a:cubicBezTo>
                    <a:cubicBezTo>
                      <a:pt x="5096" y="4180"/>
                      <a:pt x="4858" y="3715"/>
                      <a:pt x="4489" y="3394"/>
                    </a:cubicBezTo>
                    <a:cubicBezTo>
                      <a:pt x="5382" y="3322"/>
                      <a:pt x="6239" y="2810"/>
                      <a:pt x="6716" y="2036"/>
                    </a:cubicBezTo>
                    <a:lnTo>
                      <a:pt x="6716" y="2036"/>
                    </a:lnTo>
                    <a:cubicBezTo>
                      <a:pt x="5942" y="2132"/>
                      <a:pt x="5180" y="2227"/>
                      <a:pt x="4406" y="2322"/>
                    </a:cubicBezTo>
                    <a:cubicBezTo>
                      <a:pt x="4632" y="1548"/>
                      <a:pt x="4465" y="655"/>
                      <a:pt x="39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44"/>
              <p:cNvSpPr/>
              <p:nvPr/>
            </p:nvSpPr>
            <p:spPr>
              <a:xfrm>
                <a:off x="4865475" y="2275400"/>
                <a:ext cx="119675" cy="170925"/>
              </a:xfrm>
              <a:custGeom>
                <a:avLst/>
                <a:gdLst/>
                <a:ahLst/>
                <a:cxnLst/>
                <a:rect l="l" t="t" r="r" b="b"/>
                <a:pathLst>
                  <a:path w="4787" h="6837" extrusionOk="0">
                    <a:moveTo>
                      <a:pt x="2411" y="1"/>
                    </a:moveTo>
                    <a:cubicBezTo>
                      <a:pt x="1192" y="1"/>
                      <a:pt x="385" y="1464"/>
                      <a:pt x="179" y="2573"/>
                    </a:cubicBezTo>
                    <a:cubicBezTo>
                      <a:pt x="1" y="3561"/>
                      <a:pt x="132" y="4620"/>
                      <a:pt x="584" y="5513"/>
                    </a:cubicBezTo>
                    <a:cubicBezTo>
                      <a:pt x="917" y="6168"/>
                      <a:pt x="1489" y="6787"/>
                      <a:pt x="2215" y="6835"/>
                    </a:cubicBezTo>
                    <a:cubicBezTo>
                      <a:pt x="2234" y="6836"/>
                      <a:pt x="2252" y="6836"/>
                      <a:pt x="2271" y="6836"/>
                    </a:cubicBezTo>
                    <a:cubicBezTo>
                      <a:pt x="2822" y="6836"/>
                      <a:pt x="3346" y="6499"/>
                      <a:pt x="3680" y="6073"/>
                    </a:cubicBezTo>
                    <a:cubicBezTo>
                      <a:pt x="4025" y="5621"/>
                      <a:pt x="4203" y="5061"/>
                      <a:pt x="4334" y="4513"/>
                    </a:cubicBezTo>
                    <a:cubicBezTo>
                      <a:pt x="4704" y="3025"/>
                      <a:pt x="4787" y="775"/>
                      <a:pt x="3025" y="120"/>
                    </a:cubicBezTo>
                    <a:cubicBezTo>
                      <a:pt x="2810" y="38"/>
                      <a:pt x="2605" y="1"/>
                      <a:pt x="2411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44"/>
              <p:cNvSpPr/>
              <p:nvPr/>
            </p:nvSpPr>
            <p:spPr>
              <a:xfrm>
                <a:off x="5121450" y="2301900"/>
                <a:ext cx="43800" cy="147075"/>
              </a:xfrm>
              <a:custGeom>
                <a:avLst/>
                <a:gdLst/>
                <a:ahLst/>
                <a:cxnLst/>
                <a:rect l="l" t="t" r="r" b="b"/>
                <a:pathLst>
                  <a:path w="1752" h="5883" fill="none" extrusionOk="0">
                    <a:moveTo>
                      <a:pt x="1120" y="1"/>
                    </a:moveTo>
                    <a:cubicBezTo>
                      <a:pt x="1596" y="965"/>
                      <a:pt x="1751" y="2072"/>
                      <a:pt x="1537" y="3120"/>
                    </a:cubicBezTo>
                    <a:cubicBezTo>
                      <a:pt x="1346" y="4180"/>
                      <a:pt x="799" y="5168"/>
                      <a:pt x="1" y="5882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44"/>
              <p:cNvSpPr/>
              <p:nvPr/>
            </p:nvSpPr>
            <p:spPr>
              <a:xfrm>
                <a:off x="5076825" y="2474850"/>
                <a:ext cx="9525" cy="4775"/>
              </a:xfrm>
              <a:custGeom>
                <a:avLst/>
                <a:gdLst/>
                <a:ahLst/>
                <a:cxnLst/>
                <a:rect l="l" t="t" r="r" b="b"/>
                <a:pathLst>
                  <a:path w="381" h="191" fill="none" extrusionOk="0">
                    <a:moveTo>
                      <a:pt x="381" y="0"/>
                    </a:moveTo>
                    <a:cubicBezTo>
                      <a:pt x="262" y="60"/>
                      <a:pt x="119" y="119"/>
                      <a:pt x="0" y="191"/>
                    </a:cubicBezTo>
                  </a:path>
                </a:pathLst>
              </a:custGeom>
              <a:noFill/>
              <a:ln w="8025" cap="rnd" cmpd="sng">
                <a:solidFill>
                  <a:srgbClr val="2A33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44"/>
              <p:cNvSpPr/>
              <p:nvPr/>
            </p:nvSpPr>
            <p:spPr>
              <a:xfrm>
                <a:off x="5577475" y="1649675"/>
                <a:ext cx="211350" cy="474850"/>
              </a:xfrm>
              <a:custGeom>
                <a:avLst/>
                <a:gdLst/>
                <a:ahLst/>
                <a:cxnLst/>
                <a:rect l="l" t="t" r="r" b="b"/>
                <a:pathLst>
                  <a:path w="8454" h="18994" extrusionOk="0">
                    <a:moveTo>
                      <a:pt x="6242" y="0"/>
                    </a:moveTo>
                    <a:cubicBezTo>
                      <a:pt x="5971" y="0"/>
                      <a:pt x="5691" y="109"/>
                      <a:pt x="5477" y="277"/>
                    </a:cubicBezTo>
                    <a:cubicBezTo>
                      <a:pt x="5203" y="503"/>
                      <a:pt x="5001" y="801"/>
                      <a:pt x="4822" y="1110"/>
                    </a:cubicBezTo>
                    <a:cubicBezTo>
                      <a:pt x="3914" y="2659"/>
                      <a:pt x="3462" y="4459"/>
                      <a:pt x="3498" y="6246"/>
                    </a:cubicBezTo>
                    <a:lnTo>
                      <a:pt x="3498" y="6246"/>
                    </a:lnTo>
                    <a:cubicBezTo>
                      <a:pt x="3416" y="5450"/>
                      <a:pt x="3240" y="4663"/>
                      <a:pt x="2965" y="3908"/>
                    </a:cubicBezTo>
                    <a:cubicBezTo>
                      <a:pt x="2834" y="3527"/>
                      <a:pt x="2655" y="3111"/>
                      <a:pt x="2286" y="2944"/>
                    </a:cubicBezTo>
                    <a:cubicBezTo>
                      <a:pt x="2174" y="2892"/>
                      <a:pt x="2053" y="2869"/>
                      <a:pt x="1931" y="2869"/>
                    </a:cubicBezTo>
                    <a:cubicBezTo>
                      <a:pt x="1603" y="2869"/>
                      <a:pt x="1265" y="3040"/>
                      <a:pt x="1048" y="3301"/>
                    </a:cubicBezTo>
                    <a:cubicBezTo>
                      <a:pt x="750" y="3658"/>
                      <a:pt x="619" y="4123"/>
                      <a:pt x="536" y="4563"/>
                    </a:cubicBezTo>
                    <a:cubicBezTo>
                      <a:pt x="0" y="7075"/>
                      <a:pt x="131" y="9707"/>
                      <a:pt x="786" y="12183"/>
                    </a:cubicBezTo>
                    <a:cubicBezTo>
                      <a:pt x="1167" y="13707"/>
                      <a:pt x="1751" y="15148"/>
                      <a:pt x="2453" y="16505"/>
                    </a:cubicBezTo>
                    <a:cubicBezTo>
                      <a:pt x="2774" y="17124"/>
                      <a:pt x="3120" y="17743"/>
                      <a:pt x="3489" y="18339"/>
                    </a:cubicBezTo>
                    <a:cubicBezTo>
                      <a:pt x="3596" y="18517"/>
                      <a:pt x="3810" y="18993"/>
                      <a:pt x="4060" y="18993"/>
                    </a:cubicBezTo>
                    <a:cubicBezTo>
                      <a:pt x="4287" y="18993"/>
                      <a:pt x="4537" y="18493"/>
                      <a:pt x="4656" y="18339"/>
                    </a:cubicBezTo>
                    <a:cubicBezTo>
                      <a:pt x="5453" y="17243"/>
                      <a:pt x="6132" y="16100"/>
                      <a:pt x="6680" y="14886"/>
                    </a:cubicBezTo>
                    <a:cubicBezTo>
                      <a:pt x="7799" y="12457"/>
                      <a:pt x="8406" y="9790"/>
                      <a:pt x="8430" y="7123"/>
                    </a:cubicBezTo>
                    <a:cubicBezTo>
                      <a:pt x="8454" y="6801"/>
                      <a:pt x="8430" y="6468"/>
                      <a:pt x="8311" y="6159"/>
                    </a:cubicBezTo>
                    <a:cubicBezTo>
                      <a:pt x="8192" y="5861"/>
                      <a:pt x="7930" y="5575"/>
                      <a:pt x="7597" y="5551"/>
                    </a:cubicBezTo>
                    <a:cubicBezTo>
                      <a:pt x="7570" y="5548"/>
                      <a:pt x="7544" y="5547"/>
                      <a:pt x="7517" y="5547"/>
                    </a:cubicBezTo>
                    <a:cubicBezTo>
                      <a:pt x="7237" y="5547"/>
                      <a:pt x="6973" y="5717"/>
                      <a:pt x="6799" y="5956"/>
                    </a:cubicBezTo>
                    <a:cubicBezTo>
                      <a:pt x="6743" y="6034"/>
                      <a:pt x="6695" y="6119"/>
                      <a:pt x="6654" y="6206"/>
                    </a:cubicBezTo>
                    <a:lnTo>
                      <a:pt x="6654" y="6206"/>
                    </a:lnTo>
                    <a:cubicBezTo>
                      <a:pt x="7079" y="4827"/>
                      <a:pt x="7327" y="3384"/>
                      <a:pt x="7358" y="1932"/>
                    </a:cubicBezTo>
                    <a:cubicBezTo>
                      <a:pt x="7382" y="1551"/>
                      <a:pt x="7382" y="1158"/>
                      <a:pt x="7239" y="801"/>
                    </a:cubicBezTo>
                    <a:cubicBezTo>
                      <a:pt x="7108" y="444"/>
                      <a:pt x="6846" y="134"/>
                      <a:pt x="6465" y="27"/>
                    </a:cubicBezTo>
                    <a:cubicBezTo>
                      <a:pt x="6393" y="9"/>
                      <a:pt x="6317" y="0"/>
                      <a:pt x="624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44"/>
              <p:cNvSpPr/>
              <p:nvPr/>
            </p:nvSpPr>
            <p:spPr>
              <a:xfrm>
                <a:off x="5676000" y="1736950"/>
                <a:ext cx="37825" cy="33607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13443" fill="none" extrusionOk="0">
                    <a:moveTo>
                      <a:pt x="1512" y="1"/>
                    </a:moveTo>
                    <a:cubicBezTo>
                      <a:pt x="822" y="4453"/>
                      <a:pt x="310" y="8954"/>
                      <a:pt x="0" y="13443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44"/>
              <p:cNvSpPr/>
              <p:nvPr/>
            </p:nvSpPr>
            <p:spPr>
              <a:xfrm>
                <a:off x="5678075" y="1833975"/>
                <a:ext cx="84275" cy="233400"/>
              </a:xfrm>
              <a:custGeom>
                <a:avLst/>
                <a:gdLst/>
                <a:ahLst/>
                <a:cxnLst/>
                <a:rect l="l" t="t" r="r" b="b"/>
                <a:pathLst>
                  <a:path w="3371" h="9336" fill="none" extrusionOk="0">
                    <a:moveTo>
                      <a:pt x="3370" y="1"/>
                    </a:moveTo>
                    <a:cubicBezTo>
                      <a:pt x="2251" y="3120"/>
                      <a:pt x="1120" y="6228"/>
                      <a:pt x="1" y="9335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44"/>
              <p:cNvSpPr/>
              <p:nvPr/>
            </p:nvSpPr>
            <p:spPr>
              <a:xfrm>
                <a:off x="5628675" y="1790225"/>
                <a:ext cx="20250" cy="261675"/>
              </a:xfrm>
              <a:custGeom>
                <a:avLst/>
                <a:gdLst/>
                <a:ahLst/>
                <a:cxnLst/>
                <a:rect l="l" t="t" r="r" b="b"/>
                <a:pathLst>
                  <a:path w="810" h="10467" fill="none" extrusionOk="0">
                    <a:moveTo>
                      <a:pt x="131" y="1"/>
                    </a:moveTo>
                    <a:cubicBezTo>
                      <a:pt x="0" y="3501"/>
                      <a:pt x="238" y="7014"/>
                      <a:pt x="810" y="10466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44"/>
              <p:cNvSpPr/>
              <p:nvPr/>
            </p:nvSpPr>
            <p:spPr>
              <a:xfrm>
                <a:off x="5484900" y="1782300"/>
                <a:ext cx="190825" cy="348900"/>
              </a:xfrm>
              <a:custGeom>
                <a:avLst/>
                <a:gdLst/>
                <a:ahLst/>
                <a:cxnLst/>
                <a:rect l="l" t="t" r="r" b="b"/>
                <a:pathLst>
                  <a:path w="7633" h="13956" extrusionOk="0">
                    <a:moveTo>
                      <a:pt x="1480" y="0"/>
                    </a:moveTo>
                    <a:cubicBezTo>
                      <a:pt x="1424" y="0"/>
                      <a:pt x="1367" y="7"/>
                      <a:pt x="1310" y="20"/>
                    </a:cubicBezTo>
                    <a:cubicBezTo>
                      <a:pt x="893" y="127"/>
                      <a:pt x="679" y="592"/>
                      <a:pt x="560" y="1008"/>
                    </a:cubicBezTo>
                    <a:cubicBezTo>
                      <a:pt x="0" y="2997"/>
                      <a:pt x="572" y="5152"/>
                      <a:pt x="1453" y="7033"/>
                    </a:cubicBezTo>
                    <a:cubicBezTo>
                      <a:pt x="2465" y="9188"/>
                      <a:pt x="3894" y="11140"/>
                      <a:pt x="5632" y="12760"/>
                    </a:cubicBezTo>
                    <a:cubicBezTo>
                      <a:pt x="6001" y="13105"/>
                      <a:pt x="6537" y="13748"/>
                      <a:pt x="7013" y="13927"/>
                    </a:cubicBezTo>
                    <a:cubicBezTo>
                      <a:pt x="7068" y="13946"/>
                      <a:pt x="7117" y="13955"/>
                      <a:pt x="7160" y="13955"/>
                    </a:cubicBezTo>
                    <a:cubicBezTo>
                      <a:pt x="7588" y="13955"/>
                      <a:pt x="7493" y="13062"/>
                      <a:pt x="7525" y="12641"/>
                    </a:cubicBezTo>
                    <a:cubicBezTo>
                      <a:pt x="7632" y="11319"/>
                      <a:pt x="7609" y="9974"/>
                      <a:pt x="7490" y="8640"/>
                    </a:cubicBezTo>
                    <a:cubicBezTo>
                      <a:pt x="7370" y="7164"/>
                      <a:pt x="7109" y="5687"/>
                      <a:pt x="6692" y="4247"/>
                    </a:cubicBezTo>
                    <a:cubicBezTo>
                      <a:pt x="6573" y="3854"/>
                      <a:pt x="6406" y="3413"/>
                      <a:pt x="6001" y="3294"/>
                    </a:cubicBezTo>
                    <a:cubicBezTo>
                      <a:pt x="5941" y="3276"/>
                      <a:pt x="5881" y="3267"/>
                      <a:pt x="5822" y="3267"/>
                    </a:cubicBezTo>
                    <a:cubicBezTo>
                      <a:pt x="5456" y="3267"/>
                      <a:pt x="5115" y="3592"/>
                      <a:pt x="5013" y="3961"/>
                    </a:cubicBezTo>
                    <a:cubicBezTo>
                      <a:pt x="4894" y="4402"/>
                      <a:pt x="4989" y="4854"/>
                      <a:pt x="5096" y="5295"/>
                    </a:cubicBezTo>
                    <a:cubicBezTo>
                      <a:pt x="4608" y="3544"/>
                      <a:pt x="3715" y="1925"/>
                      <a:pt x="2489" y="603"/>
                    </a:cubicBezTo>
                    <a:cubicBezTo>
                      <a:pt x="2218" y="302"/>
                      <a:pt x="1866" y="0"/>
                      <a:pt x="148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44"/>
              <p:cNvSpPr/>
              <p:nvPr/>
            </p:nvSpPr>
            <p:spPr>
              <a:xfrm>
                <a:off x="5524500" y="1887850"/>
                <a:ext cx="108350" cy="190525"/>
              </a:xfrm>
              <a:custGeom>
                <a:avLst/>
                <a:gdLst/>
                <a:ahLst/>
                <a:cxnLst/>
                <a:rect l="l" t="t" r="r" b="b"/>
                <a:pathLst>
                  <a:path w="4334" h="7621" fill="none" extrusionOk="0">
                    <a:moveTo>
                      <a:pt x="4334" y="7621"/>
                    </a:moveTo>
                    <a:cubicBezTo>
                      <a:pt x="2893" y="5073"/>
                      <a:pt x="1441" y="2525"/>
                      <a:pt x="0" y="1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44"/>
              <p:cNvSpPr/>
              <p:nvPr/>
            </p:nvSpPr>
            <p:spPr>
              <a:xfrm>
                <a:off x="5628975" y="1907200"/>
                <a:ext cx="22925" cy="180425"/>
              </a:xfrm>
              <a:custGeom>
                <a:avLst/>
                <a:gdLst/>
                <a:ahLst/>
                <a:cxnLst/>
                <a:rect l="l" t="t" r="r" b="b"/>
                <a:pathLst>
                  <a:path w="917" h="7217" fill="none" extrusionOk="0">
                    <a:moveTo>
                      <a:pt x="0" y="1"/>
                    </a:moveTo>
                    <a:cubicBezTo>
                      <a:pt x="298" y="2406"/>
                      <a:pt x="619" y="4799"/>
                      <a:pt x="917" y="7216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44"/>
              <p:cNvSpPr/>
              <p:nvPr/>
            </p:nvSpPr>
            <p:spPr>
              <a:xfrm>
                <a:off x="5697425" y="1842175"/>
                <a:ext cx="233100" cy="272050"/>
              </a:xfrm>
              <a:custGeom>
                <a:avLst/>
                <a:gdLst/>
                <a:ahLst/>
                <a:cxnLst/>
                <a:rect l="l" t="t" r="r" b="b"/>
                <a:pathLst>
                  <a:path w="9324" h="10882" extrusionOk="0">
                    <a:moveTo>
                      <a:pt x="7893" y="1"/>
                    </a:moveTo>
                    <a:cubicBezTo>
                      <a:pt x="7740" y="1"/>
                      <a:pt x="7581" y="43"/>
                      <a:pt x="7430" y="137"/>
                    </a:cubicBezTo>
                    <a:cubicBezTo>
                      <a:pt x="6228" y="911"/>
                      <a:pt x="5275" y="2078"/>
                      <a:pt x="4799" y="3435"/>
                    </a:cubicBezTo>
                    <a:lnTo>
                      <a:pt x="4704" y="2697"/>
                    </a:lnTo>
                    <a:cubicBezTo>
                      <a:pt x="4645" y="2215"/>
                      <a:pt x="4233" y="1907"/>
                      <a:pt x="3799" y="1907"/>
                    </a:cubicBezTo>
                    <a:cubicBezTo>
                      <a:pt x="3611" y="1907"/>
                      <a:pt x="3420" y="1964"/>
                      <a:pt x="3251" y="2090"/>
                    </a:cubicBezTo>
                    <a:cubicBezTo>
                      <a:pt x="3096" y="2197"/>
                      <a:pt x="2965" y="2316"/>
                      <a:pt x="2846" y="2447"/>
                    </a:cubicBezTo>
                    <a:cubicBezTo>
                      <a:pt x="2382" y="2923"/>
                      <a:pt x="2072" y="3519"/>
                      <a:pt x="1810" y="4114"/>
                    </a:cubicBezTo>
                    <a:cubicBezTo>
                      <a:pt x="1275" y="5293"/>
                      <a:pt x="882" y="6543"/>
                      <a:pt x="643" y="7829"/>
                    </a:cubicBezTo>
                    <a:cubicBezTo>
                      <a:pt x="513" y="8519"/>
                      <a:pt x="1" y="10258"/>
                      <a:pt x="703" y="10770"/>
                    </a:cubicBezTo>
                    <a:cubicBezTo>
                      <a:pt x="818" y="10848"/>
                      <a:pt x="946" y="10882"/>
                      <a:pt x="1083" y="10882"/>
                    </a:cubicBezTo>
                    <a:cubicBezTo>
                      <a:pt x="1798" y="10882"/>
                      <a:pt x="2744" y="9960"/>
                      <a:pt x="3203" y="9650"/>
                    </a:cubicBezTo>
                    <a:cubicBezTo>
                      <a:pt x="5061" y="8388"/>
                      <a:pt x="6894" y="7055"/>
                      <a:pt x="8478" y="5447"/>
                    </a:cubicBezTo>
                    <a:cubicBezTo>
                      <a:pt x="8859" y="5055"/>
                      <a:pt x="9252" y="4614"/>
                      <a:pt x="9287" y="4054"/>
                    </a:cubicBezTo>
                    <a:cubicBezTo>
                      <a:pt x="9323" y="3685"/>
                      <a:pt x="9168" y="3304"/>
                      <a:pt x="8847" y="3126"/>
                    </a:cubicBezTo>
                    <a:cubicBezTo>
                      <a:pt x="8726" y="3064"/>
                      <a:pt x="8604" y="3038"/>
                      <a:pt x="8481" y="3038"/>
                    </a:cubicBezTo>
                    <a:cubicBezTo>
                      <a:pt x="8057" y="3038"/>
                      <a:pt x="7631" y="3354"/>
                      <a:pt x="7299" y="3650"/>
                    </a:cubicBezTo>
                    <a:cubicBezTo>
                      <a:pt x="7918" y="2911"/>
                      <a:pt x="8394" y="2078"/>
                      <a:pt x="8728" y="1161"/>
                    </a:cubicBezTo>
                    <a:cubicBezTo>
                      <a:pt x="8952" y="563"/>
                      <a:pt x="8457" y="1"/>
                      <a:pt x="789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44"/>
              <p:cNvSpPr/>
              <p:nvPr/>
            </p:nvSpPr>
            <p:spPr>
              <a:xfrm>
                <a:off x="5715875" y="1958700"/>
                <a:ext cx="61350" cy="140825"/>
              </a:xfrm>
              <a:custGeom>
                <a:avLst/>
                <a:gdLst/>
                <a:ahLst/>
                <a:cxnLst/>
                <a:rect l="l" t="t" r="r" b="b"/>
                <a:pathLst>
                  <a:path w="2454" h="5633" fill="none" extrusionOk="0">
                    <a:moveTo>
                      <a:pt x="1" y="5632"/>
                    </a:moveTo>
                    <a:cubicBezTo>
                      <a:pt x="656" y="3692"/>
                      <a:pt x="1489" y="1810"/>
                      <a:pt x="2453" y="1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44"/>
              <p:cNvSpPr/>
              <p:nvPr/>
            </p:nvSpPr>
            <p:spPr>
              <a:xfrm>
                <a:off x="5728675" y="1895300"/>
                <a:ext cx="136950" cy="200950"/>
              </a:xfrm>
              <a:custGeom>
                <a:avLst/>
                <a:gdLst/>
                <a:ahLst/>
                <a:cxnLst/>
                <a:rect l="l" t="t" r="r" b="b"/>
                <a:pathLst>
                  <a:path w="5478" h="8038" fill="none" extrusionOk="0">
                    <a:moveTo>
                      <a:pt x="1" y="8037"/>
                    </a:moveTo>
                    <a:cubicBezTo>
                      <a:pt x="1668" y="5251"/>
                      <a:pt x="3501" y="2560"/>
                      <a:pt x="5478" y="1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44"/>
              <p:cNvSpPr/>
              <p:nvPr/>
            </p:nvSpPr>
            <p:spPr>
              <a:xfrm>
                <a:off x="5738500" y="1955425"/>
                <a:ext cx="145575" cy="145575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5823" fill="none" extrusionOk="0">
                    <a:moveTo>
                      <a:pt x="1" y="5823"/>
                    </a:moveTo>
                    <a:cubicBezTo>
                      <a:pt x="1739" y="3692"/>
                      <a:pt x="3692" y="1739"/>
                      <a:pt x="5823" y="1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44"/>
              <p:cNvSpPr/>
              <p:nvPr/>
            </p:nvSpPr>
            <p:spPr>
              <a:xfrm>
                <a:off x="5536400" y="2079200"/>
                <a:ext cx="285475" cy="706375"/>
              </a:xfrm>
              <a:custGeom>
                <a:avLst/>
                <a:gdLst/>
                <a:ahLst/>
                <a:cxnLst/>
                <a:rect l="l" t="t" r="r" b="b"/>
                <a:pathLst>
                  <a:path w="11419" h="28255" extrusionOk="0">
                    <a:moveTo>
                      <a:pt x="5672" y="0"/>
                    </a:moveTo>
                    <a:cubicBezTo>
                      <a:pt x="5468" y="0"/>
                      <a:pt x="5264" y="13"/>
                      <a:pt x="5060" y="38"/>
                    </a:cubicBezTo>
                    <a:cubicBezTo>
                      <a:pt x="0" y="681"/>
                      <a:pt x="834" y="6063"/>
                      <a:pt x="846" y="9825"/>
                    </a:cubicBezTo>
                    <a:cubicBezTo>
                      <a:pt x="846" y="14707"/>
                      <a:pt x="1131" y="19577"/>
                      <a:pt x="1715" y="24410"/>
                    </a:cubicBezTo>
                    <a:cubicBezTo>
                      <a:pt x="1822" y="25292"/>
                      <a:pt x="1941" y="26196"/>
                      <a:pt x="2370" y="26958"/>
                    </a:cubicBezTo>
                    <a:cubicBezTo>
                      <a:pt x="2768" y="27678"/>
                      <a:pt x="3528" y="28254"/>
                      <a:pt x="4341" y="28254"/>
                    </a:cubicBezTo>
                    <a:cubicBezTo>
                      <a:pt x="4402" y="28254"/>
                      <a:pt x="4463" y="28251"/>
                      <a:pt x="4525" y="28244"/>
                    </a:cubicBezTo>
                    <a:cubicBezTo>
                      <a:pt x="5763" y="28101"/>
                      <a:pt x="6430" y="26780"/>
                      <a:pt x="6858" y="25601"/>
                    </a:cubicBezTo>
                    <a:cubicBezTo>
                      <a:pt x="8787" y="20446"/>
                      <a:pt x="10121" y="15088"/>
                      <a:pt x="10894" y="9635"/>
                    </a:cubicBezTo>
                    <a:cubicBezTo>
                      <a:pt x="11264" y="6944"/>
                      <a:pt x="11418" y="3908"/>
                      <a:pt x="9656" y="1836"/>
                    </a:cubicBezTo>
                    <a:cubicBezTo>
                      <a:pt x="8692" y="683"/>
                      <a:pt x="7182" y="0"/>
                      <a:pt x="56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44"/>
              <p:cNvSpPr/>
              <p:nvPr/>
            </p:nvSpPr>
            <p:spPr>
              <a:xfrm>
                <a:off x="5576275" y="2214100"/>
                <a:ext cx="2860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251" fill="none" extrusionOk="0">
                    <a:moveTo>
                      <a:pt x="1" y="250"/>
                    </a:moveTo>
                    <a:cubicBezTo>
                      <a:pt x="346" y="60"/>
                      <a:pt x="763" y="0"/>
                      <a:pt x="1144" y="107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44"/>
              <p:cNvSpPr/>
              <p:nvPr/>
            </p:nvSpPr>
            <p:spPr>
              <a:xfrm>
                <a:off x="5631950" y="2205750"/>
                <a:ext cx="1277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5108" h="870" fill="none" extrusionOk="0">
                    <a:moveTo>
                      <a:pt x="0" y="156"/>
                    </a:moveTo>
                    <a:cubicBezTo>
                      <a:pt x="1727" y="1"/>
                      <a:pt x="3489" y="239"/>
                      <a:pt x="5108" y="870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44"/>
              <p:cNvSpPr/>
              <p:nvPr/>
            </p:nvSpPr>
            <p:spPr>
              <a:xfrm>
                <a:off x="5620625" y="2151275"/>
                <a:ext cx="109275" cy="17000"/>
              </a:xfrm>
              <a:custGeom>
                <a:avLst/>
                <a:gdLst/>
                <a:ahLst/>
                <a:cxnLst/>
                <a:rect l="l" t="t" r="r" b="b"/>
                <a:pathLst>
                  <a:path w="4371" h="680" fill="none" extrusionOk="0">
                    <a:moveTo>
                      <a:pt x="1" y="596"/>
                    </a:moveTo>
                    <a:cubicBezTo>
                      <a:pt x="1382" y="1"/>
                      <a:pt x="3013" y="25"/>
                      <a:pt x="4370" y="680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44"/>
              <p:cNvSpPr/>
              <p:nvPr/>
            </p:nvSpPr>
            <p:spPr>
              <a:xfrm>
                <a:off x="5754875" y="2174500"/>
                <a:ext cx="28300" cy="10150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406" fill="none" extrusionOk="0">
                    <a:moveTo>
                      <a:pt x="0" y="1"/>
                    </a:moveTo>
                    <a:cubicBezTo>
                      <a:pt x="370" y="132"/>
                      <a:pt x="762" y="275"/>
                      <a:pt x="1132" y="405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44"/>
              <p:cNvSpPr/>
              <p:nvPr/>
            </p:nvSpPr>
            <p:spPr>
              <a:xfrm>
                <a:off x="5596825" y="2267975"/>
                <a:ext cx="64900" cy="5675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227" fill="none" extrusionOk="0">
                    <a:moveTo>
                      <a:pt x="0" y="107"/>
                    </a:moveTo>
                    <a:cubicBezTo>
                      <a:pt x="857" y="0"/>
                      <a:pt x="1750" y="48"/>
                      <a:pt x="2596" y="226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44"/>
              <p:cNvSpPr/>
              <p:nvPr/>
            </p:nvSpPr>
            <p:spPr>
              <a:xfrm>
                <a:off x="5700100" y="2269450"/>
                <a:ext cx="80400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3216" h="989" fill="none" extrusionOk="0">
                    <a:moveTo>
                      <a:pt x="1" y="48"/>
                    </a:moveTo>
                    <a:cubicBezTo>
                      <a:pt x="1132" y="1"/>
                      <a:pt x="2275" y="334"/>
                      <a:pt x="3215" y="989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44"/>
              <p:cNvSpPr/>
              <p:nvPr/>
            </p:nvSpPr>
            <p:spPr>
              <a:xfrm>
                <a:off x="5582825" y="2331975"/>
                <a:ext cx="43200" cy="11325"/>
              </a:xfrm>
              <a:custGeom>
                <a:avLst/>
                <a:gdLst/>
                <a:ahLst/>
                <a:cxnLst/>
                <a:rect l="l" t="t" r="r" b="b"/>
                <a:pathLst>
                  <a:path w="1728" h="453" fill="none" extrusionOk="0">
                    <a:moveTo>
                      <a:pt x="1" y="453"/>
                    </a:moveTo>
                    <a:cubicBezTo>
                      <a:pt x="513" y="131"/>
                      <a:pt x="1132" y="0"/>
                      <a:pt x="1727" y="72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44"/>
              <p:cNvSpPr/>
              <p:nvPr/>
            </p:nvSpPr>
            <p:spPr>
              <a:xfrm>
                <a:off x="5691175" y="2347750"/>
                <a:ext cx="84850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3394" h="608" fill="none" extrusionOk="0">
                    <a:moveTo>
                      <a:pt x="1" y="12"/>
                    </a:moveTo>
                    <a:cubicBezTo>
                      <a:pt x="1013" y="0"/>
                      <a:pt x="2036" y="131"/>
                      <a:pt x="3025" y="393"/>
                    </a:cubicBezTo>
                    <a:cubicBezTo>
                      <a:pt x="3144" y="476"/>
                      <a:pt x="3275" y="536"/>
                      <a:pt x="3394" y="607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44"/>
              <p:cNvSpPr/>
              <p:nvPr/>
            </p:nvSpPr>
            <p:spPr>
              <a:xfrm>
                <a:off x="5684925" y="2307550"/>
                <a:ext cx="33350" cy="3600"/>
              </a:xfrm>
              <a:custGeom>
                <a:avLst/>
                <a:gdLst/>
                <a:ahLst/>
                <a:cxnLst/>
                <a:rect l="l" t="t" r="r" b="b"/>
                <a:pathLst>
                  <a:path w="1334" h="144" fill="none" extrusionOk="0">
                    <a:moveTo>
                      <a:pt x="0" y="120"/>
                    </a:moveTo>
                    <a:cubicBezTo>
                      <a:pt x="429" y="1"/>
                      <a:pt x="905" y="1"/>
                      <a:pt x="1334" y="144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44"/>
              <p:cNvSpPr/>
              <p:nvPr/>
            </p:nvSpPr>
            <p:spPr>
              <a:xfrm>
                <a:off x="5598300" y="2412325"/>
                <a:ext cx="40800" cy="4500"/>
              </a:xfrm>
              <a:custGeom>
                <a:avLst/>
                <a:gdLst/>
                <a:ahLst/>
                <a:cxnLst/>
                <a:rect l="l" t="t" r="r" b="b"/>
                <a:pathLst>
                  <a:path w="1632" h="180" fill="none" extrusionOk="0">
                    <a:moveTo>
                      <a:pt x="1" y="179"/>
                    </a:moveTo>
                    <a:cubicBezTo>
                      <a:pt x="525" y="48"/>
                      <a:pt x="1084" y="1"/>
                      <a:pt x="1632" y="72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44"/>
              <p:cNvSpPr/>
              <p:nvPr/>
            </p:nvSpPr>
            <p:spPr>
              <a:xfrm>
                <a:off x="5681650" y="2410850"/>
                <a:ext cx="74725" cy="11325"/>
              </a:xfrm>
              <a:custGeom>
                <a:avLst/>
                <a:gdLst/>
                <a:ahLst/>
                <a:cxnLst/>
                <a:rect l="l" t="t" r="r" b="b"/>
                <a:pathLst>
                  <a:path w="2989" h="453" fill="none" extrusionOk="0">
                    <a:moveTo>
                      <a:pt x="1" y="60"/>
                    </a:moveTo>
                    <a:cubicBezTo>
                      <a:pt x="1013" y="0"/>
                      <a:pt x="2036" y="131"/>
                      <a:pt x="2989" y="453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44"/>
              <p:cNvSpPr/>
              <p:nvPr/>
            </p:nvSpPr>
            <p:spPr>
              <a:xfrm>
                <a:off x="5576275" y="2452225"/>
                <a:ext cx="139925" cy="13125"/>
              </a:xfrm>
              <a:custGeom>
                <a:avLst/>
                <a:gdLst/>
                <a:ahLst/>
                <a:cxnLst/>
                <a:rect l="l" t="t" r="r" b="b"/>
                <a:pathLst>
                  <a:path w="5597" h="525" fill="none" extrusionOk="0">
                    <a:moveTo>
                      <a:pt x="1" y="524"/>
                    </a:moveTo>
                    <a:cubicBezTo>
                      <a:pt x="1810" y="12"/>
                      <a:pt x="3763" y="0"/>
                      <a:pt x="5597" y="465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44"/>
              <p:cNvSpPr/>
              <p:nvPr/>
            </p:nvSpPr>
            <p:spPr>
              <a:xfrm>
                <a:off x="5732550" y="2470375"/>
                <a:ext cx="25925" cy="8350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334" fill="none" extrusionOk="0">
                    <a:moveTo>
                      <a:pt x="0" y="72"/>
                    </a:moveTo>
                    <a:cubicBezTo>
                      <a:pt x="358" y="0"/>
                      <a:pt x="739" y="108"/>
                      <a:pt x="1036" y="334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44"/>
              <p:cNvSpPr/>
              <p:nvPr/>
            </p:nvSpPr>
            <p:spPr>
              <a:xfrm>
                <a:off x="5642350" y="2500150"/>
                <a:ext cx="26825" cy="3875"/>
              </a:xfrm>
              <a:custGeom>
                <a:avLst/>
                <a:gdLst/>
                <a:ahLst/>
                <a:cxnLst/>
                <a:rect l="l" t="t" r="r" b="b"/>
                <a:pathLst>
                  <a:path w="1073" h="155" fill="none" extrusionOk="0">
                    <a:moveTo>
                      <a:pt x="1" y="155"/>
                    </a:moveTo>
                    <a:cubicBezTo>
                      <a:pt x="346" y="36"/>
                      <a:pt x="715" y="0"/>
                      <a:pt x="1072" y="60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44"/>
              <p:cNvSpPr/>
              <p:nvPr/>
            </p:nvSpPr>
            <p:spPr>
              <a:xfrm>
                <a:off x="5704875" y="2505800"/>
                <a:ext cx="52700" cy="13425"/>
              </a:xfrm>
              <a:custGeom>
                <a:avLst/>
                <a:gdLst/>
                <a:ahLst/>
                <a:cxnLst/>
                <a:rect l="l" t="t" r="r" b="b"/>
                <a:pathLst>
                  <a:path w="2108" h="537" fill="none" extrusionOk="0">
                    <a:moveTo>
                      <a:pt x="0" y="0"/>
                    </a:moveTo>
                    <a:cubicBezTo>
                      <a:pt x="715" y="60"/>
                      <a:pt x="1429" y="238"/>
                      <a:pt x="2108" y="536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44"/>
              <p:cNvSpPr/>
              <p:nvPr/>
            </p:nvSpPr>
            <p:spPr>
              <a:xfrm>
                <a:off x="5596825" y="2544500"/>
                <a:ext cx="131275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5251" h="644" fill="none" extrusionOk="0">
                    <a:moveTo>
                      <a:pt x="0" y="226"/>
                    </a:moveTo>
                    <a:cubicBezTo>
                      <a:pt x="1750" y="0"/>
                      <a:pt x="3548" y="131"/>
                      <a:pt x="5251" y="643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44"/>
              <p:cNvSpPr/>
              <p:nvPr/>
            </p:nvSpPr>
            <p:spPr>
              <a:xfrm>
                <a:off x="5607225" y="2608775"/>
                <a:ext cx="110475" cy="22350"/>
              </a:xfrm>
              <a:custGeom>
                <a:avLst/>
                <a:gdLst/>
                <a:ahLst/>
                <a:cxnLst/>
                <a:rect l="l" t="t" r="r" b="b"/>
                <a:pathLst>
                  <a:path w="4419" h="894" fill="none" extrusionOk="0">
                    <a:moveTo>
                      <a:pt x="1" y="168"/>
                    </a:moveTo>
                    <a:cubicBezTo>
                      <a:pt x="1501" y="1"/>
                      <a:pt x="3049" y="251"/>
                      <a:pt x="4418" y="894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44"/>
              <p:cNvSpPr/>
              <p:nvPr/>
            </p:nvSpPr>
            <p:spPr>
              <a:xfrm>
                <a:off x="5631050" y="2653425"/>
                <a:ext cx="35750" cy="390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56" fill="none" extrusionOk="0">
                    <a:moveTo>
                      <a:pt x="0" y="132"/>
                    </a:moveTo>
                    <a:cubicBezTo>
                      <a:pt x="453" y="1"/>
                      <a:pt x="965" y="1"/>
                      <a:pt x="1429" y="156"/>
                    </a:cubicBezTo>
                  </a:path>
                </a:pathLst>
              </a:custGeom>
              <a:noFill/>
              <a:ln w="8025" cap="rnd" cmpd="sng">
                <a:solidFill>
                  <a:srgbClr val="2A33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44"/>
              <p:cNvSpPr/>
              <p:nvPr/>
            </p:nvSpPr>
            <p:spPr>
              <a:xfrm>
                <a:off x="5678975" y="2658200"/>
                <a:ext cx="28300" cy="9850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394" fill="none" extrusionOk="0">
                    <a:moveTo>
                      <a:pt x="0" y="0"/>
                    </a:moveTo>
                    <a:cubicBezTo>
                      <a:pt x="405" y="36"/>
                      <a:pt x="786" y="167"/>
                      <a:pt x="1131" y="393"/>
                    </a:cubicBezTo>
                  </a:path>
                </a:pathLst>
              </a:custGeom>
              <a:noFill/>
              <a:ln w="8025" cap="rnd" cmpd="sng">
                <a:solidFill>
                  <a:srgbClr val="2A33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44"/>
              <p:cNvSpPr/>
              <p:nvPr/>
            </p:nvSpPr>
            <p:spPr>
              <a:xfrm>
                <a:off x="5616475" y="2692125"/>
                <a:ext cx="82475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3299" h="644" fill="none" extrusionOk="0">
                    <a:moveTo>
                      <a:pt x="0" y="132"/>
                    </a:moveTo>
                    <a:cubicBezTo>
                      <a:pt x="1119" y="1"/>
                      <a:pt x="2274" y="179"/>
                      <a:pt x="3298" y="644"/>
                    </a:cubicBezTo>
                  </a:path>
                </a:pathLst>
              </a:custGeom>
              <a:noFill/>
              <a:ln w="8025" cap="rnd" cmpd="sng">
                <a:solidFill>
                  <a:srgbClr val="2A33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44"/>
              <p:cNvSpPr/>
              <p:nvPr/>
            </p:nvSpPr>
            <p:spPr>
              <a:xfrm>
                <a:off x="5575100" y="2178100"/>
                <a:ext cx="65200" cy="290225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11609" extrusionOk="0">
                    <a:moveTo>
                      <a:pt x="1493" y="0"/>
                    </a:moveTo>
                    <a:cubicBezTo>
                      <a:pt x="1061" y="0"/>
                      <a:pt x="562" y="334"/>
                      <a:pt x="345" y="738"/>
                    </a:cubicBezTo>
                    <a:cubicBezTo>
                      <a:pt x="60" y="1285"/>
                      <a:pt x="119" y="2083"/>
                      <a:pt x="72" y="2690"/>
                    </a:cubicBezTo>
                    <a:cubicBezTo>
                      <a:pt x="36" y="3464"/>
                      <a:pt x="0" y="4238"/>
                      <a:pt x="0" y="5000"/>
                    </a:cubicBezTo>
                    <a:cubicBezTo>
                      <a:pt x="0" y="6727"/>
                      <a:pt x="131" y="8453"/>
                      <a:pt x="405" y="10156"/>
                    </a:cubicBezTo>
                    <a:cubicBezTo>
                      <a:pt x="453" y="10477"/>
                      <a:pt x="512" y="10798"/>
                      <a:pt x="667" y="11084"/>
                    </a:cubicBezTo>
                    <a:cubicBezTo>
                      <a:pt x="834" y="11370"/>
                      <a:pt x="1119" y="11584"/>
                      <a:pt x="1441" y="11608"/>
                    </a:cubicBezTo>
                    <a:cubicBezTo>
                      <a:pt x="1798" y="11608"/>
                      <a:pt x="2119" y="11334"/>
                      <a:pt x="2262" y="11025"/>
                    </a:cubicBezTo>
                    <a:cubicBezTo>
                      <a:pt x="2417" y="10715"/>
                      <a:pt x="2441" y="10334"/>
                      <a:pt x="2477" y="10001"/>
                    </a:cubicBezTo>
                    <a:cubicBezTo>
                      <a:pt x="2572" y="8405"/>
                      <a:pt x="2608" y="6822"/>
                      <a:pt x="2548" y="5238"/>
                    </a:cubicBezTo>
                    <a:cubicBezTo>
                      <a:pt x="2512" y="4429"/>
                      <a:pt x="2477" y="3631"/>
                      <a:pt x="2417" y="2821"/>
                    </a:cubicBezTo>
                    <a:cubicBezTo>
                      <a:pt x="2346" y="2107"/>
                      <a:pt x="2393" y="1190"/>
                      <a:pt x="2155" y="500"/>
                    </a:cubicBezTo>
                    <a:cubicBezTo>
                      <a:pt x="2028" y="142"/>
                      <a:pt x="1775" y="0"/>
                      <a:pt x="1493" y="0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44"/>
              <p:cNvSpPr/>
              <p:nvPr/>
            </p:nvSpPr>
            <p:spPr>
              <a:xfrm>
                <a:off x="4200525" y="2236750"/>
                <a:ext cx="726900" cy="716500"/>
              </a:xfrm>
              <a:custGeom>
                <a:avLst/>
                <a:gdLst/>
                <a:ahLst/>
                <a:cxnLst/>
                <a:rect l="l" t="t" r="r" b="b"/>
                <a:pathLst>
                  <a:path w="29076" h="28660" extrusionOk="0">
                    <a:moveTo>
                      <a:pt x="6069" y="1"/>
                    </a:moveTo>
                    <a:cubicBezTo>
                      <a:pt x="5408" y="1"/>
                      <a:pt x="4768" y="137"/>
                      <a:pt x="4191" y="475"/>
                    </a:cubicBezTo>
                    <a:cubicBezTo>
                      <a:pt x="2619" y="1380"/>
                      <a:pt x="2107" y="3392"/>
                      <a:pt x="2024" y="5190"/>
                    </a:cubicBezTo>
                    <a:cubicBezTo>
                      <a:pt x="1953" y="7000"/>
                      <a:pt x="2179" y="8881"/>
                      <a:pt x="1536" y="10572"/>
                    </a:cubicBezTo>
                    <a:cubicBezTo>
                      <a:pt x="1036" y="11881"/>
                      <a:pt x="0" y="13048"/>
                      <a:pt x="24" y="14465"/>
                    </a:cubicBezTo>
                    <a:cubicBezTo>
                      <a:pt x="36" y="15811"/>
                      <a:pt x="1012" y="16965"/>
                      <a:pt x="2179" y="17620"/>
                    </a:cubicBezTo>
                    <a:cubicBezTo>
                      <a:pt x="3322" y="18275"/>
                      <a:pt x="4643" y="18549"/>
                      <a:pt x="5929" y="18942"/>
                    </a:cubicBezTo>
                    <a:cubicBezTo>
                      <a:pt x="7203" y="19347"/>
                      <a:pt x="8501" y="19882"/>
                      <a:pt x="9335" y="20930"/>
                    </a:cubicBezTo>
                    <a:cubicBezTo>
                      <a:pt x="10632" y="22538"/>
                      <a:pt x="10561" y="24895"/>
                      <a:pt x="11775" y="26550"/>
                    </a:cubicBezTo>
                    <a:cubicBezTo>
                      <a:pt x="12945" y="28120"/>
                      <a:pt x="14986" y="28660"/>
                      <a:pt x="16995" y="28660"/>
                    </a:cubicBezTo>
                    <a:cubicBezTo>
                      <a:pt x="17439" y="28660"/>
                      <a:pt x="17881" y="28633"/>
                      <a:pt x="18312" y="28586"/>
                    </a:cubicBezTo>
                    <a:cubicBezTo>
                      <a:pt x="19848" y="28431"/>
                      <a:pt x="21336" y="28086"/>
                      <a:pt x="22848" y="27979"/>
                    </a:cubicBezTo>
                    <a:cubicBezTo>
                      <a:pt x="23991" y="27872"/>
                      <a:pt x="24944" y="27979"/>
                      <a:pt x="25706" y="27002"/>
                    </a:cubicBezTo>
                    <a:cubicBezTo>
                      <a:pt x="27372" y="24835"/>
                      <a:pt x="28265" y="21645"/>
                      <a:pt x="28742" y="19001"/>
                    </a:cubicBezTo>
                    <a:cubicBezTo>
                      <a:pt x="28956" y="17894"/>
                      <a:pt x="29075" y="16727"/>
                      <a:pt x="28873" y="15608"/>
                    </a:cubicBezTo>
                    <a:cubicBezTo>
                      <a:pt x="28682" y="14477"/>
                      <a:pt x="28146" y="13394"/>
                      <a:pt x="27242" y="12715"/>
                    </a:cubicBezTo>
                    <a:cubicBezTo>
                      <a:pt x="26194" y="11917"/>
                      <a:pt x="24753" y="11739"/>
                      <a:pt x="23872" y="10774"/>
                    </a:cubicBezTo>
                    <a:cubicBezTo>
                      <a:pt x="22824" y="9619"/>
                      <a:pt x="23015" y="7833"/>
                      <a:pt x="23241" y="6286"/>
                    </a:cubicBezTo>
                    <a:cubicBezTo>
                      <a:pt x="23455" y="4738"/>
                      <a:pt x="23562" y="2916"/>
                      <a:pt x="22431" y="1845"/>
                    </a:cubicBezTo>
                    <a:cubicBezTo>
                      <a:pt x="21836" y="1277"/>
                      <a:pt x="21033" y="1064"/>
                      <a:pt x="20200" y="1064"/>
                    </a:cubicBezTo>
                    <a:cubicBezTo>
                      <a:pt x="19599" y="1064"/>
                      <a:pt x="18983" y="1175"/>
                      <a:pt x="18419" y="1344"/>
                    </a:cubicBezTo>
                    <a:cubicBezTo>
                      <a:pt x="17062" y="1737"/>
                      <a:pt x="15752" y="2416"/>
                      <a:pt x="14335" y="2452"/>
                    </a:cubicBezTo>
                    <a:cubicBezTo>
                      <a:pt x="14292" y="2453"/>
                      <a:pt x="14249" y="2453"/>
                      <a:pt x="14206" y="2453"/>
                    </a:cubicBezTo>
                    <a:cubicBezTo>
                      <a:pt x="12471" y="2453"/>
                      <a:pt x="10891" y="1529"/>
                      <a:pt x="9311" y="821"/>
                    </a:cubicBezTo>
                    <a:cubicBezTo>
                      <a:pt x="8297" y="369"/>
                      <a:pt x="7154" y="1"/>
                      <a:pt x="606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44"/>
              <p:cNvSpPr/>
              <p:nvPr/>
            </p:nvSpPr>
            <p:spPr>
              <a:xfrm>
                <a:off x="4442875" y="2426050"/>
                <a:ext cx="536625" cy="629250"/>
              </a:xfrm>
              <a:custGeom>
                <a:avLst/>
                <a:gdLst/>
                <a:ahLst/>
                <a:cxnLst/>
                <a:rect l="l" t="t" r="r" b="b"/>
                <a:pathLst>
                  <a:path w="21465" h="25170" extrusionOk="0">
                    <a:moveTo>
                      <a:pt x="634" y="0"/>
                    </a:moveTo>
                    <a:cubicBezTo>
                      <a:pt x="251" y="0"/>
                      <a:pt x="1" y="403"/>
                      <a:pt x="319" y="928"/>
                    </a:cubicBezTo>
                    <a:cubicBezTo>
                      <a:pt x="5451" y="9370"/>
                      <a:pt x="11725" y="17537"/>
                      <a:pt x="18738" y="24872"/>
                    </a:cubicBezTo>
                    <a:cubicBezTo>
                      <a:pt x="18909" y="25053"/>
                      <a:pt x="19133" y="25170"/>
                      <a:pt x="19350" y="25170"/>
                    </a:cubicBezTo>
                    <a:cubicBezTo>
                      <a:pt x="19360" y="25170"/>
                      <a:pt x="19371" y="25170"/>
                      <a:pt x="19381" y="25169"/>
                    </a:cubicBezTo>
                    <a:cubicBezTo>
                      <a:pt x="20512" y="25122"/>
                      <a:pt x="21131" y="24550"/>
                      <a:pt x="21405" y="23562"/>
                    </a:cubicBezTo>
                    <a:cubicBezTo>
                      <a:pt x="21465" y="23336"/>
                      <a:pt x="21369" y="23038"/>
                      <a:pt x="21167" y="22800"/>
                    </a:cubicBezTo>
                    <a:cubicBezTo>
                      <a:pt x="14523" y="15323"/>
                      <a:pt x="7892" y="7822"/>
                      <a:pt x="1248" y="333"/>
                    </a:cubicBezTo>
                    <a:cubicBezTo>
                      <a:pt x="1046" y="100"/>
                      <a:pt x="824" y="0"/>
                      <a:pt x="63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44"/>
              <p:cNvSpPr/>
              <p:nvPr/>
            </p:nvSpPr>
            <p:spPr>
              <a:xfrm>
                <a:off x="4421975" y="2584750"/>
                <a:ext cx="196925" cy="73550"/>
              </a:xfrm>
              <a:custGeom>
                <a:avLst/>
                <a:gdLst/>
                <a:ahLst/>
                <a:cxnLst/>
                <a:rect l="l" t="t" r="r" b="b"/>
                <a:pathLst>
                  <a:path w="7877" h="2942" extrusionOk="0">
                    <a:moveTo>
                      <a:pt x="2113" y="1"/>
                    </a:moveTo>
                    <a:cubicBezTo>
                      <a:pt x="1694" y="1"/>
                      <a:pt x="1275" y="20"/>
                      <a:pt x="858" y="57"/>
                    </a:cubicBezTo>
                    <a:cubicBezTo>
                      <a:pt x="155" y="117"/>
                      <a:pt x="0" y="1057"/>
                      <a:pt x="643" y="1331"/>
                    </a:cubicBezTo>
                    <a:cubicBezTo>
                      <a:pt x="2643" y="2164"/>
                      <a:pt x="4751" y="2724"/>
                      <a:pt x="6906" y="2938"/>
                    </a:cubicBezTo>
                    <a:cubicBezTo>
                      <a:pt x="6930" y="2941"/>
                      <a:pt x="6953" y="2942"/>
                      <a:pt x="6976" y="2942"/>
                    </a:cubicBezTo>
                    <a:cubicBezTo>
                      <a:pt x="7563" y="2942"/>
                      <a:pt x="7877" y="2231"/>
                      <a:pt x="7430" y="1795"/>
                    </a:cubicBezTo>
                    <a:lnTo>
                      <a:pt x="6287" y="712"/>
                    </a:lnTo>
                    <a:cubicBezTo>
                      <a:pt x="6215" y="617"/>
                      <a:pt x="6108" y="581"/>
                      <a:pt x="6001" y="545"/>
                    </a:cubicBezTo>
                    <a:cubicBezTo>
                      <a:pt x="4737" y="184"/>
                      <a:pt x="3426" y="1"/>
                      <a:pt x="21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44"/>
              <p:cNvSpPr/>
              <p:nvPr/>
            </p:nvSpPr>
            <p:spPr>
              <a:xfrm>
                <a:off x="4584200" y="2457525"/>
                <a:ext cx="74725" cy="189675"/>
              </a:xfrm>
              <a:custGeom>
                <a:avLst/>
                <a:gdLst/>
                <a:ahLst/>
                <a:cxnLst/>
                <a:rect l="l" t="t" r="r" b="b"/>
                <a:pathLst>
                  <a:path w="2989" h="7587" extrusionOk="0">
                    <a:moveTo>
                      <a:pt x="1054" y="1"/>
                    </a:moveTo>
                    <a:cubicBezTo>
                      <a:pt x="824" y="1"/>
                      <a:pt x="596" y="150"/>
                      <a:pt x="560" y="443"/>
                    </a:cubicBezTo>
                    <a:lnTo>
                      <a:pt x="0" y="4586"/>
                    </a:lnTo>
                    <a:lnTo>
                      <a:pt x="2989" y="7587"/>
                    </a:lnTo>
                    <a:cubicBezTo>
                      <a:pt x="2512" y="5182"/>
                      <a:pt x="2024" y="2800"/>
                      <a:pt x="1548" y="407"/>
                    </a:cubicBezTo>
                    <a:cubicBezTo>
                      <a:pt x="1490" y="135"/>
                      <a:pt x="1271" y="1"/>
                      <a:pt x="105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44"/>
              <p:cNvSpPr/>
              <p:nvPr/>
            </p:nvSpPr>
            <p:spPr>
              <a:xfrm>
                <a:off x="4559775" y="2751350"/>
                <a:ext cx="160075" cy="50350"/>
              </a:xfrm>
              <a:custGeom>
                <a:avLst/>
                <a:gdLst/>
                <a:ahLst/>
                <a:cxnLst/>
                <a:rect l="l" t="t" r="r" b="b"/>
                <a:pathLst>
                  <a:path w="6403" h="2014" extrusionOk="0">
                    <a:moveTo>
                      <a:pt x="4549" y="1"/>
                    </a:moveTo>
                    <a:cubicBezTo>
                      <a:pt x="3108" y="180"/>
                      <a:pt x="1680" y="549"/>
                      <a:pt x="310" y="1084"/>
                    </a:cubicBezTo>
                    <a:cubicBezTo>
                      <a:pt x="1" y="1215"/>
                      <a:pt x="72" y="1680"/>
                      <a:pt x="418" y="1692"/>
                    </a:cubicBezTo>
                    <a:lnTo>
                      <a:pt x="5966" y="2013"/>
                    </a:lnTo>
                    <a:cubicBezTo>
                      <a:pt x="5971" y="2013"/>
                      <a:pt x="5976" y="2013"/>
                      <a:pt x="5981" y="2013"/>
                    </a:cubicBezTo>
                    <a:cubicBezTo>
                      <a:pt x="6268" y="2013"/>
                      <a:pt x="6403" y="1676"/>
                      <a:pt x="6204" y="1465"/>
                    </a:cubicBezTo>
                    <a:lnTo>
                      <a:pt x="4823" y="84"/>
                    </a:lnTo>
                    <a:cubicBezTo>
                      <a:pt x="4751" y="25"/>
                      <a:pt x="4656" y="1"/>
                      <a:pt x="454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44"/>
              <p:cNvSpPr/>
              <p:nvPr/>
            </p:nvSpPr>
            <p:spPr>
              <a:xfrm>
                <a:off x="4708600" y="2603500"/>
                <a:ext cx="59875" cy="193025"/>
              </a:xfrm>
              <a:custGeom>
                <a:avLst/>
                <a:gdLst/>
                <a:ahLst/>
                <a:cxnLst/>
                <a:rect l="l" t="t" r="r" b="b"/>
                <a:pathLst>
                  <a:path w="2395" h="7721" extrusionOk="0">
                    <a:moveTo>
                      <a:pt x="1290" y="0"/>
                    </a:moveTo>
                    <a:cubicBezTo>
                      <a:pt x="1134" y="0"/>
                      <a:pt x="978" y="96"/>
                      <a:pt x="942" y="283"/>
                    </a:cubicBezTo>
                    <a:cubicBezTo>
                      <a:pt x="620" y="1831"/>
                      <a:pt x="311" y="3379"/>
                      <a:pt x="13" y="4915"/>
                    </a:cubicBezTo>
                    <a:cubicBezTo>
                      <a:pt x="1" y="5022"/>
                      <a:pt x="13" y="5105"/>
                      <a:pt x="61" y="5189"/>
                    </a:cubicBezTo>
                    <a:lnTo>
                      <a:pt x="1477" y="7546"/>
                    </a:lnTo>
                    <a:cubicBezTo>
                      <a:pt x="1549" y="7666"/>
                      <a:pt x="1666" y="7720"/>
                      <a:pt x="1782" y="7720"/>
                    </a:cubicBezTo>
                    <a:cubicBezTo>
                      <a:pt x="1953" y="7720"/>
                      <a:pt x="2123" y="7602"/>
                      <a:pt x="2144" y="7403"/>
                    </a:cubicBezTo>
                    <a:cubicBezTo>
                      <a:pt x="2394" y="5022"/>
                      <a:pt x="2216" y="2593"/>
                      <a:pt x="1632" y="271"/>
                    </a:cubicBezTo>
                    <a:cubicBezTo>
                      <a:pt x="1591" y="90"/>
                      <a:pt x="1441" y="0"/>
                      <a:pt x="129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44"/>
              <p:cNvSpPr/>
              <p:nvPr/>
            </p:nvSpPr>
            <p:spPr>
              <a:xfrm>
                <a:off x="4201100" y="2236750"/>
                <a:ext cx="725425" cy="716400"/>
              </a:xfrm>
              <a:custGeom>
                <a:avLst/>
                <a:gdLst/>
                <a:ahLst/>
                <a:cxnLst/>
                <a:rect l="l" t="t" r="r" b="b"/>
                <a:pathLst>
                  <a:path w="29017" h="28656" extrusionOk="0">
                    <a:moveTo>
                      <a:pt x="6066" y="1"/>
                    </a:moveTo>
                    <a:cubicBezTo>
                      <a:pt x="5404" y="1"/>
                      <a:pt x="4761" y="137"/>
                      <a:pt x="4180" y="475"/>
                    </a:cubicBezTo>
                    <a:cubicBezTo>
                      <a:pt x="2620" y="1380"/>
                      <a:pt x="2084" y="3392"/>
                      <a:pt x="2025" y="5190"/>
                    </a:cubicBezTo>
                    <a:cubicBezTo>
                      <a:pt x="1942" y="7000"/>
                      <a:pt x="2168" y="8869"/>
                      <a:pt x="1525" y="10572"/>
                    </a:cubicBezTo>
                    <a:cubicBezTo>
                      <a:pt x="1025" y="11881"/>
                      <a:pt x="1" y="13072"/>
                      <a:pt x="13" y="14465"/>
                    </a:cubicBezTo>
                    <a:cubicBezTo>
                      <a:pt x="25" y="15787"/>
                      <a:pt x="1013" y="16954"/>
                      <a:pt x="2168" y="17620"/>
                    </a:cubicBezTo>
                    <a:cubicBezTo>
                      <a:pt x="3335" y="18275"/>
                      <a:pt x="4656" y="18561"/>
                      <a:pt x="5918" y="18942"/>
                    </a:cubicBezTo>
                    <a:cubicBezTo>
                      <a:pt x="7204" y="19335"/>
                      <a:pt x="8478" y="19882"/>
                      <a:pt x="9335" y="20918"/>
                    </a:cubicBezTo>
                    <a:cubicBezTo>
                      <a:pt x="10621" y="22514"/>
                      <a:pt x="10538" y="24895"/>
                      <a:pt x="11776" y="26550"/>
                    </a:cubicBezTo>
                    <a:cubicBezTo>
                      <a:pt x="12950" y="28125"/>
                      <a:pt x="14993" y="28655"/>
                      <a:pt x="17006" y="28655"/>
                    </a:cubicBezTo>
                    <a:cubicBezTo>
                      <a:pt x="17442" y="28655"/>
                      <a:pt x="17877" y="28630"/>
                      <a:pt x="18301" y="28586"/>
                    </a:cubicBezTo>
                    <a:cubicBezTo>
                      <a:pt x="18575" y="28562"/>
                      <a:pt x="18837" y="28514"/>
                      <a:pt x="19122" y="28479"/>
                    </a:cubicBezTo>
                    <a:cubicBezTo>
                      <a:pt x="16146" y="27681"/>
                      <a:pt x="13503" y="25597"/>
                      <a:pt x="12193" y="22788"/>
                    </a:cubicBezTo>
                    <a:cubicBezTo>
                      <a:pt x="11598" y="21502"/>
                      <a:pt x="11205" y="20061"/>
                      <a:pt x="10145" y="19120"/>
                    </a:cubicBezTo>
                    <a:cubicBezTo>
                      <a:pt x="8359" y="17549"/>
                      <a:pt x="5180" y="17966"/>
                      <a:pt x="3823" y="16001"/>
                    </a:cubicBezTo>
                    <a:cubicBezTo>
                      <a:pt x="2942" y="14703"/>
                      <a:pt x="3275" y="12977"/>
                      <a:pt x="3644" y="11441"/>
                    </a:cubicBezTo>
                    <a:lnTo>
                      <a:pt x="5168" y="5238"/>
                    </a:lnTo>
                    <a:cubicBezTo>
                      <a:pt x="5359" y="4428"/>
                      <a:pt x="5644" y="3535"/>
                      <a:pt x="6383" y="3202"/>
                    </a:cubicBezTo>
                    <a:cubicBezTo>
                      <a:pt x="6570" y="3118"/>
                      <a:pt x="6770" y="3081"/>
                      <a:pt x="6972" y="3081"/>
                    </a:cubicBezTo>
                    <a:cubicBezTo>
                      <a:pt x="7489" y="3081"/>
                      <a:pt x="8027" y="3319"/>
                      <a:pt x="8454" y="3619"/>
                    </a:cubicBezTo>
                    <a:cubicBezTo>
                      <a:pt x="9050" y="4047"/>
                      <a:pt x="9573" y="4595"/>
                      <a:pt x="10228" y="4928"/>
                    </a:cubicBezTo>
                    <a:cubicBezTo>
                      <a:pt x="10689" y="5150"/>
                      <a:pt x="11186" y="5241"/>
                      <a:pt x="11693" y="5241"/>
                    </a:cubicBezTo>
                    <a:cubicBezTo>
                      <a:pt x="12494" y="5241"/>
                      <a:pt x="13318" y="5013"/>
                      <a:pt x="14062" y="4714"/>
                    </a:cubicBezTo>
                    <a:cubicBezTo>
                      <a:pt x="15288" y="4226"/>
                      <a:pt x="16479" y="3547"/>
                      <a:pt x="17789" y="3357"/>
                    </a:cubicBezTo>
                    <a:cubicBezTo>
                      <a:pt x="17965" y="3333"/>
                      <a:pt x="18146" y="3320"/>
                      <a:pt x="18327" y="3320"/>
                    </a:cubicBezTo>
                    <a:cubicBezTo>
                      <a:pt x="19491" y="3320"/>
                      <a:pt x="20691" y="3821"/>
                      <a:pt x="21134" y="4893"/>
                    </a:cubicBezTo>
                    <a:cubicBezTo>
                      <a:pt x="21634" y="6119"/>
                      <a:pt x="20956" y="7512"/>
                      <a:pt x="21206" y="8810"/>
                    </a:cubicBezTo>
                    <a:cubicBezTo>
                      <a:pt x="21563" y="10608"/>
                      <a:pt x="23528" y="11512"/>
                      <a:pt x="25016" y="12608"/>
                    </a:cubicBezTo>
                    <a:cubicBezTo>
                      <a:pt x="26921" y="13989"/>
                      <a:pt x="28278" y="16096"/>
                      <a:pt x="28826" y="18394"/>
                    </a:cubicBezTo>
                    <a:cubicBezTo>
                      <a:pt x="28957" y="17466"/>
                      <a:pt x="29016" y="16513"/>
                      <a:pt x="28862" y="15608"/>
                    </a:cubicBezTo>
                    <a:cubicBezTo>
                      <a:pt x="28659" y="14489"/>
                      <a:pt x="28123" y="13394"/>
                      <a:pt x="27219" y="12703"/>
                    </a:cubicBezTo>
                    <a:cubicBezTo>
                      <a:pt x="26183" y="11929"/>
                      <a:pt x="24718" y="11739"/>
                      <a:pt x="23861" y="10774"/>
                    </a:cubicBezTo>
                    <a:cubicBezTo>
                      <a:pt x="22801" y="9607"/>
                      <a:pt x="22992" y="7821"/>
                      <a:pt x="23218" y="6274"/>
                    </a:cubicBezTo>
                    <a:cubicBezTo>
                      <a:pt x="23444" y="4738"/>
                      <a:pt x="23563" y="2916"/>
                      <a:pt x="22408" y="1845"/>
                    </a:cubicBezTo>
                    <a:cubicBezTo>
                      <a:pt x="21817" y="1281"/>
                      <a:pt x="21015" y="1067"/>
                      <a:pt x="20180" y="1067"/>
                    </a:cubicBezTo>
                    <a:cubicBezTo>
                      <a:pt x="19585" y="1067"/>
                      <a:pt x="18973" y="1176"/>
                      <a:pt x="18408" y="1344"/>
                    </a:cubicBezTo>
                    <a:cubicBezTo>
                      <a:pt x="17051" y="1737"/>
                      <a:pt x="15741" y="2416"/>
                      <a:pt x="14324" y="2452"/>
                    </a:cubicBezTo>
                    <a:cubicBezTo>
                      <a:pt x="14281" y="2453"/>
                      <a:pt x="14239" y="2453"/>
                      <a:pt x="14196" y="2453"/>
                    </a:cubicBezTo>
                    <a:cubicBezTo>
                      <a:pt x="12483" y="2453"/>
                      <a:pt x="10880" y="1529"/>
                      <a:pt x="9300" y="821"/>
                    </a:cubicBezTo>
                    <a:cubicBezTo>
                      <a:pt x="8293" y="369"/>
                      <a:pt x="7154" y="1"/>
                      <a:pt x="6066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44"/>
              <p:cNvSpPr/>
              <p:nvPr/>
            </p:nvSpPr>
            <p:spPr>
              <a:xfrm>
                <a:off x="4773200" y="2554025"/>
                <a:ext cx="99450" cy="269400"/>
              </a:xfrm>
              <a:custGeom>
                <a:avLst/>
                <a:gdLst/>
                <a:ahLst/>
                <a:cxnLst/>
                <a:rect l="l" t="t" r="r" b="b"/>
                <a:pathLst>
                  <a:path w="3978" h="10776" fill="none" extrusionOk="0">
                    <a:moveTo>
                      <a:pt x="3251" y="10775"/>
                    </a:moveTo>
                    <a:cubicBezTo>
                      <a:pt x="3549" y="9644"/>
                      <a:pt x="3834" y="8501"/>
                      <a:pt x="3906" y="7322"/>
                    </a:cubicBezTo>
                    <a:cubicBezTo>
                      <a:pt x="3977" y="6156"/>
                      <a:pt x="3858" y="4965"/>
                      <a:pt x="3394" y="3882"/>
                    </a:cubicBezTo>
                    <a:cubicBezTo>
                      <a:pt x="2703" y="2298"/>
                      <a:pt x="1334" y="1119"/>
                      <a:pt x="1" y="0"/>
                    </a:cubicBezTo>
                  </a:path>
                </a:pathLst>
              </a:custGeom>
              <a:noFill/>
              <a:ln w="8025" cap="rnd" cmpd="sng">
                <a:solidFill>
                  <a:srgbClr val="2A33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44"/>
              <p:cNvSpPr/>
              <p:nvPr/>
            </p:nvSpPr>
            <p:spPr>
              <a:xfrm>
                <a:off x="4707125" y="2471575"/>
                <a:ext cx="41400" cy="57175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2287" fill="none" extrusionOk="0">
                    <a:moveTo>
                      <a:pt x="1655" y="2286"/>
                    </a:moveTo>
                    <a:cubicBezTo>
                      <a:pt x="739" y="1905"/>
                      <a:pt x="72" y="976"/>
                      <a:pt x="0" y="0"/>
                    </a:cubicBezTo>
                  </a:path>
                </a:pathLst>
              </a:custGeom>
              <a:noFill/>
              <a:ln w="8025" cap="rnd" cmpd="sng">
                <a:solidFill>
                  <a:srgbClr val="2A33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44"/>
              <p:cNvSpPr/>
              <p:nvPr/>
            </p:nvSpPr>
            <p:spPr>
              <a:xfrm>
                <a:off x="4314825" y="2398925"/>
                <a:ext cx="45550" cy="142900"/>
              </a:xfrm>
              <a:custGeom>
                <a:avLst/>
                <a:gdLst/>
                <a:ahLst/>
                <a:cxnLst/>
                <a:rect l="l" t="t" r="r" b="b"/>
                <a:pathLst>
                  <a:path w="1822" h="5716" fill="none" extrusionOk="0">
                    <a:moveTo>
                      <a:pt x="286" y="5716"/>
                    </a:moveTo>
                    <a:cubicBezTo>
                      <a:pt x="0" y="3704"/>
                      <a:pt x="583" y="1596"/>
                      <a:pt x="1822" y="1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44"/>
              <p:cNvSpPr/>
              <p:nvPr/>
            </p:nvSpPr>
            <p:spPr>
              <a:xfrm>
                <a:off x="4376725" y="2359050"/>
                <a:ext cx="39025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620" fill="none" extrusionOk="0">
                    <a:moveTo>
                      <a:pt x="1" y="501"/>
                    </a:moveTo>
                    <a:cubicBezTo>
                      <a:pt x="12" y="274"/>
                      <a:pt x="203" y="96"/>
                      <a:pt x="429" y="48"/>
                    </a:cubicBezTo>
                    <a:cubicBezTo>
                      <a:pt x="643" y="1"/>
                      <a:pt x="882" y="60"/>
                      <a:pt x="1060" y="179"/>
                    </a:cubicBezTo>
                    <a:cubicBezTo>
                      <a:pt x="1251" y="298"/>
                      <a:pt x="1394" y="453"/>
                      <a:pt x="1560" y="620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44"/>
              <p:cNvSpPr/>
              <p:nvPr/>
            </p:nvSpPr>
            <p:spPr>
              <a:xfrm>
                <a:off x="4257375" y="2583075"/>
                <a:ext cx="196775" cy="115075"/>
              </a:xfrm>
              <a:custGeom>
                <a:avLst/>
                <a:gdLst/>
                <a:ahLst/>
                <a:cxnLst/>
                <a:rect l="l" t="t" r="r" b="b"/>
                <a:pathLst>
                  <a:path w="7871" h="4603" extrusionOk="0">
                    <a:moveTo>
                      <a:pt x="1179" y="1"/>
                    </a:moveTo>
                    <a:cubicBezTo>
                      <a:pt x="859" y="1"/>
                      <a:pt x="587" y="91"/>
                      <a:pt x="417" y="326"/>
                    </a:cubicBezTo>
                    <a:cubicBezTo>
                      <a:pt x="0" y="838"/>
                      <a:pt x="322" y="1660"/>
                      <a:pt x="631" y="2148"/>
                    </a:cubicBezTo>
                    <a:cubicBezTo>
                      <a:pt x="1012" y="2743"/>
                      <a:pt x="1572" y="3208"/>
                      <a:pt x="2179" y="3565"/>
                    </a:cubicBezTo>
                    <a:cubicBezTo>
                      <a:pt x="3332" y="4244"/>
                      <a:pt x="4667" y="4603"/>
                      <a:pt x="5996" y="4603"/>
                    </a:cubicBezTo>
                    <a:cubicBezTo>
                      <a:pt x="6368" y="4603"/>
                      <a:pt x="6741" y="4575"/>
                      <a:pt x="7108" y="4517"/>
                    </a:cubicBezTo>
                    <a:cubicBezTo>
                      <a:pt x="7287" y="4482"/>
                      <a:pt x="7465" y="4458"/>
                      <a:pt x="7620" y="4339"/>
                    </a:cubicBezTo>
                    <a:cubicBezTo>
                      <a:pt x="7858" y="4136"/>
                      <a:pt x="7870" y="3767"/>
                      <a:pt x="7739" y="3505"/>
                    </a:cubicBezTo>
                    <a:cubicBezTo>
                      <a:pt x="7596" y="3232"/>
                      <a:pt x="7358" y="3029"/>
                      <a:pt x="7120" y="2851"/>
                    </a:cubicBezTo>
                    <a:cubicBezTo>
                      <a:pt x="6084" y="2041"/>
                      <a:pt x="4941" y="1374"/>
                      <a:pt x="3727" y="850"/>
                    </a:cubicBezTo>
                    <a:cubicBezTo>
                      <a:pt x="3200" y="626"/>
                      <a:pt x="2023" y="1"/>
                      <a:pt x="1179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44"/>
              <p:cNvSpPr/>
              <p:nvPr/>
            </p:nvSpPr>
            <p:spPr>
              <a:xfrm>
                <a:off x="4690775" y="2317800"/>
                <a:ext cx="72625" cy="70450"/>
              </a:xfrm>
              <a:custGeom>
                <a:avLst/>
                <a:gdLst/>
                <a:ahLst/>
                <a:cxnLst/>
                <a:rect l="l" t="t" r="r" b="b"/>
                <a:pathLst>
                  <a:path w="2905" h="2818" extrusionOk="0">
                    <a:moveTo>
                      <a:pt x="1054" y="0"/>
                    </a:moveTo>
                    <a:cubicBezTo>
                      <a:pt x="112" y="0"/>
                      <a:pt x="1" y="1158"/>
                      <a:pt x="345" y="1912"/>
                    </a:cubicBezTo>
                    <a:cubicBezTo>
                      <a:pt x="440" y="2127"/>
                      <a:pt x="559" y="2353"/>
                      <a:pt x="738" y="2520"/>
                    </a:cubicBezTo>
                    <a:cubicBezTo>
                      <a:pt x="916" y="2698"/>
                      <a:pt x="1143" y="2817"/>
                      <a:pt x="1393" y="2817"/>
                    </a:cubicBezTo>
                    <a:cubicBezTo>
                      <a:pt x="1401" y="2818"/>
                      <a:pt x="1410" y="2818"/>
                      <a:pt x="1418" y="2818"/>
                    </a:cubicBezTo>
                    <a:cubicBezTo>
                      <a:pt x="1801" y="2818"/>
                      <a:pt x="2135" y="2560"/>
                      <a:pt x="2321" y="2234"/>
                    </a:cubicBezTo>
                    <a:cubicBezTo>
                      <a:pt x="2905" y="1281"/>
                      <a:pt x="2333" y="210"/>
                      <a:pt x="1274" y="19"/>
                    </a:cubicBezTo>
                    <a:cubicBezTo>
                      <a:pt x="1196" y="6"/>
                      <a:pt x="1122" y="0"/>
                      <a:pt x="1054" y="0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44"/>
              <p:cNvSpPr/>
              <p:nvPr/>
            </p:nvSpPr>
            <p:spPr>
              <a:xfrm>
                <a:off x="4491925" y="2796300"/>
                <a:ext cx="88725" cy="99650"/>
              </a:xfrm>
              <a:custGeom>
                <a:avLst/>
                <a:gdLst/>
                <a:ahLst/>
                <a:cxnLst/>
                <a:rect l="l" t="t" r="r" b="b"/>
                <a:pathLst>
                  <a:path w="3549" h="3986" extrusionOk="0">
                    <a:moveTo>
                      <a:pt x="1162" y="0"/>
                    </a:moveTo>
                    <a:cubicBezTo>
                      <a:pt x="828" y="0"/>
                      <a:pt x="460" y="156"/>
                      <a:pt x="286" y="453"/>
                    </a:cubicBezTo>
                    <a:cubicBezTo>
                      <a:pt x="0" y="906"/>
                      <a:pt x="357" y="1441"/>
                      <a:pt x="596" y="1846"/>
                    </a:cubicBezTo>
                    <a:cubicBezTo>
                      <a:pt x="1048" y="2561"/>
                      <a:pt x="1596" y="3204"/>
                      <a:pt x="2251" y="3692"/>
                    </a:cubicBezTo>
                    <a:cubicBezTo>
                      <a:pt x="2448" y="3843"/>
                      <a:pt x="2691" y="3986"/>
                      <a:pt x="2931" y="3986"/>
                    </a:cubicBezTo>
                    <a:cubicBezTo>
                      <a:pt x="2995" y="3986"/>
                      <a:pt x="3058" y="3976"/>
                      <a:pt x="3120" y="3954"/>
                    </a:cubicBezTo>
                    <a:cubicBezTo>
                      <a:pt x="3322" y="3882"/>
                      <a:pt x="3453" y="3680"/>
                      <a:pt x="3501" y="3465"/>
                    </a:cubicBezTo>
                    <a:cubicBezTo>
                      <a:pt x="3548" y="3263"/>
                      <a:pt x="3513" y="3037"/>
                      <a:pt x="3465" y="2811"/>
                    </a:cubicBezTo>
                    <a:cubicBezTo>
                      <a:pt x="3263" y="1834"/>
                      <a:pt x="2429" y="215"/>
                      <a:pt x="1322" y="13"/>
                    </a:cubicBezTo>
                    <a:cubicBezTo>
                      <a:pt x="1270" y="4"/>
                      <a:pt x="1217" y="0"/>
                      <a:pt x="1162" y="0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44"/>
              <p:cNvSpPr/>
              <p:nvPr/>
            </p:nvSpPr>
            <p:spPr>
              <a:xfrm>
                <a:off x="5152425" y="1803625"/>
                <a:ext cx="570025" cy="1209375"/>
              </a:xfrm>
              <a:custGeom>
                <a:avLst/>
                <a:gdLst/>
                <a:ahLst/>
                <a:cxnLst/>
                <a:rect l="l" t="t" r="r" b="b"/>
                <a:pathLst>
                  <a:path w="22801" h="48375" extrusionOk="0">
                    <a:moveTo>
                      <a:pt x="8870" y="1"/>
                    </a:moveTo>
                    <a:lnTo>
                      <a:pt x="5775" y="620"/>
                    </a:lnTo>
                    <a:lnTo>
                      <a:pt x="2691" y="1251"/>
                    </a:lnTo>
                    <a:lnTo>
                      <a:pt x="4560" y="10490"/>
                    </a:lnTo>
                    <a:cubicBezTo>
                      <a:pt x="4560" y="10490"/>
                      <a:pt x="0" y="12276"/>
                      <a:pt x="1000" y="17241"/>
                    </a:cubicBezTo>
                    <a:cubicBezTo>
                      <a:pt x="2572" y="27861"/>
                      <a:pt x="4584" y="37743"/>
                      <a:pt x="6977" y="46982"/>
                    </a:cubicBezTo>
                    <a:cubicBezTo>
                      <a:pt x="7155" y="47807"/>
                      <a:pt x="7871" y="48375"/>
                      <a:pt x="8679" y="48375"/>
                    </a:cubicBezTo>
                    <a:cubicBezTo>
                      <a:pt x="8793" y="48375"/>
                      <a:pt x="8909" y="48363"/>
                      <a:pt x="9025" y="48340"/>
                    </a:cubicBezTo>
                    <a:lnTo>
                      <a:pt x="15133" y="47102"/>
                    </a:lnTo>
                    <a:lnTo>
                      <a:pt x="21253" y="45875"/>
                    </a:lnTo>
                    <a:cubicBezTo>
                      <a:pt x="22193" y="45673"/>
                      <a:pt x="22801" y="44768"/>
                      <a:pt x="22610" y="43827"/>
                    </a:cubicBezTo>
                    <a:cubicBezTo>
                      <a:pt x="21193" y="34040"/>
                      <a:pt x="19169" y="24111"/>
                      <a:pt x="16621" y="14086"/>
                    </a:cubicBezTo>
                    <a:cubicBezTo>
                      <a:pt x="15678" y="9348"/>
                      <a:pt x="11169" y="9239"/>
                      <a:pt x="10758" y="9239"/>
                    </a:cubicBezTo>
                    <a:cubicBezTo>
                      <a:pt x="10738" y="9239"/>
                      <a:pt x="10728" y="9240"/>
                      <a:pt x="10728" y="9240"/>
                    </a:cubicBezTo>
                    <a:lnTo>
                      <a:pt x="887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44"/>
              <p:cNvSpPr/>
              <p:nvPr/>
            </p:nvSpPr>
            <p:spPr>
              <a:xfrm>
                <a:off x="5199450" y="1768050"/>
                <a:ext cx="200950" cy="138075"/>
              </a:xfrm>
              <a:custGeom>
                <a:avLst/>
                <a:gdLst/>
                <a:ahLst/>
                <a:cxnLst/>
                <a:rect l="l" t="t" r="r" b="b"/>
                <a:pathLst>
                  <a:path w="8038" h="5523" extrusionOk="0">
                    <a:moveTo>
                      <a:pt x="6596" y="0"/>
                    </a:moveTo>
                    <a:cubicBezTo>
                      <a:pt x="6518" y="0"/>
                      <a:pt x="6439" y="10"/>
                      <a:pt x="6358" y="30"/>
                    </a:cubicBezTo>
                    <a:lnTo>
                      <a:pt x="810" y="1316"/>
                    </a:lnTo>
                    <a:cubicBezTo>
                      <a:pt x="322" y="1435"/>
                      <a:pt x="0" y="1947"/>
                      <a:pt x="96" y="2447"/>
                    </a:cubicBezTo>
                    <a:lnTo>
                      <a:pt x="560" y="4733"/>
                    </a:lnTo>
                    <a:cubicBezTo>
                      <a:pt x="655" y="5190"/>
                      <a:pt x="1063" y="5523"/>
                      <a:pt x="1521" y="5523"/>
                    </a:cubicBezTo>
                    <a:cubicBezTo>
                      <a:pt x="1577" y="5523"/>
                      <a:pt x="1634" y="5518"/>
                      <a:pt x="1691" y="5507"/>
                    </a:cubicBezTo>
                    <a:lnTo>
                      <a:pt x="7180" y="4400"/>
                    </a:lnTo>
                    <a:cubicBezTo>
                      <a:pt x="7692" y="4293"/>
                      <a:pt x="8037" y="3805"/>
                      <a:pt x="7942" y="3281"/>
                    </a:cubicBezTo>
                    <a:lnTo>
                      <a:pt x="7537" y="816"/>
                    </a:lnTo>
                    <a:cubicBezTo>
                      <a:pt x="7466" y="347"/>
                      <a:pt x="7062" y="0"/>
                      <a:pt x="659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44"/>
              <p:cNvSpPr/>
              <p:nvPr/>
            </p:nvSpPr>
            <p:spPr>
              <a:xfrm>
                <a:off x="5225050" y="1821775"/>
                <a:ext cx="9550" cy="60450"/>
              </a:xfrm>
              <a:custGeom>
                <a:avLst/>
                <a:gdLst/>
                <a:ahLst/>
                <a:cxnLst/>
                <a:rect l="l" t="t" r="r" b="b"/>
                <a:pathLst>
                  <a:path w="382" h="2418" fill="none" extrusionOk="0">
                    <a:moveTo>
                      <a:pt x="0" y="1"/>
                    </a:moveTo>
                    <a:cubicBezTo>
                      <a:pt x="131" y="810"/>
                      <a:pt x="262" y="1608"/>
                      <a:pt x="381" y="2418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44"/>
              <p:cNvSpPr/>
              <p:nvPr/>
            </p:nvSpPr>
            <p:spPr>
              <a:xfrm>
                <a:off x="5255100" y="1815525"/>
                <a:ext cx="11950" cy="59575"/>
              </a:xfrm>
              <a:custGeom>
                <a:avLst/>
                <a:gdLst/>
                <a:ahLst/>
                <a:cxnLst/>
                <a:rect l="l" t="t" r="r" b="b"/>
                <a:pathLst>
                  <a:path w="478" h="2383" fill="none" extrusionOk="0">
                    <a:moveTo>
                      <a:pt x="1" y="1"/>
                    </a:moveTo>
                    <a:cubicBezTo>
                      <a:pt x="168" y="787"/>
                      <a:pt x="334" y="1596"/>
                      <a:pt x="477" y="2382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44"/>
              <p:cNvSpPr/>
              <p:nvPr/>
            </p:nvSpPr>
            <p:spPr>
              <a:xfrm>
                <a:off x="5287250" y="1808400"/>
                <a:ext cx="12525" cy="637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548" fill="none" extrusionOk="0">
                    <a:moveTo>
                      <a:pt x="1" y="0"/>
                    </a:moveTo>
                    <a:cubicBezTo>
                      <a:pt x="156" y="857"/>
                      <a:pt x="334" y="1703"/>
                      <a:pt x="501" y="2548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44"/>
              <p:cNvSpPr/>
              <p:nvPr/>
            </p:nvSpPr>
            <p:spPr>
              <a:xfrm>
                <a:off x="5319100" y="1800350"/>
                <a:ext cx="10450" cy="6700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2680" fill="none" extrusionOk="0">
                    <a:moveTo>
                      <a:pt x="1" y="1"/>
                    </a:moveTo>
                    <a:cubicBezTo>
                      <a:pt x="132" y="894"/>
                      <a:pt x="286" y="1786"/>
                      <a:pt x="417" y="2679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44"/>
              <p:cNvSpPr/>
              <p:nvPr/>
            </p:nvSpPr>
            <p:spPr>
              <a:xfrm>
                <a:off x="5352150" y="1790225"/>
                <a:ext cx="12525" cy="673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692" fill="none" extrusionOk="0">
                    <a:moveTo>
                      <a:pt x="0" y="1"/>
                    </a:moveTo>
                    <a:cubicBezTo>
                      <a:pt x="167" y="894"/>
                      <a:pt x="334" y="1799"/>
                      <a:pt x="500" y="2692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44"/>
              <p:cNvSpPr/>
              <p:nvPr/>
            </p:nvSpPr>
            <p:spPr>
              <a:xfrm>
                <a:off x="5228325" y="2254775"/>
                <a:ext cx="400675" cy="434100"/>
              </a:xfrm>
              <a:custGeom>
                <a:avLst/>
                <a:gdLst/>
                <a:ahLst/>
                <a:cxnLst/>
                <a:rect l="l" t="t" r="r" b="b"/>
                <a:pathLst>
                  <a:path w="16027" h="17364" extrusionOk="0">
                    <a:moveTo>
                      <a:pt x="12516" y="1"/>
                    </a:moveTo>
                    <a:cubicBezTo>
                      <a:pt x="12491" y="1"/>
                      <a:pt x="12467" y="2"/>
                      <a:pt x="12442" y="4"/>
                    </a:cubicBezTo>
                    <a:cubicBezTo>
                      <a:pt x="7001" y="683"/>
                      <a:pt x="2262" y="1933"/>
                      <a:pt x="596" y="2386"/>
                    </a:cubicBezTo>
                    <a:cubicBezTo>
                      <a:pt x="238" y="2493"/>
                      <a:pt x="0" y="2850"/>
                      <a:pt x="36" y="3219"/>
                    </a:cubicBezTo>
                    <a:cubicBezTo>
                      <a:pt x="643" y="7422"/>
                      <a:pt x="2298" y="14661"/>
                      <a:pt x="2786" y="16768"/>
                    </a:cubicBezTo>
                    <a:cubicBezTo>
                      <a:pt x="2870" y="17126"/>
                      <a:pt x="3167" y="17364"/>
                      <a:pt x="3525" y="17364"/>
                    </a:cubicBezTo>
                    <a:cubicBezTo>
                      <a:pt x="8073" y="17304"/>
                      <a:pt x="13681" y="15530"/>
                      <a:pt x="15478" y="14923"/>
                    </a:cubicBezTo>
                    <a:cubicBezTo>
                      <a:pt x="15824" y="14804"/>
                      <a:pt x="16026" y="14459"/>
                      <a:pt x="15990" y="14101"/>
                    </a:cubicBezTo>
                    <a:cubicBezTo>
                      <a:pt x="15145" y="7672"/>
                      <a:pt x="13764" y="2350"/>
                      <a:pt x="13276" y="564"/>
                    </a:cubicBezTo>
                    <a:cubicBezTo>
                      <a:pt x="13176" y="230"/>
                      <a:pt x="12858" y="1"/>
                      <a:pt x="125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44"/>
              <p:cNvSpPr/>
              <p:nvPr/>
            </p:nvSpPr>
            <p:spPr>
              <a:xfrm>
                <a:off x="5322975" y="2382275"/>
                <a:ext cx="139025" cy="181875"/>
              </a:xfrm>
              <a:custGeom>
                <a:avLst/>
                <a:gdLst/>
                <a:ahLst/>
                <a:cxnLst/>
                <a:rect l="l" t="t" r="r" b="b"/>
                <a:pathLst>
                  <a:path w="5561" h="7275" extrusionOk="0">
                    <a:moveTo>
                      <a:pt x="774" y="0"/>
                    </a:moveTo>
                    <a:cubicBezTo>
                      <a:pt x="96" y="893"/>
                      <a:pt x="0" y="2143"/>
                      <a:pt x="334" y="3203"/>
                    </a:cubicBezTo>
                    <a:cubicBezTo>
                      <a:pt x="679" y="4275"/>
                      <a:pt x="1405" y="5179"/>
                      <a:pt x="2275" y="5882"/>
                    </a:cubicBezTo>
                    <a:cubicBezTo>
                      <a:pt x="2858" y="6358"/>
                      <a:pt x="3489" y="6739"/>
                      <a:pt x="4132" y="7096"/>
                    </a:cubicBezTo>
                    <a:cubicBezTo>
                      <a:pt x="4215" y="7144"/>
                      <a:pt x="4311" y="7203"/>
                      <a:pt x="4394" y="7251"/>
                    </a:cubicBezTo>
                    <a:lnTo>
                      <a:pt x="4311" y="6930"/>
                    </a:lnTo>
                    <a:cubicBezTo>
                      <a:pt x="4203" y="6584"/>
                      <a:pt x="4096" y="6239"/>
                      <a:pt x="3953" y="5906"/>
                    </a:cubicBezTo>
                    <a:cubicBezTo>
                      <a:pt x="3644" y="5239"/>
                      <a:pt x="3120" y="4703"/>
                      <a:pt x="2656" y="4132"/>
                    </a:cubicBezTo>
                    <a:cubicBezTo>
                      <a:pt x="2203" y="3572"/>
                      <a:pt x="1751" y="2929"/>
                      <a:pt x="1632" y="2215"/>
                    </a:cubicBezTo>
                    <a:lnTo>
                      <a:pt x="1632" y="2215"/>
                    </a:lnTo>
                    <a:cubicBezTo>
                      <a:pt x="2334" y="3405"/>
                      <a:pt x="3560" y="4179"/>
                      <a:pt x="4370" y="5298"/>
                    </a:cubicBezTo>
                    <a:cubicBezTo>
                      <a:pt x="4799" y="5882"/>
                      <a:pt x="5096" y="6561"/>
                      <a:pt x="5251" y="7275"/>
                    </a:cubicBezTo>
                    <a:cubicBezTo>
                      <a:pt x="5323" y="7168"/>
                      <a:pt x="5382" y="6989"/>
                      <a:pt x="5406" y="6739"/>
                    </a:cubicBezTo>
                    <a:cubicBezTo>
                      <a:pt x="5561" y="5429"/>
                      <a:pt x="5132" y="4096"/>
                      <a:pt x="4406" y="3001"/>
                    </a:cubicBezTo>
                    <a:cubicBezTo>
                      <a:pt x="3513" y="1691"/>
                      <a:pt x="2167" y="726"/>
                      <a:pt x="7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44"/>
              <p:cNvSpPr/>
              <p:nvPr/>
            </p:nvSpPr>
            <p:spPr>
              <a:xfrm>
                <a:off x="5450975" y="2332250"/>
                <a:ext cx="69975" cy="138450"/>
              </a:xfrm>
              <a:custGeom>
                <a:avLst/>
                <a:gdLst/>
                <a:ahLst/>
                <a:cxnLst/>
                <a:rect l="l" t="t" r="r" b="b"/>
                <a:pathLst>
                  <a:path w="2799" h="5538" extrusionOk="0">
                    <a:moveTo>
                      <a:pt x="2524" y="1"/>
                    </a:moveTo>
                    <a:cubicBezTo>
                      <a:pt x="1750" y="37"/>
                      <a:pt x="1036" y="513"/>
                      <a:pt x="607" y="1156"/>
                    </a:cubicBezTo>
                    <a:cubicBezTo>
                      <a:pt x="167" y="1787"/>
                      <a:pt x="0" y="2585"/>
                      <a:pt x="0" y="3359"/>
                    </a:cubicBezTo>
                    <a:cubicBezTo>
                      <a:pt x="0" y="3870"/>
                      <a:pt x="60" y="4382"/>
                      <a:pt x="143" y="4883"/>
                    </a:cubicBezTo>
                    <a:cubicBezTo>
                      <a:pt x="155" y="4966"/>
                      <a:pt x="179" y="5037"/>
                      <a:pt x="191" y="5097"/>
                    </a:cubicBezTo>
                    <a:cubicBezTo>
                      <a:pt x="238" y="5037"/>
                      <a:pt x="274" y="4978"/>
                      <a:pt x="322" y="4906"/>
                    </a:cubicBezTo>
                    <a:cubicBezTo>
                      <a:pt x="476" y="4692"/>
                      <a:pt x="607" y="4490"/>
                      <a:pt x="726" y="4263"/>
                    </a:cubicBezTo>
                    <a:cubicBezTo>
                      <a:pt x="953" y="3799"/>
                      <a:pt x="1024" y="3299"/>
                      <a:pt x="1131" y="2787"/>
                    </a:cubicBezTo>
                    <a:cubicBezTo>
                      <a:pt x="1227" y="2299"/>
                      <a:pt x="1381" y="1775"/>
                      <a:pt x="1727" y="1406"/>
                    </a:cubicBezTo>
                    <a:lnTo>
                      <a:pt x="1727" y="1406"/>
                    </a:lnTo>
                    <a:cubicBezTo>
                      <a:pt x="1381" y="2299"/>
                      <a:pt x="1500" y="3299"/>
                      <a:pt x="1250" y="4216"/>
                    </a:cubicBezTo>
                    <a:cubicBezTo>
                      <a:pt x="1107" y="4704"/>
                      <a:pt x="869" y="5156"/>
                      <a:pt x="560" y="5537"/>
                    </a:cubicBezTo>
                    <a:cubicBezTo>
                      <a:pt x="655" y="5537"/>
                      <a:pt x="774" y="5490"/>
                      <a:pt x="917" y="5394"/>
                    </a:cubicBezTo>
                    <a:cubicBezTo>
                      <a:pt x="1667" y="4942"/>
                      <a:pt x="2215" y="4132"/>
                      <a:pt x="2465" y="3263"/>
                    </a:cubicBezTo>
                    <a:cubicBezTo>
                      <a:pt x="2798" y="2204"/>
                      <a:pt x="2739" y="1073"/>
                      <a:pt x="25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44"/>
              <p:cNvSpPr/>
              <p:nvPr/>
            </p:nvSpPr>
            <p:spPr>
              <a:xfrm>
                <a:off x="5457525" y="2084900"/>
                <a:ext cx="89600" cy="132800"/>
              </a:xfrm>
              <a:custGeom>
                <a:avLst/>
                <a:gdLst/>
                <a:ahLst/>
                <a:cxnLst/>
                <a:rect l="l" t="t" r="r" b="b"/>
                <a:pathLst>
                  <a:path w="3584" h="5312" fill="none" extrusionOk="0">
                    <a:moveTo>
                      <a:pt x="0" y="1"/>
                    </a:moveTo>
                    <a:cubicBezTo>
                      <a:pt x="2000" y="1013"/>
                      <a:pt x="3393" y="3085"/>
                      <a:pt x="3584" y="5311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44"/>
              <p:cNvSpPr/>
              <p:nvPr/>
            </p:nvSpPr>
            <p:spPr>
              <a:xfrm>
                <a:off x="5635525" y="2653125"/>
                <a:ext cx="3275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6621" fill="none" extrusionOk="0">
                    <a:moveTo>
                      <a:pt x="0" y="1"/>
                    </a:moveTo>
                    <a:cubicBezTo>
                      <a:pt x="429" y="2204"/>
                      <a:pt x="869" y="4418"/>
                      <a:pt x="1310" y="6621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44"/>
              <p:cNvSpPr/>
              <p:nvPr/>
            </p:nvSpPr>
            <p:spPr>
              <a:xfrm>
                <a:off x="5671825" y="2849300"/>
                <a:ext cx="537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215" h="989" fill="none" extrusionOk="0">
                    <a:moveTo>
                      <a:pt x="1" y="0"/>
                    </a:moveTo>
                    <a:cubicBezTo>
                      <a:pt x="72" y="322"/>
                      <a:pt x="132" y="667"/>
                      <a:pt x="215" y="988"/>
                    </a:cubicBezTo>
                  </a:path>
                </a:pathLst>
              </a:custGeom>
              <a:noFill/>
              <a:ln w="8025" cap="rnd" cmpd="sng">
                <a:solidFill>
                  <a:srgbClr val="2A33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44"/>
              <p:cNvSpPr/>
              <p:nvPr/>
            </p:nvSpPr>
            <p:spPr>
              <a:xfrm>
                <a:off x="5419725" y="2603125"/>
                <a:ext cx="145275" cy="36350"/>
              </a:xfrm>
              <a:custGeom>
                <a:avLst/>
                <a:gdLst/>
                <a:ahLst/>
                <a:cxnLst/>
                <a:rect l="l" t="t" r="r" b="b"/>
                <a:pathLst>
                  <a:path w="5811" h="1454" fill="none" extrusionOk="0">
                    <a:moveTo>
                      <a:pt x="0" y="1453"/>
                    </a:moveTo>
                    <a:cubicBezTo>
                      <a:pt x="1988" y="1251"/>
                      <a:pt x="3953" y="763"/>
                      <a:pt x="5810" y="1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44"/>
              <p:cNvSpPr/>
              <p:nvPr/>
            </p:nvSpPr>
            <p:spPr>
              <a:xfrm>
                <a:off x="5229800" y="2110500"/>
                <a:ext cx="93500" cy="305100"/>
              </a:xfrm>
              <a:custGeom>
                <a:avLst/>
                <a:gdLst/>
                <a:ahLst/>
                <a:cxnLst/>
                <a:rect l="l" t="t" r="r" b="b"/>
                <a:pathLst>
                  <a:path w="3740" h="12204" extrusionOk="0">
                    <a:moveTo>
                      <a:pt x="2766" y="1"/>
                    </a:moveTo>
                    <a:cubicBezTo>
                      <a:pt x="2445" y="1"/>
                      <a:pt x="2178" y="271"/>
                      <a:pt x="1942" y="489"/>
                    </a:cubicBezTo>
                    <a:cubicBezTo>
                      <a:pt x="1191" y="1227"/>
                      <a:pt x="668" y="2192"/>
                      <a:pt x="394" y="3204"/>
                    </a:cubicBezTo>
                    <a:cubicBezTo>
                      <a:pt x="1" y="4609"/>
                      <a:pt x="13" y="6073"/>
                      <a:pt x="168" y="7526"/>
                    </a:cubicBezTo>
                    <a:cubicBezTo>
                      <a:pt x="275" y="8609"/>
                      <a:pt x="453" y="9681"/>
                      <a:pt x="703" y="10740"/>
                    </a:cubicBezTo>
                    <a:cubicBezTo>
                      <a:pt x="775" y="11097"/>
                      <a:pt x="882" y="11455"/>
                      <a:pt x="1084" y="11752"/>
                    </a:cubicBezTo>
                    <a:cubicBezTo>
                      <a:pt x="1273" y="12015"/>
                      <a:pt x="1573" y="12203"/>
                      <a:pt x="1887" y="12203"/>
                    </a:cubicBezTo>
                    <a:cubicBezTo>
                      <a:pt x="1929" y="12203"/>
                      <a:pt x="1971" y="12200"/>
                      <a:pt x="2013" y="12193"/>
                    </a:cubicBezTo>
                    <a:cubicBezTo>
                      <a:pt x="2334" y="12133"/>
                      <a:pt x="2596" y="11871"/>
                      <a:pt x="2715" y="11550"/>
                    </a:cubicBezTo>
                    <a:cubicBezTo>
                      <a:pt x="2835" y="11240"/>
                      <a:pt x="2811" y="10895"/>
                      <a:pt x="2787" y="10574"/>
                    </a:cubicBezTo>
                    <a:cubicBezTo>
                      <a:pt x="2692" y="9621"/>
                      <a:pt x="2394" y="8680"/>
                      <a:pt x="2203" y="7740"/>
                    </a:cubicBezTo>
                    <a:cubicBezTo>
                      <a:pt x="2013" y="6811"/>
                      <a:pt x="1918" y="5799"/>
                      <a:pt x="2239" y="4882"/>
                    </a:cubicBezTo>
                    <a:cubicBezTo>
                      <a:pt x="2442" y="4275"/>
                      <a:pt x="2835" y="3739"/>
                      <a:pt x="3144" y="3180"/>
                    </a:cubicBezTo>
                    <a:cubicBezTo>
                      <a:pt x="3466" y="2608"/>
                      <a:pt x="3739" y="2001"/>
                      <a:pt x="3727" y="1346"/>
                    </a:cubicBezTo>
                    <a:cubicBezTo>
                      <a:pt x="3704" y="894"/>
                      <a:pt x="3466" y="263"/>
                      <a:pt x="3025" y="60"/>
                    </a:cubicBezTo>
                    <a:cubicBezTo>
                      <a:pt x="2935" y="19"/>
                      <a:pt x="2848" y="1"/>
                      <a:pt x="2766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44"/>
              <p:cNvSpPr/>
              <p:nvPr/>
            </p:nvSpPr>
            <p:spPr>
              <a:xfrm>
                <a:off x="5304525" y="2626625"/>
                <a:ext cx="103300" cy="238025"/>
              </a:xfrm>
              <a:custGeom>
                <a:avLst/>
                <a:gdLst/>
                <a:ahLst/>
                <a:cxnLst/>
                <a:rect l="l" t="t" r="r" b="b"/>
                <a:pathLst>
                  <a:path w="4132" h="9521" extrusionOk="0">
                    <a:moveTo>
                      <a:pt x="1014" y="0"/>
                    </a:moveTo>
                    <a:cubicBezTo>
                      <a:pt x="734" y="0"/>
                      <a:pt x="470" y="145"/>
                      <a:pt x="310" y="466"/>
                    </a:cubicBezTo>
                    <a:cubicBezTo>
                      <a:pt x="0" y="1109"/>
                      <a:pt x="250" y="2240"/>
                      <a:pt x="334" y="2918"/>
                    </a:cubicBezTo>
                    <a:cubicBezTo>
                      <a:pt x="536" y="4823"/>
                      <a:pt x="941" y="6716"/>
                      <a:pt x="1858" y="8407"/>
                    </a:cubicBezTo>
                    <a:cubicBezTo>
                      <a:pt x="1893" y="8431"/>
                      <a:pt x="1905" y="8455"/>
                      <a:pt x="1929" y="8490"/>
                    </a:cubicBezTo>
                    <a:cubicBezTo>
                      <a:pt x="2168" y="8906"/>
                      <a:pt x="2670" y="9521"/>
                      <a:pt x="3213" y="9521"/>
                    </a:cubicBezTo>
                    <a:cubicBezTo>
                      <a:pt x="3292" y="9521"/>
                      <a:pt x="3373" y="9507"/>
                      <a:pt x="3453" y="9479"/>
                    </a:cubicBezTo>
                    <a:cubicBezTo>
                      <a:pt x="3786" y="9383"/>
                      <a:pt x="3989" y="9038"/>
                      <a:pt x="4037" y="8693"/>
                    </a:cubicBezTo>
                    <a:cubicBezTo>
                      <a:pt x="4132" y="8145"/>
                      <a:pt x="3953" y="7478"/>
                      <a:pt x="3858" y="6919"/>
                    </a:cubicBezTo>
                    <a:cubicBezTo>
                      <a:pt x="3775" y="6264"/>
                      <a:pt x="3644" y="5597"/>
                      <a:pt x="3513" y="4954"/>
                    </a:cubicBezTo>
                    <a:cubicBezTo>
                      <a:pt x="3251" y="3645"/>
                      <a:pt x="2846" y="2359"/>
                      <a:pt x="2262" y="1144"/>
                    </a:cubicBezTo>
                    <a:cubicBezTo>
                      <a:pt x="2120" y="835"/>
                      <a:pt x="1965" y="537"/>
                      <a:pt x="1715" y="299"/>
                    </a:cubicBezTo>
                    <a:cubicBezTo>
                      <a:pt x="1506" y="107"/>
                      <a:pt x="1254" y="0"/>
                      <a:pt x="10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44"/>
              <p:cNvSpPr/>
              <p:nvPr/>
            </p:nvSpPr>
            <p:spPr>
              <a:xfrm>
                <a:off x="6010550" y="1874775"/>
                <a:ext cx="598625" cy="720925"/>
              </a:xfrm>
              <a:custGeom>
                <a:avLst/>
                <a:gdLst/>
                <a:ahLst/>
                <a:cxnLst/>
                <a:rect l="l" t="t" r="r" b="b"/>
                <a:pathLst>
                  <a:path w="23945" h="28837" extrusionOk="0">
                    <a:moveTo>
                      <a:pt x="23944" y="0"/>
                    </a:moveTo>
                    <a:lnTo>
                      <a:pt x="23944" y="0"/>
                    </a:lnTo>
                    <a:cubicBezTo>
                      <a:pt x="17753" y="738"/>
                      <a:pt x="12348" y="4774"/>
                      <a:pt x="8550" y="9727"/>
                    </a:cubicBezTo>
                    <a:cubicBezTo>
                      <a:pt x="4763" y="14692"/>
                      <a:pt x="2358" y="20538"/>
                      <a:pt x="1" y="26313"/>
                    </a:cubicBezTo>
                    <a:lnTo>
                      <a:pt x="4704" y="28837"/>
                    </a:lnTo>
                    <a:cubicBezTo>
                      <a:pt x="9824" y="18443"/>
                      <a:pt x="16312" y="8715"/>
                      <a:pt x="2394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44"/>
              <p:cNvSpPr/>
              <p:nvPr/>
            </p:nvSpPr>
            <p:spPr>
              <a:xfrm>
                <a:off x="5991225" y="1684575"/>
                <a:ext cx="198550" cy="895650"/>
              </a:xfrm>
              <a:custGeom>
                <a:avLst/>
                <a:gdLst/>
                <a:ahLst/>
                <a:cxnLst/>
                <a:rect l="l" t="t" r="r" b="b"/>
                <a:pathLst>
                  <a:path w="7942" h="35826" extrusionOk="0">
                    <a:moveTo>
                      <a:pt x="3584" y="0"/>
                    </a:moveTo>
                    <a:lnTo>
                      <a:pt x="3584" y="0"/>
                    </a:lnTo>
                    <a:cubicBezTo>
                      <a:pt x="3596" y="11323"/>
                      <a:pt x="2393" y="22634"/>
                      <a:pt x="0" y="33707"/>
                    </a:cubicBezTo>
                    <a:lnTo>
                      <a:pt x="4167" y="35826"/>
                    </a:lnTo>
                    <a:cubicBezTo>
                      <a:pt x="5751" y="29873"/>
                      <a:pt x="7334" y="23860"/>
                      <a:pt x="7632" y="17716"/>
                    </a:cubicBezTo>
                    <a:cubicBezTo>
                      <a:pt x="7941" y="11561"/>
                      <a:pt x="6906" y="5179"/>
                      <a:pt x="358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44"/>
              <p:cNvSpPr/>
              <p:nvPr/>
            </p:nvSpPr>
            <p:spPr>
              <a:xfrm>
                <a:off x="6060275" y="1842625"/>
                <a:ext cx="75625" cy="691475"/>
              </a:xfrm>
              <a:custGeom>
                <a:avLst/>
                <a:gdLst/>
                <a:ahLst/>
                <a:cxnLst/>
                <a:rect l="l" t="t" r="r" b="b"/>
                <a:pathLst>
                  <a:path w="3025" h="27659" fill="none" extrusionOk="0">
                    <a:moveTo>
                      <a:pt x="0" y="27658"/>
                    </a:moveTo>
                    <a:cubicBezTo>
                      <a:pt x="2310" y="18657"/>
                      <a:pt x="3024" y="9251"/>
                      <a:pt x="2084" y="0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44"/>
              <p:cNvSpPr/>
              <p:nvPr/>
            </p:nvSpPr>
            <p:spPr>
              <a:xfrm>
                <a:off x="6090325" y="1977750"/>
                <a:ext cx="363775" cy="522125"/>
              </a:xfrm>
              <a:custGeom>
                <a:avLst/>
                <a:gdLst/>
                <a:ahLst/>
                <a:cxnLst/>
                <a:rect l="l" t="t" r="r" b="b"/>
                <a:pathLst>
                  <a:path w="14551" h="20885" fill="none" extrusionOk="0">
                    <a:moveTo>
                      <a:pt x="1" y="20884"/>
                    </a:moveTo>
                    <a:cubicBezTo>
                      <a:pt x="3596" y="13145"/>
                      <a:pt x="8538" y="6049"/>
                      <a:pt x="14550" y="1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44"/>
              <p:cNvSpPr/>
              <p:nvPr/>
            </p:nvSpPr>
            <p:spPr>
              <a:xfrm>
                <a:off x="6017400" y="2181650"/>
                <a:ext cx="569750" cy="487575"/>
              </a:xfrm>
              <a:custGeom>
                <a:avLst/>
                <a:gdLst/>
                <a:ahLst/>
                <a:cxnLst/>
                <a:rect l="l" t="t" r="r" b="b"/>
                <a:pathLst>
                  <a:path w="22790" h="19503" extrusionOk="0">
                    <a:moveTo>
                      <a:pt x="22789" y="0"/>
                    </a:moveTo>
                    <a:lnTo>
                      <a:pt x="22789" y="0"/>
                    </a:lnTo>
                    <a:cubicBezTo>
                      <a:pt x="17884" y="119"/>
                      <a:pt x="13014" y="1715"/>
                      <a:pt x="8990" y="4513"/>
                    </a:cubicBezTo>
                    <a:cubicBezTo>
                      <a:pt x="4966" y="7323"/>
                      <a:pt x="1787" y="11347"/>
                      <a:pt x="1" y="15931"/>
                    </a:cubicBezTo>
                    <a:lnTo>
                      <a:pt x="2549" y="19503"/>
                    </a:lnTo>
                    <a:cubicBezTo>
                      <a:pt x="8085" y="11883"/>
                      <a:pt x="14979" y="5251"/>
                      <a:pt x="2278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44"/>
              <p:cNvSpPr/>
              <p:nvPr/>
            </p:nvSpPr>
            <p:spPr>
              <a:xfrm>
                <a:off x="5893275" y="1877450"/>
                <a:ext cx="235175" cy="691475"/>
              </a:xfrm>
              <a:custGeom>
                <a:avLst/>
                <a:gdLst/>
                <a:ahLst/>
                <a:cxnLst/>
                <a:rect l="l" t="t" r="r" b="b"/>
                <a:pathLst>
                  <a:path w="9407" h="27659" extrusionOk="0">
                    <a:moveTo>
                      <a:pt x="1334" y="0"/>
                    </a:moveTo>
                    <a:lnTo>
                      <a:pt x="1334" y="0"/>
                    </a:lnTo>
                    <a:cubicBezTo>
                      <a:pt x="2168" y="10597"/>
                      <a:pt x="3049" y="17026"/>
                      <a:pt x="1" y="27658"/>
                    </a:cubicBezTo>
                    <a:lnTo>
                      <a:pt x="6502" y="27361"/>
                    </a:lnTo>
                    <a:cubicBezTo>
                      <a:pt x="9407" y="18157"/>
                      <a:pt x="7395" y="7525"/>
                      <a:pt x="133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44"/>
              <p:cNvSpPr/>
              <p:nvPr/>
            </p:nvSpPr>
            <p:spPr>
              <a:xfrm>
                <a:off x="5975150" y="2107225"/>
                <a:ext cx="60725" cy="504550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0182" fill="none" extrusionOk="0">
                    <a:moveTo>
                      <a:pt x="0" y="20182"/>
                    </a:moveTo>
                    <a:cubicBezTo>
                      <a:pt x="2381" y="13741"/>
                      <a:pt x="2429" y="6478"/>
                      <a:pt x="131" y="1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44"/>
              <p:cNvSpPr/>
              <p:nvPr/>
            </p:nvSpPr>
            <p:spPr>
              <a:xfrm>
                <a:off x="6075150" y="2248625"/>
                <a:ext cx="361675" cy="345600"/>
              </a:xfrm>
              <a:custGeom>
                <a:avLst/>
                <a:gdLst/>
                <a:ahLst/>
                <a:cxnLst/>
                <a:rect l="l" t="t" r="r" b="b"/>
                <a:pathLst>
                  <a:path w="14467" h="13824" fill="none" extrusionOk="0">
                    <a:moveTo>
                      <a:pt x="1" y="13823"/>
                    </a:moveTo>
                    <a:cubicBezTo>
                      <a:pt x="3025" y="7727"/>
                      <a:pt x="8252" y="2751"/>
                      <a:pt x="14467" y="0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44"/>
              <p:cNvSpPr/>
              <p:nvPr/>
            </p:nvSpPr>
            <p:spPr>
              <a:xfrm>
                <a:off x="5503350" y="2383600"/>
                <a:ext cx="769475" cy="884300"/>
              </a:xfrm>
              <a:custGeom>
                <a:avLst/>
                <a:gdLst/>
                <a:ahLst/>
                <a:cxnLst/>
                <a:rect l="l" t="t" r="r" b="b"/>
                <a:pathLst>
                  <a:path w="30779" h="35372" extrusionOk="0">
                    <a:moveTo>
                      <a:pt x="19712" y="1"/>
                    </a:moveTo>
                    <a:cubicBezTo>
                      <a:pt x="17066" y="1"/>
                      <a:pt x="14485" y="1128"/>
                      <a:pt x="12431" y="2793"/>
                    </a:cubicBezTo>
                    <a:cubicBezTo>
                      <a:pt x="10204" y="4579"/>
                      <a:pt x="8561" y="6972"/>
                      <a:pt x="7204" y="9460"/>
                    </a:cubicBezTo>
                    <a:cubicBezTo>
                      <a:pt x="4406" y="14604"/>
                      <a:pt x="1" y="24343"/>
                      <a:pt x="3977" y="29939"/>
                    </a:cubicBezTo>
                    <a:cubicBezTo>
                      <a:pt x="5108" y="31523"/>
                      <a:pt x="6906" y="32523"/>
                      <a:pt x="8680" y="33332"/>
                    </a:cubicBezTo>
                    <a:cubicBezTo>
                      <a:pt x="11072" y="34426"/>
                      <a:pt x="13918" y="35371"/>
                      <a:pt x="16640" y="35371"/>
                    </a:cubicBezTo>
                    <a:cubicBezTo>
                      <a:pt x="18810" y="35371"/>
                      <a:pt x="20901" y="34771"/>
                      <a:pt x="22623" y="33166"/>
                    </a:cubicBezTo>
                    <a:cubicBezTo>
                      <a:pt x="23980" y="31904"/>
                      <a:pt x="25004" y="30308"/>
                      <a:pt x="25909" y="28677"/>
                    </a:cubicBezTo>
                    <a:cubicBezTo>
                      <a:pt x="28838" y="23426"/>
                      <a:pt x="30778" y="17318"/>
                      <a:pt x="30135" y="11246"/>
                    </a:cubicBezTo>
                    <a:cubicBezTo>
                      <a:pt x="29540" y="5805"/>
                      <a:pt x="26254" y="412"/>
                      <a:pt x="20289" y="19"/>
                    </a:cubicBezTo>
                    <a:cubicBezTo>
                      <a:pt x="20097" y="7"/>
                      <a:pt x="19904" y="1"/>
                      <a:pt x="1971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44"/>
              <p:cNvSpPr/>
              <p:nvPr/>
            </p:nvSpPr>
            <p:spPr>
              <a:xfrm>
                <a:off x="6023950" y="2426925"/>
                <a:ext cx="173275" cy="308975"/>
              </a:xfrm>
              <a:custGeom>
                <a:avLst/>
                <a:gdLst/>
                <a:ahLst/>
                <a:cxnLst/>
                <a:rect l="l" t="t" r="r" b="b"/>
                <a:pathLst>
                  <a:path w="6931" h="12359" fill="none" extrusionOk="0">
                    <a:moveTo>
                      <a:pt x="1" y="0"/>
                    </a:moveTo>
                    <a:cubicBezTo>
                      <a:pt x="1882" y="4334"/>
                      <a:pt x="4227" y="8477"/>
                      <a:pt x="6930" y="12359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44"/>
              <p:cNvSpPr/>
              <p:nvPr/>
            </p:nvSpPr>
            <p:spPr>
              <a:xfrm>
                <a:off x="5930500" y="2462325"/>
                <a:ext cx="241700" cy="411400"/>
              </a:xfrm>
              <a:custGeom>
                <a:avLst/>
                <a:gdLst/>
                <a:ahLst/>
                <a:cxnLst/>
                <a:rect l="l" t="t" r="r" b="b"/>
                <a:pathLst>
                  <a:path w="9668" h="16456" fill="none" extrusionOk="0">
                    <a:moveTo>
                      <a:pt x="0" y="1"/>
                    </a:moveTo>
                    <a:cubicBezTo>
                      <a:pt x="3227" y="5490"/>
                      <a:pt x="6453" y="10967"/>
                      <a:pt x="9668" y="16455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44"/>
              <p:cNvSpPr/>
              <p:nvPr/>
            </p:nvSpPr>
            <p:spPr>
              <a:xfrm>
                <a:off x="5823625" y="2499550"/>
                <a:ext cx="297100" cy="514975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20599" fill="none" extrusionOk="0">
                    <a:moveTo>
                      <a:pt x="1" y="0"/>
                    </a:moveTo>
                    <a:cubicBezTo>
                      <a:pt x="3966" y="6858"/>
                      <a:pt x="7918" y="13728"/>
                      <a:pt x="11883" y="20598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44"/>
              <p:cNvSpPr/>
              <p:nvPr/>
            </p:nvSpPr>
            <p:spPr>
              <a:xfrm>
                <a:off x="5749225" y="2615625"/>
                <a:ext cx="302425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12097" h="20611" fill="none" extrusionOk="0">
                    <a:moveTo>
                      <a:pt x="0" y="1"/>
                    </a:moveTo>
                    <a:cubicBezTo>
                      <a:pt x="4036" y="6871"/>
                      <a:pt x="8073" y="13729"/>
                      <a:pt x="12097" y="20610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44"/>
              <p:cNvSpPr/>
              <p:nvPr/>
            </p:nvSpPr>
            <p:spPr>
              <a:xfrm>
                <a:off x="5677475" y="2760875"/>
                <a:ext cx="247375" cy="413775"/>
              </a:xfrm>
              <a:custGeom>
                <a:avLst/>
                <a:gdLst/>
                <a:ahLst/>
                <a:cxnLst/>
                <a:rect l="l" t="t" r="r" b="b"/>
                <a:pathLst>
                  <a:path w="9895" h="16551" fill="none" extrusionOk="0">
                    <a:moveTo>
                      <a:pt x="1" y="1"/>
                    </a:moveTo>
                    <a:cubicBezTo>
                      <a:pt x="3001" y="5692"/>
                      <a:pt x="6311" y="11205"/>
                      <a:pt x="9895" y="16551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44"/>
              <p:cNvSpPr/>
              <p:nvPr/>
            </p:nvSpPr>
            <p:spPr>
              <a:xfrm>
                <a:off x="5629850" y="2913575"/>
                <a:ext cx="151825" cy="286075"/>
              </a:xfrm>
              <a:custGeom>
                <a:avLst/>
                <a:gdLst/>
                <a:ahLst/>
                <a:cxnLst/>
                <a:rect l="l" t="t" r="r" b="b"/>
                <a:pathLst>
                  <a:path w="6073" h="11443" fill="none" extrusionOk="0">
                    <a:moveTo>
                      <a:pt x="1" y="1"/>
                    </a:moveTo>
                    <a:cubicBezTo>
                      <a:pt x="2025" y="3811"/>
                      <a:pt x="4049" y="7633"/>
                      <a:pt x="6073" y="11443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44"/>
              <p:cNvSpPr/>
              <p:nvPr/>
            </p:nvSpPr>
            <p:spPr>
              <a:xfrm>
                <a:off x="5785825" y="2462625"/>
                <a:ext cx="309000" cy="105400"/>
              </a:xfrm>
              <a:custGeom>
                <a:avLst/>
                <a:gdLst/>
                <a:ahLst/>
                <a:cxnLst/>
                <a:rect l="l" t="t" r="r" b="b"/>
                <a:pathLst>
                  <a:path w="12360" h="4216" fill="none" extrusionOk="0">
                    <a:moveTo>
                      <a:pt x="12359" y="1"/>
                    </a:moveTo>
                    <a:cubicBezTo>
                      <a:pt x="8109" y="1001"/>
                      <a:pt x="3954" y="2406"/>
                      <a:pt x="1" y="4216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44"/>
              <p:cNvSpPr/>
              <p:nvPr/>
            </p:nvSpPr>
            <p:spPr>
              <a:xfrm>
                <a:off x="5714400" y="2533175"/>
                <a:ext cx="448000" cy="191725"/>
              </a:xfrm>
              <a:custGeom>
                <a:avLst/>
                <a:gdLst/>
                <a:ahLst/>
                <a:cxnLst/>
                <a:rect l="l" t="t" r="r" b="b"/>
                <a:pathLst>
                  <a:path w="17920" h="7669" fill="none" extrusionOk="0">
                    <a:moveTo>
                      <a:pt x="17919" y="1"/>
                    </a:moveTo>
                    <a:cubicBezTo>
                      <a:pt x="11811" y="2239"/>
                      <a:pt x="5834" y="4799"/>
                      <a:pt x="0" y="7668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44"/>
              <p:cNvSpPr/>
              <p:nvPr/>
            </p:nvSpPr>
            <p:spPr>
              <a:xfrm>
                <a:off x="5651300" y="2635575"/>
                <a:ext cx="548900" cy="260775"/>
              </a:xfrm>
              <a:custGeom>
                <a:avLst/>
                <a:gdLst/>
                <a:ahLst/>
                <a:cxnLst/>
                <a:rect l="l" t="t" r="r" b="b"/>
                <a:pathLst>
                  <a:path w="21956" h="10431" fill="none" extrusionOk="0">
                    <a:moveTo>
                      <a:pt x="21955" y="0"/>
                    </a:moveTo>
                    <a:cubicBezTo>
                      <a:pt x="14526" y="3263"/>
                      <a:pt x="7203" y="6739"/>
                      <a:pt x="0" y="10430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44"/>
              <p:cNvSpPr/>
              <p:nvPr/>
            </p:nvSpPr>
            <p:spPr>
              <a:xfrm>
                <a:off x="5635525" y="2772800"/>
                <a:ext cx="551275" cy="236050"/>
              </a:xfrm>
              <a:custGeom>
                <a:avLst/>
                <a:gdLst/>
                <a:ahLst/>
                <a:cxnLst/>
                <a:rect l="l" t="t" r="r" b="b"/>
                <a:pathLst>
                  <a:path w="22051" h="9442" fill="none" extrusionOk="0">
                    <a:moveTo>
                      <a:pt x="22050" y="0"/>
                    </a:moveTo>
                    <a:cubicBezTo>
                      <a:pt x="14704" y="3143"/>
                      <a:pt x="7346" y="6287"/>
                      <a:pt x="0" y="9442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44"/>
              <p:cNvSpPr/>
              <p:nvPr/>
            </p:nvSpPr>
            <p:spPr>
              <a:xfrm>
                <a:off x="5665875" y="2870425"/>
                <a:ext cx="522700" cy="249750"/>
              </a:xfrm>
              <a:custGeom>
                <a:avLst/>
                <a:gdLst/>
                <a:ahLst/>
                <a:cxnLst/>
                <a:rect l="l" t="t" r="r" b="b"/>
                <a:pathLst>
                  <a:path w="20908" h="9990" fill="none" extrusionOk="0">
                    <a:moveTo>
                      <a:pt x="20908" y="0"/>
                    </a:moveTo>
                    <a:cubicBezTo>
                      <a:pt x="13943" y="3334"/>
                      <a:pt x="6966" y="6668"/>
                      <a:pt x="0" y="9990"/>
                    </a:cubicBezTo>
                    <a:cubicBezTo>
                      <a:pt x="108" y="9966"/>
                      <a:pt x="215" y="9942"/>
                      <a:pt x="310" y="9930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44"/>
              <p:cNvSpPr/>
              <p:nvPr/>
            </p:nvSpPr>
            <p:spPr>
              <a:xfrm>
                <a:off x="5798325" y="3009425"/>
                <a:ext cx="345600" cy="164925"/>
              </a:xfrm>
              <a:custGeom>
                <a:avLst/>
                <a:gdLst/>
                <a:ahLst/>
                <a:cxnLst/>
                <a:rect l="l" t="t" r="r" b="b"/>
                <a:pathLst>
                  <a:path w="13824" h="6597" fill="none" extrusionOk="0">
                    <a:moveTo>
                      <a:pt x="13824" y="1"/>
                    </a:moveTo>
                    <a:cubicBezTo>
                      <a:pt x="9216" y="2203"/>
                      <a:pt x="4620" y="4394"/>
                      <a:pt x="1" y="6597"/>
                    </a:cubicBezTo>
                  </a:path>
                </a:pathLst>
              </a:custGeom>
              <a:noFill/>
              <a:ln w="8025" cap="rnd" cmpd="sng">
                <a:solidFill>
                  <a:srgbClr val="2A33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44"/>
              <p:cNvSpPr/>
              <p:nvPr/>
            </p:nvSpPr>
            <p:spPr>
              <a:xfrm>
                <a:off x="5726300" y="2468400"/>
                <a:ext cx="283400" cy="354625"/>
              </a:xfrm>
              <a:custGeom>
                <a:avLst/>
                <a:gdLst/>
                <a:ahLst/>
                <a:cxnLst/>
                <a:rect l="l" t="t" r="r" b="b"/>
                <a:pathLst>
                  <a:path w="11336" h="14185" extrusionOk="0">
                    <a:moveTo>
                      <a:pt x="9063" y="1"/>
                    </a:moveTo>
                    <a:cubicBezTo>
                      <a:pt x="7672" y="1"/>
                      <a:pt x="5991" y="1161"/>
                      <a:pt x="4977" y="1913"/>
                    </a:cubicBezTo>
                    <a:cubicBezTo>
                      <a:pt x="4227" y="2496"/>
                      <a:pt x="3513" y="3163"/>
                      <a:pt x="2882" y="3901"/>
                    </a:cubicBezTo>
                    <a:cubicBezTo>
                      <a:pt x="1155" y="5973"/>
                      <a:pt x="131" y="8604"/>
                      <a:pt x="24" y="11307"/>
                    </a:cubicBezTo>
                    <a:cubicBezTo>
                      <a:pt x="0" y="11890"/>
                      <a:pt x="24" y="12510"/>
                      <a:pt x="250" y="13045"/>
                    </a:cubicBezTo>
                    <a:cubicBezTo>
                      <a:pt x="477" y="13593"/>
                      <a:pt x="953" y="14069"/>
                      <a:pt x="1524" y="14165"/>
                    </a:cubicBezTo>
                    <a:cubicBezTo>
                      <a:pt x="1605" y="14178"/>
                      <a:pt x="1685" y="14185"/>
                      <a:pt x="1764" y="14185"/>
                    </a:cubicBezTo>
                    <a:cubicBezTo>
                      <a:pt x="2436" y="14185"/>
                      <a:pt x="3061" y="13716"/>
                      <a:pt x="3572" y="13248"/>
                    </a:cubicBezTo>
                    <a:cubicBezTo>
                      <a:pt x="6370" y="10736"/>
                      <a:pt x="8478" y="7521"/>
                      <a:pt x="9978" y="4068"/>
                    </a:cubicBezTo>
                    <a:cubicBezTo>
                      <a:pt x="10454" y="2973"/>
                      <a:pt x="11335" y="365"/>
                      <a:pt x="9442" y="32"/>
                    </a:cubicBezTo>
                    <a:cubicBezTo>
                      <a:pt x="9319" y="11"/>
                      <a:pt x="9192" y="1"/>
                      <a:pt x="9063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44"/>
              <p:cNvSpPr/>
              <p:nvPr/>
            </p:nvSpPr>
            <p:spPr>
              <a:xfrm>
                <a:off x="5674200" y="2860200"/>
                <a:ext cx="131125" cy="98050"/>
              </a:xfrm>
              <a:custGeom>
                <a:avLst/>
                <a:gdLst/>
                <a:ahLst/>
                <a:cxnLst/>
                <a:rect l="l" t="t" r="r" b="b"/>
                <a:pathLst>
                  <a:path w="5245" h="3922" extrusionOk="0">
                    <a:moveTo>
                      <a:pt x="2480" y="0"/>
                    </a:moveTo>
                    <a:cubicBezTo>
                      <a:pt x="2261" y="0"/>
                      <a:pt x="2047" y="25"/>
                      <a:pt x="1846" y="76"/>
                    </a:cubicBezTo>
                    <a:cubicBezTo>
                      <a:pt x="1037" y="290"/>
                      <a:pt x="358" y="933"/>
                      <a:pt x="179" y="1731"/>
                    </a:cubicBezTo>
                    <a:cubicBezTo>
                      <a:pt x="1" y="2541"/>
                      <a:pt x="418" y="3457"/>
                      <a:pt x="1168" y="3791"/>
                    </a:cubicBezTo>
                    <a:cubicBezTo>
                      <a:pt x="1391" y="3882"/>
                      <a:pt x="1625" y="3921"/>
                      <a:pt x="1861" y="3921"/>
                    </a:cubicBezTo>
                    <a:cubicBezTo>
                      <a:pt x="2304" y="3921"/>
                      <a:pt x="2756" y="3783"/>
                      <a:pt x="3168" y="3588"/>
                    </a:cubicBezTo>
                    <a:cubicBezTo>
                      <a:pt x="3704" y="3326"/>
                      <a:pt x="4228" y="2934"/>
                      <a:pt x="4490" y="2398"/>
                    </a:cubicBezTo>
                    <a:cubicBezTo>
                      <a:pt x="5245" y="897"/>
                      <a:pt x="3795" y="0"/>
                      <a:pt x="2480" y="0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44"/>
              <p:cNvSpPr/>
              <p:nvPr/>
            </p:nvSpPr>
            <p:spPr>
              <a:xfrm>
                <a:off x="4827375" y="2335950"/>
                <a:ext cx="418225" cy="331200"/>
              </a:xfrm>
              <a:custGeom>
                <a:avLst/>
                <a:gdLst/>
                <a:ahLst/>
                <a:cxnLst/>
                <a:rect l="l" t="t" r="r" b="b"/>
                <a:pathLst>
                  <a:path w="16729" h="13248" extrusionOk="0">
                    <a:moveTo>
                      <a:pt x="5141" y="0"/>
                    </a:moveTo>
                    <a:cubicBezTo>
                      <a:pt x="4694" y="0"/>
                      <a:pt x="4278" y="384"/>
                      <a:pt x="4073" y="794"/>
                    </a:cubicBezTo>
                    <a:cubicBezTo>
                      <a:pt x="3549" y="1794"/>
                      <a:pt x="3632" y="3008"/>
                      <a:pt x="4013" y="4068"/>
                    </a:cubicBezTo>
                    <a:cubicBezTo>
                      <a:pt x="4251" y="4723"/>
                      <a:pt x="4596" y="5330"/>
                      <a:pt x="5001" y="5913"/>
                    </a:cubicBezTo>
                    <a:cubicBezTo>
                      <a:pt x="2358" y="7461"/>
                      <a:pt x="441" y="10235"/>
                      <a:pt x="1" y="13247"/>
                    </a:cubicBezTo>
                    <a:lnTo>
                      <a:pt x="16729" y="7032"/>
                    </a:lnTo>
                    <a:cubicBezTo>
                      <a:pt x="14865" y="5434"/>
                      <a:pt x="12410" y="4578"/>
                      <a:pt x="9964" y="4578"/>
                    </a:cubicBezTo>
                    <a:cubicBezTo>
                      <a:pt x="8786" y="4578"/>
                      <a:pt x="7609" y="4776"/>
                      <a:pt x="6501" y="5187"/>
                    </a:cubicBezTo>
                    <a:cubicBezTo>
                      <a:pt x="6442" y="5199"/>
                      <a:pt x="6394" y="5235"/>
                      <a:pt x="6335" y="5246"/>
                    </a:cubicBezTo>
                    <a:cubicBezTo>
                      <a:pt x="5954" y="4187"/>
                      <a:pt x="5799" y="3044"/>
                      <a:pt x="5918" y="1925"/>
                    </a:cubicBezTo>
                    <a:cubicBezTo>
                      <a:pt x="5966" y="1567"/>
                      <a:pt x="6025" y="1210"/>
                      <a:pt x="5966" y="853"/>
                    </a:cubicBezTo>
                    <a:cubicBezTo>
                      <a:pt x="5906" y="496"/>
                      <a:pt x="5692" y="139"/>
                      <a:pt x="5358" y="32"/>
                    </a:cubicBezTo>
                    <a:cubicBezTo>
                      <a:pt x="5286" y="10"/>
                      <a:pt x="5213" y="0"/>
                      <a:pt x="51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44"/>
              <p:cNvSpPr/>
              <p:nvPr/>
            </p:nvSpPr>
            <p:spPr>
              <a:xfrm>
                <a:off x="4687775" y="2585425"/>
                <a:ext cx="700400" cy="789975"/>
              </a:xfrm>
              <a:custGeom>
                <a:avLst/>
                <a:gdLst/>
                <a:ahLst/>
                <a:cxnLst/>
                <a:rect l="l" t="t" r="r" b="b"/>
                <a:pathLst>
                  <a:path w="28016" h="31599" extrusionOk="0">
                    <a:moveTo>
                      <a:pt x="10733" y="1"/>
                    </a:moveTo>
                    <a:cubicBezTo>
                      <a:pt x="7337" y="1"/>
                      <a:pt x="3791" y="3119"/>
                      <a:pt x="2215" y="5745"/>
                    </a:cubicBezTo>
                    <a:cubicBezTo>
                      <a:pt x="262" y="9019"/>
                      <a:pt x="1" y="12841"/>
                      <a:pt x="739" y="16294"/>
                    </a:cubicBezTo>
                    <a:cubicBezTo>
                      <a:pt x="2287" y="23450"/>
                      <a:pt x="8252" y="29319"/>
                      <a:pt x="15895" y="31165"/>
                    </a:cubicBezTo>
                    <a:cubicBezTo>
                      <a:pt x="16982" y="31426"/>
                      <a:pt x="18150" y="31598"/>
                      <a:pt x="19313" y="31598"/>
                    </a:cubicBezTo>
                    <a:cubicBezTo>
                      <a:pt x="20955" y="31598"/>
                      <a:pt x="22588" y="31256"/>
                      <a:pt x="23968" y="30343"/>
                    </a:cubicBezTo>
                    <a:cubicBezTo>
                      <a:pt x="26551" y="28629"/>
                      <a:pt x="27444" y="25485"/>
                      <a:pt x="27611" y="22688"/>
                    </a:cubicBezTo>
                    <a:cubicBezTo>
                      <a:pt x="28016" y="15925"/>
                      <a:pt x="25456" y="9317"/>
                      <a:pt x="20610" y="4662"/>
                    </a:cubicBezTo>
                    <a:cubicBezTo>
                      <a:pt x="18420" y="2554"/>
                      <a:pt x="14574" y="292"/>
                      <a:pt x="11169" y="18"/>
                    </a:cubicBezTo>
                    <a:cubicBezTo>
                      <a:pt x="11024" y="6"/>
                      <a:pt x="10878" y="1"/>
                      <a:pt x="1073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44"/>
              <p:cNvSpPr/>
              <p:nvPr/>
            </p:nvSpPr>
            <p:spPr>
              <a:xfrm>
                <a:off x="5063125" y="2458850"/>
                <a:ext cx="565275" cy="839400"/>
              </a:xfrm>
              <a:custGeom>
                <a:avLst/>
                <a:gdLst/>
                <a:ahLst/>
                <a:cxnLst/>
                <a:rect l="l" t="t" r="r" b="b"/>
                <a:pathLst>
                  <a:path w="22611" h="33576" extrusionOk="0">
                    <a:moveTo>
                      <a:pt x="9179" y="1"/>
                    </a:moveTo>
                    <a:cubicBezTo>
                      <a:pt x="8218" y="1"/>
                      <a:pt x="7251" y="139"/>
                      <a:pt x="6311" y="438"/>
                    </a:cubicBezTo>
                    <a:cubicBezTo>
                      <a:pt x="2132" y="1747"/>
                      <a:pt x="0" y="5462"/>
                      <a:pt x="1405" y="9022"/>
                    </a:cubicBezTo>
                    <a:cubicBezTo>
                      <a:pt x="3191" y="13499"/>
                      <a:pt x="3263" y="18690"/>
                      <a:pt x="4263" y="23429"/>
                    </a:cubicBezTo>
                    <a:cubicBezTo>
                      <a:pt x="4775" y="25869"/>
                      <a:pt x="5394" y="28346"/>
                      <a:pt x="6858" y="30370"/>
                    </a:cubicBezTo>
                    <a:cubicBezTo>
                      <a:pt x="8190" y="32195"/>
                      <a:pt x="10393" y="33575"/>
                      <a:pt x="12786" y="33575"/>
                    </a:cubicBezTo>
                    <a:cubicBezTo>
                      <a:pt x="13047" y="33575"/>
                      <a:pt x="13309" y="33559"/>
                      <a:pt x="13573" y="33525"/>
                    </a:cubicBezTo>
                    <a:cubicBezTo>
                      <a:pt x="15574" y="33275"/>
                      <a:pt x="17395" y="32061"/>
                      <a:pt x="18646" y="30513"/>
                    </a:cubicBezTo>
                    <a:cubicBezTo>
                      <a:pt x="19896" y="28965"/>
                      <a:pt x="20634" y="27131"/>
                      <a:pt x="21146" y="25286"/>
                    </a:cubicBezTo>
                    <a:cubicBezTo>
                      <a:pt x="22610" y="20154"/>
                      <a:pt x="22491" y="14749"/>
                      <a:pt x="20836" y="9867"/>
                    </a:cubicBezTo>
                    <a:cubicBezTo>
                      <a:pt x="19836" y="6938"/>
                      <a:pt x="18229" y="4105"/>
                      <a:pt x="15693" y="2200"/>
                    </a:cubicBezTo>
                    <a:cubicBezTo>
                      <a:pt x="13888" y="844"/>
                      <a:pt x="11552" y="1"/>
                      <a:pt x="917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44"/>
              <p:cNvSpPr/>
              <p:nvPr/>
            </p:nvSpPr>
            <p:spPr>
              <a:xfrm>
                <a:off x="4881850" y="2528675"/>
                <a:ext cx="555150" cy="800925"/>
              </a:xfrm>
              <a:custGeom>
                <a:avLst/>
                <a:gdLst/>
                <a:ahLst/>
                <a:cxnLst/>
                <a:rect l="l" t="t" r="r" b="b"/>
                <a:pathLst>
                  <a:path w="22206" h="32037" extrusionOk="0">
                    <a:moveTo>
                      <a:pt x="8122" y="1"/>
                    </a:moveTo>
                    <a:cubicBezTo>
                      <a:pt x="5945" y="1"/>
                      <a:pt x="3709" y="850"/>
                      <a:pt x="2298" y="2490"/>
                    </a:cubicBezTo>
                    <a:cubicBezTo>
                      <a:pt x="0" y="5169"/>
                      <a:pt x="453" y="9741"/>
                      <a:pt x="1155" y="12825"/>
                    </a:cubicBezTo>
                    <a:cubicBezTo>
                      <a:pt x="2608" y="19290"/>
                      <a:pt x="6192" y="25267"/>
                      <a:pt x="11240" y="29625"/>
                    </a:cubicBezTo>
                    <a:cubicBezTo>
                      <a:pt x="12677" y="30872"/>
                      <a:pt x="14466" y="32036"/>
                      <a:pt x="16333" y="32036"/>
                    </a:cubicBezTo>
                    <a:cubicBezTo>
                      <a:pt x="16693" y="32036"/>
                      <a:pt x="17055" y="31993"/>
                      <a:pt x="17419" y="31899"/>
                    </a:cubicBezTo>
                    <a:cubicBezTo>
                      <a:pt x="18848" y="31530"/>
                      <a:pt x="19991" y="30399"/>
                      <a:pt x="20646" y="29101"/>
                    </a:cubicBezTo>
                    <a:cubicBezTo>
                      <a:pt x="21301" y="27791"/>
                      <a:pt x="21539" y="26339"/>
                      <a:pt x="21658" y="24886"/>
                    </a:cubicBezTo>
                    <a:cubicBezTo>
                      <a:pt x="22206" y="18338"/>
                      <a:pt x="20574" y="11670"/>
                      <a:pt x="17050" y="6170"/>
                    </a:cubicBezTo>
                    <a:cubicBezTo>
                      <a:pt x="15526" y="3800"/>
                      <a:pt x="13574" y="1586"/>
                      <a:pt x="10954" y="526"/>
                    </a:cubicBezTo>
                    <a:cubicBezTo>
                      <a:pt x="10076" y="174"/>
                      <a:pt x="9105" y="1"/>
                      <a:pt x="81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44"/>
              <p:cNvSpPr/>
              <p:nvPr/>
            </p:nvSpPr>
            <p:spPr>
              <a:xfrm>
                <a:off x="5389950" y="2540025"/>
                <a:ext cx="161650" cy="296200"/>
              </a:xfrm>
              <a:custGeom>
                <a:avLst/>
                <a:gdLst/>
                <a:ahLst/>
                <a:cxnLst/>
                <a:rect l="l" t="t" r="r" b="b"/>
                <a:pathLst>
                  <a:path w="6466" h="11848" fill="none" extrusionOk="0">
                    <a:moveTo>
                      <a:pt x="0" y="1"/>
                    </a:moveTo>
                    <a:cubicBezTo>
                      <a:pt x="4001" y="2429"/>
                      <a:pt x="6465" y="7168"/>
                      <a:pt x="6156" y="11847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44"/>
              <p:cNvSpPr/>
              <p:nvPr/>
            </p:nvSpPr>
            <p:spPr>
              <a:xfrm>
                <a:off x="5542650" y="2878450"/>
                <a:ext cx="2100" cy="56000"/>
              </a:xfrm>
              <a:custGeom>
                <a:avLst/>
                <a:gdLst/>
                <a:ahLst/>
                <a:cxnLst/>
                <a:rect l="l" t="t" r="r" b="b"/>
                <a:pathLst>
                  <a:path w="84" h="2240" fill="none" extrusionOk="0">
                    <a:moveTo>
                      <a:pt x="84" y="1"/>
                    </a:moveTo>
                    <a:cubicBezTo>
                      <a:pt x="48" y="751"/>
                      <a:pt x="24" y="1489"/>
                      <a:pt x="0" y="2239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44"/>
              <p:cNvSpPr/>
              <p:nvPr/>
            </p:nvSpPr>
            <p:spPr>
              <a:xfrm>
                <a:off x="5109250" y="3144575"/>
                <a:ext cx="215525" cy="139325"/>
              </a:xfrm>
              <a:custGeom>
                <a:avLst/>
                <a:gdLst/>
                <a:ahLst/>
                <a:cxnLst/>
                <a:rect l="l" t="t" r="r" b="b"/>
                <a:pathLst>
                  <a:path w="8621" h="5573" fill="none" extrusionOk="0">
                    <a:moveTo>
                      <a:pt x="1" y="0"/>
                    </a:moveTo>
                    <a:cubicBezTo>
                      <a:pt x="1120" y="1965"/>
                      <a:pt x="2751" y="3631"/>
                      <a:pt x="4704" y="4763"/>
                    </a:cubicBezTo>
                    <a:cubicBezTo>
                      <a:pt x="5311" y="5120"/>
                      <a:pt x="5990" y="5429"/>
                      <a:pt x="6680" y="5489"/>
                    </a:cubicBezTo>
                    <a:cubicBezTo>
                      <a:pt x="7383" y="5572"/>
                      <a:pt x="8157" y="5346"/>
                      <a:pt x="8621" y="4810"/>
                    </a:cubicBezTo>
                  </a:path>
                </a:pathLst>
              </a:custGeom>
              <a:noFill/>
              <a:ln w="8025" cap="rnd" cmpd="sng">
                <a:solidFill>
                  <a:srgbClr val="2A33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44"/>
              <p:cNvSpPr/>
              <p:nvPr/>
            </p:nvSpPr>
            <p:spPr>
              <a:xfrm>
                <a:off x="5359575" y="3184150"/>
                <a:ext cx="14925" cy="47950"/>
              </a:xfrm>
              <a:custGeom>
                <a:avLst/>
                <a:gdLst/>
                <a:ahLst/>
                <a:cxnLst/>
                <a:rect l="l" t="t" r="r" b="b"/>
                <a:pathLst>
                  <a:path w="597" h="1918" fill="none" extrusionOk="0">
                    <a:moveTo>
                      <a:pt x="1" y="1917"/>
                    </a:moveTo>
                    <a:cubicBezTo>
                      <a:pt x="418" y="1382"/>
                      <a:pt x="596" y="667"/>
                      <a:pt x="513" y="1"/>
                    </a:cubicBezTo>
                  </a:path>
                </a:pathLst>
              </a:custGeom>
              <a:noFill/>
              <a:ln w="8025" cap="rnd" cmpd="sng">
                <a:solidFill>
                  <a:srgbClr val="2A33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44"/>
              <p:cNvSpPr/>
              <p:nvPr/>
            </p:nvSpPr>
            <p:spPr>
              <a:xfrm>
                <a:off x="5350350" y="2898700"/>
                <a:ext cx="27725" cy="99750"/>
              </a:xfrm>
              <a:custGeom>
                <a:avLst/>
                <a:gdLst/>
                <a:ahLst/>
                <a:cxnLst/>
                <a:rect l="l" t="t" r="r" b="b"/>
                <a:pathLst>
                  <a:path w="1109" h="3990" fill="none" extrusionOk="0">
                    <a:moveTo>
                      <a:pt x="1108" y="3989"/>
                    </a:moveTo>
                    <a:cubicBezTo>
                      <a:pt x="930" y="2620"/>
                      <a:pt x="549" y="1263"/>
                      <a:pt x="1" y="1"/>
                    </a:cubicBezTo>
                  </a:path>
                </a:pathLst>
              </a:custGeom>
              <a:noFill/>
              <a:ln w="8025" cap="rnd" cmpd="sng">
                <a:solidFill>
                  <a:srgbClr val="2A33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44"/>
              <p:cNvSpPr/>
              <p:nvPr/>
            </p:nvSpPr>
            <p:spPr>
              <a:xfrm>
                <a:off x="5446500" y="3099925"/>
                <a:ext cx="98250" cy="147650"/>
              </a:xfrm>
              <a:custGeom>
                <a:avLst/>
                <a:gdLst/>
                <a:ahLst/>
                <a:cxnLst/>
                <a:rect l="l" t="t" r="r" b="b"/>
                <a:pathLst>
                  <a:path w="3930" h="5906" fill="none" extrusionOk="0">
                    <a:moveTo>
                      <a:pt x="1" y="5906"/>
                    </a:moveTo>
                    <a:cubicBezTo>
                      <a:pt x="1965" y="4489"/>
                      <a:pt x="3394" y="2358"/>
                      <a:pt x="3930" y="0"/>
                    </a:cubicBezTo>
                  </a:path>
                </a:pathLst>
              </a:custGeom>
              <a:noFill/>
              <a:ln w="8025" cap="rnd" cmpd="sng">
                <a:solidFill>
                  <a:srgbClr val="2A331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44"/>
              <p:cNvSpPr/>
              <p:nvPr/>
            </p:nvSpPr>
            <p:spPr>
              <a:xfrm>
                <a:off x="4936325" y="2616475"/>
                <a:ext cx="161050" cy="289050"/>
              </a:xfrm>
              <a:custGeom>
                <a:avLst/>
                <a:gdLst/>
                <a:ahLst/>
                <a:cxnLst/>
                <a:rect l="l" t="t" r="r" b="b"/>
                <a:pathLst>
                  <a:path w="6442" h="11562" extrusionOk="0">
                    <a:moveTo>
                      <a:pt x="2602" y="1"/>
                    </a:moveTo>
                    <a:cubicBezTo>
                      <a:pt x="2429" y="1"/>
                      <a:pt x="2252" y="28"/>
                      <a:pt x="2072" y="86"/>
                    </a:cubicBezTo>
                    <a:cubicBezTo>
                      <a:pt x="357" y="645"/>
                      <a:pt x="0" y="3598"/>
                      <a:pt x="48" y="5086"/>
                    </a:cubicBezTo>
                    <a:cubicBezTo>
                      <a:pt x="84" y="7003"/>
                      <a:pt x="834" y="8896"/>
                      <a:pt x="2084" y="10337"/>
                    </a:cubicBezTo>
                    <a:cubicBezTo>
                      <a:pt x="2652" y="10973"/>
                      <a:pt x="3447" y="11562"/>
                      <a:pt x="4252" y="11562"/>
                    </a:cubicBezTo>
                    <a:cubicBezTo>
                      <a:pt x="4443" y="11562"/>
                      <a:pt x="4634" y="11529"/>
                      <a:pt x="4822" y="11456"/>
                    </a:cubicBezTo>
                    <a:cubicBezTo>
                      <a:pt x="5787" y="11075"/>
                      <a:pt x="6120" y="9873"/>
                      <a:pt x="6239" y="8849"/>
                    </a:cubicBezTo>
                    <a:cubicBezTo>
                      <a:pt x="6442" y="7075"/>
                      <a:pt x="6442" y="5241"/>
                      <a:pt x="5882" y="3550"/>
                    </a:cubicBezTo>
                    <a:cubicBezTo>
                      <a:pt x="5463" y="2304"/>
                      <a:pt x="4200" y="1"/>
                      <a:pt x="2602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44"/>
              <p:cNvSpPr/>
              <p:nvPr/>
            </p:nvSpPr>
            <p:spPr>
              <a:xfrm>
                <a:off x="4738975" y="2928625"/>
                <a:ext cx="139325" cy="202550"/>
              </a:xfrm>
              <a:custGeom>
                <a:avLst/>
                <a:gdLst/>
                <a:ahLst/>
                <a:cxnLst/>
                <a:rect l="l" t="t" r="r" b="b"/>
                <a:pathLst>
                  <a:path w="5573" h="8102" extrusionOk="0">
                    <a:moveTo>
                      <a:pt x="1048" y="1"/>
                    </a:moveTo>
                    <a:cubicBezTo>
                      <a:pt x="787" y="1"/>
                      <a:pt x="539" y="93"/>
                      <a:pt x="322" y="316"/>
                    </a:cubicBezTo>
                    <a:cubicBezTo>
                      <a:pt x="143" y="518"/>
                      <a:pt x="108" y="780"/>
                      <a:pt x="96" y="1054"/>
                    </a:cubicBezTo>
                    <a:cubicBezTo>
                      <a:pt x="0" y="3137"/>
                      <a:pt x="1096" y="6316"/>
                      <a:pt x="3084" y="7602"/>
                    </a:cubicBezTo>
                    <a:cubicBezTo>
                      <a:pt x="3394" y="7805"/>
                      <a:pt x="3739" y="7959"/>
                      <a:pt x="4108" y="8055"/>
                    </a:cubicBezTo>
                    <a:cubicBezTo>
                      <a:pt x="4219" y="8086"/>
                      <a:pt x="4335" y="8102"/>
                      <a:pt x="4450" y="8102"/>
                    </a:cubicBezTo>
                    <a:cubicBezTo>
                      <a:pt x="4643" y="8102"/>
                      <a:pt x="4832" y="8056"/>
                      <a:pt x="4989" y="7959"/>
                    </a:cubicBezTo>
                    <a:cubicBezTo>
                      <a:pt x="5227" y="7793"/>
                      <a:pt x="5346" y="7507"/>
                      <a:pt x="5394" y="7221"/>
                    </a:cubicBezTo>
                    <a:cubicBezTo>
                      <a:pt x="5573" y="5638"/>
                      <a:pt x="4572" y="3387"/>
                      <a:pt x="3739" y="2090"/>
                    </a:cubicBezTo>
                    <a:cubicBezTo>
                      <a:pt x="3339" y="1471"/>
                      <a:pt x="2088" y="1"/>
                      <a:pt x="10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44"/>
              <p:cNvSpPr/>
              <p:nvPr/>
            </p:nvSpPr>
            <p:spPr>
              <a:xfrm>
                <a:off x="4631225" y="3034125"/>
                <a:ext cx="1620450" cy="1032700"/>
              </a:xfrm>
              <a:custGeom>
                <a:avLst/>
                <a:gdLst/>
                <a:ahLst/>
                <a:cxnLst/>
                <a:rect l="l" t="t" r="r" b="b"/>
                <a:pathLst>
                  <a:path w="64818" h="41308" extrusionOk="0">
                    <a:moveTo>
                      <a:pt x="0" y="1"/>
                    </a:moveTo>
                    <a:cubicBezTo>
                      <a:pt x="0" y="1"/>
                      <a:pt x="0" y="16515"/>
                      <a:pt x="6096" y="34481"/>
                    </a:cubicBezTo>
                    <a:cubicBezTo>
                      <a:pt x="6977" y="37089"/>
                      <a:pt x="9228" y="38994"/>
                      <a:pt x="11930" y="39482"/>
                    </a:cubicBezTo>
                    <a:cubicBezTo>
                      <a:pt x="16317" y="40283"/>
                      <a:pt x="23742" y="41307"/>
                      <a:pt x="32890" y="41307"/>
                    </a:cubicBezTo>
                    <a:cubicBezTo>
                      <a:pt x="39111" y="41307"/>
                      <a:pt x="46129" y="40834"/>
                      <a:pt x="53531" y="39494"/>
                    </a:cubicBezTo>
                    <a:cubicBezTo>
                      <a:pt x="56376" y="38994"/>
                      <a:pt x="58698" y="36934"/>
                      <a:pt x="59520" y="34172"/>
                    </a:cubicBezTo>
                    <a:cubicBezTo>
                      <a:pt x="61484" y="27516"/>
                      <a:pt x="64818" y="14169"/>
                      <a:pt x="6473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44"/>
              <p:cNvSpPr/>
              <p:nvPr/>
            </p:nvSpPr>
            <p:spPr>
              <a:xfrm>
                <a:off x="4524650" y="2924475"/>
                <a:ext cx="1831525" cy="218925"/>
              </a:xfrm>
              <a:custGeom>
                <a:avLst/>
                <a:gdLst/>
                <a:ahLst/>
                <a:cxnLst/>
                <a:rect l="l" t="t" r="r" b="b"/>
                <a:pathLst>
                  <a:path w="73261" h="8757" extrusionOk="0">
                    <a:moveTo>
                      <a:pt x="24068" y="1"/>
                    </a:moveTo>
                    <a:cubicBezTo>
                      <a:pt x="16833" y="1"/>
                      <a:pt x="9893" y="77"/>
                      <a:pt x="4144" y="279"/>
                    </a:cubicBezTo>
                    <a:cubicBezTo>
                      <a:pt x="1834" y="351"/>
                      <a:pt x="1" y="2137"/>
                      <a:pt x="1" y="4327"/>
                    </a:cubicBezTo>
                    <a:lnTo>
                      <a:pt x="1" y="4708"/>
                    </a:lnTo>
                    <a:cubicBezTo>
                      <a:pt x="1" y="6947"/>
                      <a:pt x="1930" y="8756"/>
                      <a:pt x="4287" y="8756"/>
                    </a:cubicBezTo>
                    <a:lnTo>
                      <a:pt x="68974" y="8756"/>
                    </a:lnTo>
                    <a:cubicBezTo>
                      <a:pt x="71343" y="8756"/>
                      <a:pt x="73260" y="6947"/>
                      <a:pt x="73260" y="4708"/>
                    </a:cubicBezTo>
                    <a:cubicBezTo>
                      <a:pt x="73260" y="2529"/>
                      <a:pt x="71415" y="720"/>
                      <a:pt x="69093" y="660"/>
                    </a:cubicBezTo>
                    <a:cubicBezTo>
                      <a:pt x="60812" y="450"/>
                      <a:pt x="41575" y="1"/>
                      <a:pt x="2406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44"/>
              <p:cNvSpPr/>
              <p:nvPr/>
            </p:nvSpPr>
            <p:spPr>
              <a:xfrm>
                <a:off x="4631225" y="2973075"/>
                <a:ext cx="559725" cy="127675"/>
              </a:xfrm>
              <a:custGeom>
                <a:avLst/>
                <a:gdLst/>
                <a:ahLst/>
                <a:cxnLst/>
                <a:rect l="l" t="t" r="r" b="b"/>
                <a:pathLst>
                  <a:path w="22389" h="5107" extrusionOk="0">
                    <a:moveTo>
                      <a:pt x="15695" y="1"/>
                    </a:moveTo>
                    <a:cubicBezTo>
                      <a:pt x="15119" y="1"/>
                      <a:pt x="14617" y="14"/>
                      <a:pt x="14252" y="14"/>
                    </a:cubicBezTo>
                    <a:cubicBezTo>
                      <a:pt x="14193" y="14"/>
                      <a:pt x="14135" y="14"/>
                      <a:pt x="14076" y="14"/>
                    </a:cubicBezTo>
                    <a:cubicBezTo>
                      <a:pt x="11242" y="14"/>
                      <a:pt x="8407" y="291"/>
                      <a:pt x="5584" y="466"/>
                    </a:cubicBezTo>
                    <a:cubicBezTo>
                      <a:pt x="3929" y="550"/>
                      <a:pt x="0" y="359"/>
                      <a:pt x="489" y="3324"/>
                    </a:cubicBezTo>
                    <a:cubicBezTo>
                      <a:pt x="727" y="4729"/>
                      <a:pt x="2394" y="4657"/>
                      <a:pt x="3382" y="4729"/>
                    </a:cubicBezTo>
                    <a:cubicBezTo>
                      <a:pt x="5049" y="4848"/>
                      <a:pt x="6692" y="4955"/>
                      <a:pt x="8359" y="5026"/>
                    </a:cubicBezTo>
                    <a:cubicBezTo>
                      <a:pt x="9928" y="5090"/>
                      <a:pt x="11494" y="5106"/>
                      <a:pt x="13058" y="5106"/>
                    </a:cubicBezTo>
                    <a:cubicBezTo>
                      <a:pt x="14821" y="5106"/>
                      <a:pt x="16582" y="5085"/>
                      <a:pt x="18346" y="5085"/>
                    </a:cubicBezTo>
                    <a:cubicBezTo>
                      <a:pt x="18565" y="5085"/>
                      <a:pt x="18784" y="5085"/>
                      <a:pt x="19003" y="5086"/>
                    </a:cubicBezTo>
                    <a:cubicBezTo>
                      <a:pt x="19646" y="5074"/>
                      <a:pt x="20301" y="5050"/>
                      <a:pt x="20896" y="4776"/>
                    </a:cubicBezTo>
                    <a:cubicBezTo>
                      <a:pt x="21491" y="4515"/>
                      <a:pt x="22015" y="3955"/>
                      <a:pt x="22086" y="3264"/>
                    </a:cubicBezTo>
                    <a:cubicBezTo>
                      <a:pt x="22389" y="272"/>
                      <a:pt x="18294" y="1"/>
                      <a:pt x="15695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44"/>
              <p:cNvSpPr/>
              <p:nvPr/>
            </p:nvSpPr>
            <p:spPr>
              <a:xfrm>
                <a:off x="4606225" y="2385850"/>
                <a:ext cx="921550" cy="711400"/>
              </a:xfrm>
              <a:custGeom>
                <a:avLst/>
                <a:gdLst/>
                <a:ahLst/>
                <a:cxnLst/>
                <a:rect l="l" t="t" r="r" b="b"/>
                <a:pathLst>
                  <a:path w="36862" h="28456" extrusionOk="0">
                    <a:moveTo>
                      <a:pt x="3382" y="1"/>
                    </a:moveTo>
                    <a:cubicBezTo>
                      <a:pt x="2474" y="1"/>
                      <a:pt x="1580" y="413"/>
                      <a:pt x="1000" y="1191"/>
                    </a:cubicBezTo>
                    <a:cubicBezTo>
                      <a:pt x="0" y="2524"/>
                      <a:pt x="286" y="4382"/>
                      <a:pt x="1596" y="5358"/>
                    </a:cubicBezTo>
                    <a:lnTo>
                      <a:pt x="31707" y="27861"/>
                    </a:lnTo>
                    <a:cubicBezTo>
                      <a:pt x="32219" y="28265"/>
                      <a:pt x="32850" y="28456"/>
                      <a:pt x="33469" y="28456"/>
                    </a:cubicBezTo>
                    <a:cubicBezTo>
                      <a:pt x="34385" y="28456"/>
                      <a:pt x="35278" y="28039"/>
                      <a:pt x="35874" y="27265"/>
                    </a:cubicBezTo>
                    <a:cubicBezTo>
                      <a:pt x="36862" y="25944"/>
                      <a:pt x="36588" y="24086"/>
                      <a:pt x="35278" y="23098"/>
                    </a:cubicBezTo>
                    <a:lnTo>
                      <a:pt x="5168" y="595"/>
                    </a:lnTo>
                    <a:cubicBezTo>
                      <a:pt x="4631" y="194"/>
                      <a:pt x="4003" y="1"/>
                      <a:pt x="3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44"/>
              <p:cNvSpPr/>
              <p:nvPr/>
            </p:nvSpPr>
            <p:spPr>
              <a:xfrm>
                <a:off x="4706825" y="3274350"/>
                <a:ext cx="1393650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55746" h="763" fill="none" extrusionOk="0">
                    <a:moveTo>
                      <a:pt x="1" y="762"/>
                    </a:moveTo>
                    <a:cubicBezTo>
                      <a:pt x="18586" y="512"/>
                      <a:pt x="37160" y="262"/>
                      <a:pt x="55746" y="0"/>
                    </a:cubicBezTo>
                  </a:path>
                </a:pathLst>
              </a:custGeom>
              <a:noFill/>
              <a:ln w="8025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44"/>
              <p:cNvSpPr/>
              <p:nvPr/>
            </p:nvSpPr>
            <p:spPr>
              <a:xfrm>
                <a:off x="4784225" y="3477950"/>
                <a:ext cx="1266250" cy="1200"/>
              </a:xfrm>
              <a:custGeom>
                <a:avLst/>
                <a:gdLst/>
                <a:ahLst/>
                <a:cxnLst/>
                <a:rect l="l" t="t" r="r" b="b"/>
                <a:pathLst>
                  <a:path w="50650" h="48" fill="none" extrusionOk="0">
                    <a:moveTo>
                      <a:pt x="0" y="48"/>
                    </a:moveTo>
                    <a:cubicBezTo>
                      <a:pt x="16883" y="36"/>
                      <a:pt x="33766" y="12"/>
                      <a:pt x="50649" y="0"/>
                    </a:cubicBezTo>
                  </a:path>
                </a:pathLst>
              </a:custGeom>
              <a:noFill/>
              <a:ln w="8025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44"/>
              <p:cNvSpPr/>
              <p:nvPr/>
            </p:nvSpPr>
            <p:spPr>
              <a:xfrm>
                <a:off x="4886900" y="3646125"/>
                <a:ext cx="1204950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48198" h="643" fill="none" extrusionOk="0">
                    <a:moveTo>
                      <a:pt x="1" y="0"/>
                    </a:moveTo>
                    <a:cubicBezTo>
                      <a:pt x="16074" y="214"/>
                      <a:pt x="32148" y="429"/>
                      <a:pt x="48197" y="643"/>
                    </a:cubicBezTo>
                  </a:path>
                </a:pathLst>
              </a:custGeom>
              <a:noFill/>
              <a:ln w="8025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44"/>
              <p:cNvSpPr/>
              <p:nvPr/>
            </p:nvSpPr>
            <p:spPr>
              <a:xfrm>
                <a:off x="4950000" y="3834825"/>
                <a:ext cx="1047775" cy="5675"/>
              </a:xfrm>
              <a:custGeom>
                <a:avLst/>
                <a:gdLst/>
                <a:ahLst/>
                <a:cxnLst/>
                <a:rect l="l" t="t" r="r" b="b"/>
                <a:pathLst>
                  <a:path w="41911" h="227" fill="none" extrusionOk="0">
                    <a:moveTo>
                      <a:pt x="1" y="227"/>
                    </a:moveTo>
                    <a:cubicBezTo>
                      <a:pt x="2394" y="179"/>
                      <a:pt x="4811" y="179"/>
                      <a:pt x="7204" y="167"/>
                    </a:cubicBezTo>
                    <a:cubicBezTo>
                      <a:pt x="18765" y="108"/>
                      <a:pt x="30350" y="48"/>
                      <a:pt x="41911" y="1"/>
                    </a:cubicBezTo>
                  </a:path>
                </a:pathLst>
              </a:custGeom>
              <a:noFill/>
              <a:ln w="8025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44"/>
              <p:cNvSpPr/>
              <p:nvPr/>
            </p:nvSpPr>
            <p:spPr>
              <a:xfrm>
                <a:off x="5402150" y="3208850"/>
                <a:ext cx="11625" cy="75965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30386" fill="none" extrusionOk="0">
                    <a:moveTo>
                      <a:pt x="1" y="1"/>
                    </a:moveTo>
                    <a:cubicBezTo>
                      <a:pt x="143" y="10121"/>
                      <a:pt x="310" y="20265"/>
                      <a:pt x="465" y="30385"/>
                    </a:cubicBezTo>
                  </a:path>
                </a:pathLst>
              </a:custGeom>
              <a:noFill/>
              <a:ln w="8025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44"/>
              <p:cNvSpPr/>
              <p:nvPr/>
            </p:nvSpPr>
            <p:spPr>
              <a:xfrm>
                <a:off x="5588475" y="3204100"/>
                <a:ext cx="62850" cy="748025"/>
              </a:xfrm>
              <a:custGeom>
                <a:avLst/>
                <a:gdLst/>
                <a:ahLst/>
                <a:cxnLst/>
                <a:rect l="l" t="t" r="r" b="b"/>
                <a:pathLst>
                  <a:path w="2514" h="29921" fill="none" extrusionOk="0">
                    <a:moveTo>
                      <a:pt x="2513" y="0"/>
                    </a:moveTo>
                    <a:cubicBezTo>
                      <a:pt x="1680" y="9978"/>
                      <a:pt x="834" y="19943"/>
                      <a:pt x="1" y="29921"/>
                    </a:cubicBezTo>
                  </a:path>
                </a:pathLst>
              </a:custGeom>
              <a:noFill/>
              <a:ln w="8025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44"/>
              <p:cNvSpPr/>
              <p:nvPr/>
            </p:nvSpPr>
            <p:spPr>
              <a:xfrm>
                <a:off x="5774525" y="3223150"/>
                <a:ext cx="59250" cy="712000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28480" fill="none" extrusionOk="0">
                    <a:moveTo>
                      <a:pt x="2370" y="0"/>
                    </a:moveTo>
                    <a:lnTo>
                      <a:pt x="0" y="28480"/>
                    </a:lnTo>
                  </a:path>
                </a:pathLst>
              </a:custGeom>
              <a:noFill/>
              <a:ln w="8025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44"/>
              <p:cNvSpPr/>
              <p:nvPr/>
            </p:nvSpPr>
            <p:spPr>
              <a:xfrm>
                <a:off x="5964725" y="3220175"/>
                <a:ext cx="50625" cy="751300"/>
              </a:xfrm>
              <a:custGeom>
                <a:avLst/>
                <a:gdLst/>
                <a:ahLst/>
                <a:cxnLst/>
                <a:rect l="l" t="t" r="r" b="b"/>
                <a:pathLst>
                  <a:path w="2025" h="30052" fill="none" extrusionOk="0">
                    <a:moveTo>
                      <a:pt x="2024" y="0"/>
                    </a:moveTo>
                    <a:cubicBezTo>
                      <a:pt x="1358" y="10013"/>
                      <a:pt x="667" y="20027"/>
                      <a:pt x="0" y="30052"/>
                    </a:cubicBezTo>
                  </a:path>
                </a:pathLst>
              </a:custGeom>
              <a:noFill/>
              <a:ln w="8025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44"/>
              <p:cNvSpPr/>
              <p:nvPr/>
            </p:nvSpPr>
            <p:spPr>
              <a:xfrm>
                <a:off x="5156875" y="3209750"/>
                <a:ext cx="60750" cy="714400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8576" fill="none" extrusionOk="0">
                    <a:moveTo>
                      <a:pt x="1" y="1"/>
                    </a:moveTo>
                    <a:cubicBezTo>
                      <a:pt x="810" y="9526"/>
                      <a:pt x="1620" y="19050"/>
                      <a:pt x="2430" y="28575"/>
                    </a:cubicBezTo>
                  </a:path>
                </a:pathLst>
              </a:custGeom>
              <a:noFill/>
              <a:ln w="8025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44"/>
              <p:cNvSpPr/>
              <p:nvPr/>
            </p:nvSpPr>
            <p:spPr>
              <a:xfrm>
                <a:off x="4877375" y="3219575"/>
                <a:ext cx="170300" cy="715575"/>
              </a:xfrm>
              <a:custGeom>
                <a:avLst/>
                <a:gdLst/>
                <a:ahLst/>
                <a:cxnLst/>
                <a:rect l="l" t="t" r="r" b="b"/>
                <a:pathLst>
                  <a:path w="6812" h="28623" fill="none" extrusionOk="0">
                    <a:moveTo>
                      <a:pt x="1" y="0"/>
                    </a:moveTo>
                    <a:cubicBezTo>
                      <a:pt x="2263" y="9549"/>
                      <a:pt x="4549" y="19086"/>
                      <a:pt x="6811" y="28623"/>
                    </a:cubicBezTo>
                  </a:path>
                </a:pathLst>
              </a:custGeom>
              <a:noFill/>
              <a:ln w="8025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44"/>
              <p:cNvSpPr/>
              <p:nvPr/>
            </p:nvSpPr>
            <p:spPr>
              <a:xfrm>
                <a:off x="6122775" y="3275525"/>
                <a:ext cx="60450" cy="393225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15729" fill="none" extrusionOk="0">
                    <a:moveTo>
                      <a:pt x="2418" y="1"/>
                    </a:moveTo>
                    <a:cubicBezTo>
                      <a:pt x="1608" y="5240"/>
                      <a:pt x="810" y="10490"/>
                      <a:pt x="1" y="15729"/>
                    </a:cubicBezTo>
                  </a:path>
                </a:pathLst>
              </a:custGeom>
              <a:noFill/>
              <a:ln w="8025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44"/>
              <p:cNvSpPr/>
              <p:nvPr/>
            </p:nvSpPr>
            <p:spPr>
              <a:xfrm>
                <a:off x="6111775" y="3723200"/>
                <a:ext cx="1500" cy="22350"/>
              </a:xfrm>
              <a:custGeom>
                <a:avLst/>
                <a:gdLst/>
                <a:ahLst/>
                <a:cxnLst/>
                <a:rect l="l" t="t" r="r" b="b"/>
                <a:pathLst>
                  <a:path w="60" h="894" fill="none" extrusionOk="0">
                    <a:moveTo>
                      <a:pt x="60" y="1"/>
                    </a:moveTo>
                    <a:cubicBezTo>
                      <a:pt x="36" y="298"/>
                      <a:pt x="12" y="596"/>
                      <a:pt x="0" y="894"/>
                    </a:cubicBezTo>
                  </a:path>
                </a:pathLst>
              </a:custGeom>
              <a:noFill/>
              <a:ln w="8025" cap="rnd" cmpd="sng">
                <a:solidFill>
                  <a:srgbClr val="EAE7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44"/>
              <p:cNvSpPr/>
              <p:nvPr/>
            </p:nvSpPr>
            <p:spPr>
              <a:xfrm>
                <a:off x="4810400" y="3765475"/>
                <a:ext cx="173575" cy="196175"/>
              </a:xfrm>
              <a:custGeom>
                <a:avLst/>
                <a:gdLst/>
                <a:ahLst/>
                <a:cxnLst/>
                <a:rect l="l" t="t" r="r" b="b"/>
                <a:pathLst>
                  <a:path w="6943" h="7847" fill="none" extrusionOk="0">
                    <a:moveTo>
                      <a:pt x="1" y="0"/>
                    </a:moveTo>
                    <a:cubicBezTo>
                      <a:pt x="96" y="1894"/>
                      <a:pt x="834" y="3739"/>
                      <a:pt x="2085" y="5156"/>
                    </a:cubicBezTo>
                    <a:cubicBezTo>
                      <a:pt x="3335" y="6573"/>
                      <a:pt x="5085" y="7537"/>
                      <a:pt x="6942" y="7847"/>
                    </a:cubicBezTo>
                  </a:path>
                </a:pathLst>
              </a:custGeom>
              <a:noFill/>
              <a:ln w="8025" cap="rnd" cmpd="sng">
                <a:solidFill>
                  <a:srgbClr val="EAE7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44"/>
              <p:cNvSpPr/>
              <p:nvPr/>
            </p:nvSpPr>
            <p:spPr>
              <a:xfrm>
                <a:off x="5958475" y="3502650"/>
                <a:ext cx="845375" cy="829575"/>
              </a:xfrm>
              <a:custGeom>
                <a:avLst/>
                <a:gdLst/>
                <a:ahLst/>
                <a:cxnLst/>
                <a:rect l="l" t="t" r="r" b="b"/>
                <a:pathLst>
                  <a:path w="33815" h="33183" extrusionOk="0">
                    <a:moveTo>
                      <a:pt x="7620" y="0"/>
                    </a:moveTo>
                    <a:cubicBezTo>
                      <a:pt x="7620" y="0"/>
                      <a:pt x="107" y="7704"/>
                      <a:pt x="72" y="16586"/>
                    </a:cubicBezTo>
                    <a:cubicBezTo>
                      <a:pt x="0" y="29599"/>
                      <a:pt x="10144" y="33183"/>
                      <a:pt x="10144" y="33183"/>
                    </a:cubicBezTo>
                    <a:lnTo>
                      <a:pt x="23718" y="33183"/>
                    </a:lnTo>
                    <a:cubicBezTo>
                      <a:pt x="23729" y="33183"/>
                      <a:pt x="33814" y="27575"/>
                      <a:pt x="33814" y="16586"/>
                    </a:cubicBezTo>
                    <a:cubicBezTo>
                      <a:pt x="33814" y="7704"/>
                      <a:pt x="27039" y="0"/>
                      <a:pt x="2703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44"/>
              <p:cNvSpPr/>
              <p:nvPr/>
            </p:nvSpPr>
            <p:spPr>
              <a:xfrm>
                <a:off x="5993900" y="3658025"/>
                <a:ext cx="774825" cy="638500"/>
              </a:xfrm>
              <a:custGeom>
                <a:avLst/>
                <a:gdLst/>
                <a:ahLst/>
                <a:cxnLst/>
                <a:rect l="l" t="t" r="r" b="b"/>
                <a:pathLst>
                  <a:path w="30993" h="25540" extrusionOk="0">
                    <a:moveTo>
                      <a:pt x="3322" y="0"/>
                    </a:moveTo>
                    <a:cubicBezTo>
                      <a:pt x="1655" y="2810"/>
                      <a:pt x="84" y="6489"/>
                      <a:pt x="72" y="10359"/>
                    </a:cubicBezTo>
                    <a:cubicBezTo>
                      <a:pt x="0" y="21301"/>
                      <a:pt x="7608" y="24956"/>
                      <a:pt x="9013" y="25539"/>
                    </a:cubicBezTo>
                    <a:lnTo>
                      <a:pt x="21931" y="25539"/>
                    </a:lnTo>
                    <a:cubicBezTo>
                      <a:pt x="23515" y="24539"/>
                      <a:pt x="30992" y="19360"/>
                      <a:pt x="30992" y="10359"/>
                    </a:cubicBezTo>
                    <a:cubicBezTo>
                      <a:pt x="30992" y="8406"/>
                      <a:pt x="30635" y="6525"/>
                      <a:pt x="30087" y="4751"/>
                    </a:cubicBezTo>
                    <a:cubicBezTo>
                      <a:pt x="29301" y="5215"/>
                      <a:pt x="28432" y="5513"/>
                      <a:pt x="27527" y="5632"/>
                    </a:cubicBezTo>
                    <a:cubicBezTo>
                      <a:pt x="25491" y="5906"/>
                      <a:pt x="23205" y="5406"/>
                      <a:pt x="21527" y="6584"/>
                    </a:cubicBezTo>
                    <a:cubicBezTo>
                      <a:pt x="20503" y="7311"/>
                      <a:pt x="19931" y="8525"/>
                      <a:pt x="18967" y="9335"/>
                    </a:cubicBezTo>
                    <a:cubicBezTo>
                      <a:pt x="18163" y="9996"/>
                      <a:pt x="17149" y="10286"/>
                      <a:pt x="16108" y="10286"/>
                    </a:cubicBezTo>
                    <a:cubicBezTo>
                      <a:pt x="15051" y="10286"/>
                      <a:pt x="13967" y="9988"/>
                      <a:pt x="13049" y="9478"/>
                    </a:cubicBezTo>
                    <a:cubicBezTo>
                      <a:pt x="11216" y="8466"/>
                      <a:pt x="9859" y="6763"/>
                      <a:pt x="8596" y="5072"/>
                    </a:cubicBezTo>
                    <a:cubicBezTo>
                      <a:pt x="7334" y="3394"/>
                      <a:pt x="6049" y="1655"/>
                      <a:pt x="4298" y="524"/>
                    </a:cubicBezTo>
                    <a:cubicBezTo>
                      <a:pt x="3977" y="334"/>
                      <a:pt x="3655" y="143"/>
                      <a:pt x="33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44"/>
              <p:cNvSpPr/>
              <p:nvPr/>
            </p:nvSpPr>
            <p:spPr>
              <a:xfrm>
                <a:off x="6212375" y="4332500"/>
                <a:ext cx="340250" cy="47350"/>
              </a:xfrm>
              <a:custGeom>
                <a:avLst/>
                <a:gdLst/>
                <a:ahLst/>
                <a:cxnLst/>
                <a:rect l="l" t="t" r="r" b="b"/>
                <a:pathLst>
                  <a:path w="13610" h="1894" extrusionOk="0">
                    <a:moveTo>
                      <a:pt x="0" y="1"/>
                    </a:moveTo>
                    <a:lnTo>
                      <a:pt x="0" y="1144"/>
                    </a:lnTo>
                    <a:cubicBezTo>
                      <a:pt x="0" y="1561"/>
                      <a:pt x="334" y="1894"/>
                      <a:pt x="750" y="1894"/>
                    </a:cubicBezTo>
                    <a:lnTo>
                      <a:pt x="12859" y="1894"/>
                    </a:lnTo>
                    <a:cubicBezTo>
                      <a:pt x="13276" y="1894"/>
                      <a:pt x="13609" y="1549"/>
                      <a:pt x="13609" y="1144"/>
                    </a:cubicBezTo>
                    <a:lnTo>
                      <a:pt x="1359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44"/>
              <p:cNvSpPr/>
              <p:nvPr/>
            </p:nvSpPr>
            <p:spPr>
              <a:xfrm>
                <a:off x="6124575" y="3741375"/>
                <a:ext cx="514650" cy="351550"/>
              </a:xfrm>
              <a:custGeom>
                <a:avLst/>
                <a:gdLst/>
                <a:ahLst/>
                <a:cxnLst/>
                <a:rect l="l" t="t" r="r" b="b"/>
                <a:pathLst>
                  <a:path w="20586" h="14062" extrusionOk="0">
                    <a:moveTo>
                      <a:pt x="3000" y="0"/>
                    </a:moveTo>
                    <a:cubicBezTo>
                      <a:pt x="2524" y="0"/>
                      <a:pt x="2084" y="250"/>
                      <a:pt x="1869" y="667"/>
                    </a:cubicBezTo>
                    <a:cubicBezTo>
                      <a:pt x="881" y="2512"/>
                      <a:pt x="36" y="4739"/>
                      <a:pt x="24" y="7060"/>
                    </a:cubicBezTo>
                    <a:cubicBezTo>
                      <a:pt x="0" y="9870"/>
                      <a:pt x="750" y="11966"/>
                      <a:pt x="1715" y="13490"/>
                    </a:cubicBezTo>
                    <a:cubicBezTo>
                      <a:pt x="1953" y="13859"/>
                      <a:pt x="2357" y="14061"/>
                      <a:pt x="2798" y="14061"/>
                    </a:cubicBezTo>
                    <a:lnTo>
                      <a:pt x="17383" y="14061"/>
                    </a:lnTo>
                    <a:cubicBezTo>
                      <a:pt x="17800" y="14061"/>
                      <a:pt x="18193" y="13871"/>
                      <a:pt x="18431" y="13526"/>
                    </a:cubicBezTo>
                    <a:cubicBezTo>
                      <a:pt x="19622" y="11894"/>
                      <a:pt x="20586" y="9716"/>
                      <a:pt x="20586" y="7025"/>
                    </a:cubicBezTo>
                    <a:cubicBezTo>
                      <a:pt x="20586" y="4739"/>
                      <a:pt x="19848" y="2524"/>
                      <a:pt x="18979" y="726"/>
                    </a:cubicBezTo>
                    <a:cubicBezTo>
                      <a:pt x="18776" y="286"/>
                      <a:pt x="18312" y="0"/>
                      <a:pt x="178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44"/>
              <p:cNvSpPr/>
              <p:nvPr/>
            </p:nvSpPr>
            <p:spPr>
              <a:xfrm>
                <a:off x="6076950" y="3426750"/>
                <a:ext cx="625950" cy="187250"/>
              </a:xfrm>
              <a:custGeom>
                <a:avLst/>
                <a:gdLst/>
                <a:ahLst/>
                <a:cxnLst/>
                <a:rect l="l" t="t" r="r" b="b"/>
                <a:pathLst>
                  <a:path w="25038" h="7490" extrusionOk="0">
                    <a:moveTo>
                      <a:pt x="3989" y="0"/>
                    </a:moveTo>
                    <a:cubicBezTo>
                      <a:pt x="3250" y="0"/>
                      <a:pt x="2548" y="417"/>
                      <a:pt x="2203" y="1072"/>
                    </a:cubicBezTo>
                    <a:cubicBezTo>
                      <a:pt x="1750" y="1929"/>
                      <a:pt x="1274" y="2929"/>
                      <a:pt x="822" y="3596"/>
                    </a:cubicBezTo>
                    <a:cubicBezTo>
                      <a:pt x="417" y="4203"/>
                      <a:pt x="0" y="4882"/>
                      <a:pt x="0" y="5608"/>
                    </a:cubicBezTo>
                    <a:cubicBezTo>
                      <a:pt x="0" y="6406"/>
                      <a:pt x="583" y="7180"/>
                      <a:pt x="1357" y="7418"/>
                    </a:cubicBezTo>
                    <a:cubicBezTo>
                      <a:pt x="1523" y="7466"/>
                      <a:pt x="1694" y="7489"/>
                      <a:pt x="1865" y="7489"/>
                    </a:cubicBezTo>
                    <a:cubicBezTo>
                      <a:pt x="2663" y="7489"/>
                      <a:pt x="3454" y="6986"/>
                      <a:pt x="3679" y="6191"/>
                    </a:cubicBezTo>
                    <a:cubicBezTo>
                      <a:pt x="3762" y="5846"/>
                      <a:pt x="3929" y="5537"/>
                      <a:pt x="4215" y="5310"/>
                    </a:cubicBezTo>
                    <a:cubicBezTo>
                      <a:pt x="4432" y="5144"/>
                      <a:pt x="4636" y="5075"/>
                      <a:pt x="4827" y="5075"/>
                    </a:cubicBezTo>
                    <a:cubicBezTo>
                      <a:pt x="5387" y="5075"/>
                      <a:pt x="5826" y="5679"/>
                      <a:pt x="6120" y="6203"/>
                    </a:cubicBezTo>
                    <a:cubicBezTo>
                      <a:pt x="6394" y="6720"/>
                      <a:pt x="6846" y="7293"/>
                      <a:pt x="7392" y="7293"/>
                    </a:cubicBezTo>
                    <a:cubicBezTo>
                      <a:pt x="7463" y="7293"/>
                      <a:pt x="7535" y="7283"/>
                      <a:pt x="7608" y="7263"/>
                    </a:cubicBezTo>
                    <a:cubicBezTo>
                      <a:pt x="8430" y="7037"/>
                      <a:pt x="8442" y="5656"/>
                      <a:pt x="9263" y="5417"/>
                    </a:cubicBezTo>
                    <a:cubicBezTo>
                      <a:pt x="9334" y="5398"/>
                      <a:pt x="9404" y="5388"/>
                      <a:pt x="9472" y="5388"/>
                    </a:cubicBezTo>
                    <a:cubicBezTo>
                      <a:pt x="9937" y="5388"/>
                      <a:pt x="10354" y="5811"/>
                      <a:pt x="10644" y="6215"/>
                    </a:cubicBezTo>
                    <a:cubicBezTo>
                      <a:pt x="10966" y="6691"/>
                      <a:pt x="11311" y="7239"/>
                      <a:pt x="11882" y="7322"/>
                    </a:cubicBezTo>
                    <a:cubicBezTo>
                      <a:pt x="11920" y="7327"/>
                      <a:pt x="11957" y="7329"/>
                      <a:pt x="11993" y="7329"/>
                    </a:cubicBezTo>
                    <a:cubicBezTo>
                      <a:pt x="12735" y="7329"/>
                      <a:pt x="13292" y="6437"/>
                      <a:pt x="13621" y="5858"/>
                    </a:cubicBezTo>
                    <a:cubicBezTo>
                      <a:pt x="13787" y="5548"/>
                      <a:pt x="14037" y="5275"/>
                      <a:pt x="14347" y="5120"/>
                    </a:cubicBezTo>
                    <a:cubicBezTo>
                      <a:pt x="14551" y="5017"/>
                      <a:pt x="14739" y="4972"/>
                      <a:pt x="14915" y="4972"/>
                    </a:cubicBezTo>
                    <a:cubicBezTo>
                      <a:pt x="15551" y="4972"/>
                      <a:pt x="16018" y="5554"/>
                      <a:pt x="16419" y="6049"/>
                    </a:cubicBezTo>
                    <a:cubicBezTo>
                      <a:pt x="16760" y="6480"/>
                      <a:pt x="17253" y="6919"/>
                      <a:pt x="17762" y="6919"/>
                    </a:cubicBezTo>
                    <a:cubicBezTo>
                      <a:pt x="17858" y="6919"/>
                      <a:pt x="17954" y="6904"/>
                      <a:pt x="18050" y="6870"/>
                    </a:cubicBezTo>
                    <a:cubicBezTo>
                      <a:pt x="18860" y="6584"/>
                      <a:pt x="18907" y="5298"/>
                      <a:pt x="19693" y="4977"/>
                    </a:cubicBezTo>
                    <a:cubicBezTo>
                      <a:pt x="19803" y="4934"/>
                      <a:pt x="19919" y="4915"/>
                      <a:pt x="20036" y="4915"/>
                    </a:cubicBezTo>
                    <a:cubicBezTo>
                      <a:pt x="20310" y="4915"/>
                      <a:pt x="20590" y="5021"/>
                      <a:pt x="20824" y="5179"/>
                    </a:cubicBezTo>
                    <a:cubicBezTo>
                      <a:pt x="21169" y="5382"/>
                      <a:pt x="21431" y="5679"/>
                      <a:pt x="21765" y="5906"/>
                    </a:cubicBezTo>
                    <a:cubicBezTo>
                      <a:pt x="22098" y="6156"/>
                      <a:pt x="22503" y="6322"/>
                      <a:pt x="22920" y="6406"/>
                    </a:cubicBezTo>
                    <a:cubicBezTo>
                      <a:pt x="23033" y="6431"/>
                      <a:pt x="23145" y="6443"/>
                      <a:pt x="23254" y="6443"/>
                    </a:cubicBezTo>
                    <a:cubicBezTo>
                      <a:pt x="24274" y="6443"/>
                      <a:pt x="25038" y="5392"/>
                      <a:pt x="24694" y="4370"/>
                    </a:cubicBezTo>
                    <a:cubicBezTo>
                      <a:pt x="24289" y="3191"/>
                      <a:pt x="23765" y="2048"/>
                      <a:pt x="23134" y="976"/>
                    </a:cubicBezTo>
                    <a:cubicBezTo>
                      <a:pt x="22777" y="369"/>
                      <a:pt x="22110" y="0"/>
                      <a:pt x="213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44"/>
              <p:cNvSpPr/>
              <p:nvPr/>
            </p:nvSpPr>
            <p:spPr>
              <a:xfrm>
                <a:off x="6101950" y="3474950"/>
                <a:ext cx="5756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23027" h="609" fill="none" extrusionOk="0">
                    <a:moveTo>
                      <a:pt x="0" y="287"/>
                    </a:moveTo>
                    <a:cubicBezTo>
                      <a:pt x="7668" y="608"/>
                      <a:pt x="15359" y="525"/>
                      <a:pt x="23027" y="1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44"/>
              <p:cNvSpPr/>
              <p:nvPr/>
            </p:nvSpPr>
            <p:spPr>
              <a:xfrm>
                <a:off x="6536525" y="3345775"/>
                <a:ext cx="151525" cy="132475"/>
              </a:xfrm>
              <a:custGeom>
                <a:avLst/>
                <a:gdLst/>
                <a:ahLst/>
                <a:cxnLst/>
                <a:rect l="l" t="t" r="r" b="b"/>
                <a:pathLst>
                  <a:path w="6061" h="5299" fill="none" extrusionOk="0">
                    <a:moveTo>
                      <a:pt x="3917" y="5287"/>
                    </a:moveTo>
                    <a:cubicBezTo>
                      <a:pt x="3084" y="4906"/>
                      <a:pt x="2251" y="4513"/>
                      <a:pt x="1536" y="3954"/>
                    </a:cubicBezTo>
                    <a:cubicBezTo>
                      <a:pt x="822" y="3382"/>
                      <a:pt x="238" y="2596"/>
                      <a:pt x="96" y="1691"/>
                    </a:cubicBezTo>
                    <a:cubicBezTo>
                      <a:pt x="0" y="1096"/>
                      <a:pt x="203" y="334"/>
                      <a:pt x="798" y="215"/>
                    </a:cubicBezTo>
                    <a:cubicBezTo>
                      <a:pt x="1250" y="120"/>
                      <a:pt x="1667" y="453"/>
                      <a:pt x="1977" y="775"/>
                    </a:cubicBezTo>
                    <a:cubicBezTo>
                      <a:pt x="3036" y="1894"/>
                      <a:pt x="3906" y="3632"/>
                      <a:pt x="4096" y="5168"/>
                    </a:cubicBezTo>
                    <a:cubicBezTo>
                      <a:pt x="3929" y="3977"/>
                      <a:pt x="3810" y="2489"/>
                      <a:pt x="4096" y="1334"/>
                    </a:cubicBezTo>
                    <a:cubicBezTo>
                      <a:pt x="4167" y="1013"/>
                      <a:pt x="4263" y="691"/>
                      <a:pt x="4465" y="441"/>
                    </a:cubicBezTo>
                    <a:cubicBezTo>
                      <a:pt x="4656" y="179"/>
                      <a:pt x="4989" y="1"/>
                      <a:pt x="5310" y="60"/>
                    </a:cubicBezTo>
                    <a:cubicBezTo>
                      <a:pt x="5608" y="120"/>
                      <a:pt x="5846" y="382"/>
                      <a:pt x="5953" y="656"/>
                    </a:cubicBezTo>
                    <a:cubicBezTo>
                      <a:pt x="6061" y="941"/>
                      <a:pt x="6061" y="1275"/>
                      <a:pt x="6049" y="1572"/>
                    </a:cubicBezTo>
                    <a:cubicBezTo>
                      <a:pt x="5977" y="2906"/>
                      <a:pt x="4941" y="4108"/>
                      <a:pt x="4334" y="5299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44"/>
              <p:cNvSpPr/>
              <p:nvPr/>
            </p:nvSpPr>
            <p:spPr>
              <a:xfrm>
                <a:off x="6639200" y="3477650"/>
                <a:ext cx="190525" cy="86325"/>
              </a:xfrm>
              <a:custGeom>
                <a:avLst/>
                <a:gdLst/>
                <a:ahLst/>
                <a:cxnLst/>
                <a:rect l="l" t="t" r="r" b="b"/>
                <a:pathLst>
                  <a:path w="7621" h="3453" fill="none" extrusionOk="0">
                    <a:moveTo>
                      <a:pt x="1" y="0"/>
                    </a:moveTo>
                    <a:cubicBezTo>
                      <a:pt x="1656" y="2310"/>
                      <a:pt x="4835" y="3453"/>
                      <a:pt x="7621" y="2905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44"/>
              <p:cNvSpPr/>
              <p:nvPr/>
            </p:nvSpPr>
            <p:spPr>
              <a:xfrm>
                <a:off x="6634750" y="3478825"/>
                <a:ext cx="92600" cy="243800"/>
              </a:xfrm>
              <a:custGeom>
                <a:avLst/>
                <a:gdLst/>
                <a:ahLst/>
                <a:cxnLst/>
                <a:rect l="l" t="t" r="r" b="b"/>
                <a:pathLst>
                  <a:path w="3704" h="9752" fill="none" extrusionOk="0">
                    <a:moveTo>
                      <a:pt x="417" y="1"/>
                    </a:moveTo>
                    <a:cubicBezTo>
                      <a:pt x="215" y="1846"/>
                      <a:pt x="0" y="3727"/>
                      <a:pt x="405" y="5549"/>
                    </a:cubicBezTo>
                    <a:cubicBezTo>
                      <a:pt x="810" y="7359"/>
                      <a:pt x="1953" y="9121"/>
                      <a:pt x="3703" y="9752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44"/>
              <p:cNvSpPr/>
              <p:nvPr/>
            </p:nvSpPr>
            <p:spPr>
              <a:xfrm>
                <a:off x="6198675" y="3826200"/>
                <a:ext cx="358700" cy="173250"/>
              </a:xfrm>
              <a:custGeom>
                <a:avLst/>
                <a:gdLst/>
                <a:ahLst/>
                <a:cxnLst/>
                <a:rect l="l" t="t" r="r" b="b"/>
                <a:pathLst>
                  <a:path w="14348" h="6930" fill="none" extrusionOk="0">
                    <a:moveTo>
                      <a:pt x="1" y="4775"/>
                    </a:moveTo>
                    <a:cubicBezTo>
                      <a:pt x="155" y="5001"/>
                      <a:pt x="453" y="5108"/>
                      <a:pt x="727" y="5096"/>
                    </a:cubicBezTo>
                    <a:cubicBezTo>
                      <a:pt x="1001" y="5072"/>
                      <a:pt x="1263" y="4977"/>
                      <a:pt x="1525" y="4858"/>
                    </a:cubicBezTo>
                    <a:cubicBezTo>
                      <a:pt x="2191" y="4525"/>
                      <a:pt x="2799" y="4096"/>
                      <a:pt x="3334" y="3572"/>
                    </a:cubicBezTo>
                    <a:cubicBezTo>
                      <a:pt x="3644" y="3275"/>
                      <a:pt x="3942" y="2929"/>
                      <a:pt x="4108" y="2536"/>
                    </a:cubicBezTo>
                    <a:cubicBezTo>
                      <a:pt x="4275" y="2132"/>
                      <a:pt x="4299" y="1655"/>
                      <a:pt x="4096" y="1262"/>
                    </a:cubicBezTo>
                    <a:cubicBezTo>
                      <a:pt x="3882" y="881"/>
                      <a:pt x="3430" y="631"/>
                      <a:pt x="3013" y="727"/>
                    </a:cubicBezTo>
                    <a:cubicBezTo>
                      <a:pt x="2680" y="822"/>
                      <a:pt x="2430" y="1084"/>
                      <a:pt x="2299" y="1405"/>
                    </a:cubicBezTo>
                    <a:cubicBezTo>
                      <a:pt x="2156" y="1715"/>
                      <a:pt x="2132" y="2048"/>
                      <a:pt x="2120" y="2393"/>
                    </a:cubicBezTo>
                    <a:cubicBezTo>
                      <a:pt x="2072" y="3394"/>
                      <a:pt x="2132" y="4477"/>
                      <a:pt x="2811" y="5215"/>
                    </a:cubicBezTo>
                    <a:cubicBezTo>
                      <a:pt x="3370" y="5811"/>
                      <a:pt x="4215" y="6013"/>
                      <a:pt x="5013" y="6084"/>
                    </a:cubicBezTo>
                    <a:cubicBezTo>
                      <a:pt x="5894" y="6168"/>
                      <a:pt x="6799" y="6084"/>
                      <a:pt x="7561" y="5644"/>
                    </a:cubicBezTo>
                    <a:cubicBezTo>
                      <a:pt x="8252" y="5239"/>
                      <a:pt x="8752" y="4525"/>
                      <a:pt x="8907" y="3739"/>
                    </a:cubicBezTo>
                    <a:cubicBezTo>
                      <a:pt x="9049" y="2953"/>
                      <a:pt x="8859" y="2120"/>
                      <a:pt x="8371" y="1477"/>
                    </a:cubicBezTo>
                    <a:cubicBezTo>
                      <a:pt x="8097" y="1120"/>
                      <a:pt x="7680" y="822"/>
                      <a:pt x="7252" y="893"/>
                    </a:cubicBezTo>
                    <a:cubicBezTo>
                      <a:pt x="6906" y="953"/>
                      <a:pt x="6644" y="1250"/>
                      <a:pt x="6466" y="1548"/>
                    </a:cubicBezTo>
                    <a:cubicBezTo>
                      <a:pt x="5906" y="2477"/>
                      <a:pt x="5894" y="3679"/>
                      <a:pt x="6359" y="4644"/>
                    </a:cubicBezTo>
                    <a:cubicBezTo>
                      <a:pt x="6823" y="5608"/>
                      <a:pt x="7740" y="6334"/>
                      <a:pt x="8764" y="6632"/>
                    </a:cubicBezTo>
                    <a:cubicBezTo>
                      <a:pt x="9800" y="6930"/>
                      <a:pt x="10943" y="6799"/>
                      <a:pt x="11859" y="6275"/>
                    </a:cubicBezTo>
                    <a:cubicBezTo>
                      <a:pt x="12800" y="5763"/>
                      <a:pt x="13502" y="4834"/>
                      <a:pt x="13740" y="3798"/>
                    </a:cubicBezTo>
                    <a:cubicBezTo>
                      <a:pt x="13907" y="3084"/>
                      <a:pt x="13860" y="2334"/>
                      <a:pt x="13610" y="1655"/>
                    </a:cubicBezTo>
                    <a:cubicBezTo>
                      <a:pt x="13431" y="1143"/>
                      <a:pt x="13109" y="679"/>
                      <a:pt x="12669" y="381"/>
                    </a:cubicBezTo>
                    <a:cubicBezTo>
                      <a:pt x="12216" y="84"/>
                      <a:pt x="11621" y="0"/>
                      <a:pt x="11145" y="238"/>
                    </a:cubicBezTo>
                    <a:cubicBezTo>
                      <a:pt x="10538" y="536"/>
                      <a:pt x="10252" y="1262"/>
                      <a:pt x="10228" y="1953"/>
                    </a:cubicBezTo>
                    <a:cubicBezTo>
                      <a:pt x="10121" y="3644"/>
                      <a:pt x="11288" y="5322"/>
                      <a:pt x="12895" y="5858"/>
                    </a:cubicBezTo>
                    <a:cubicBezTo>
                      <a:pt x="13193" y="5953"/>
                      <a:pt x="13502" y="6025"/>
                      <a:pt x="13800" y="5918"/>
                    </a:cubicBezTo>
                    <a:cubicBezTo>
                      <a:pt x="14098" y="5834"/>
                      <a:pt x="14348" y="5549"/>
                      <a:pt x="14324" y="5239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44"/>
              <p:cNvSpPr/>
              <p:nvPr/>
            </p:nvSpPr>
            <p:spPr>
              <a:xfrm>
                <a:off x="6689525" y="3764875"/>
                <a:ext cx="56875" cy="348575"/>
              </a:xfrm>
              <a:custGeom>
                <a:avLst/>
                <a:gdLst/>
                <a:ahLst/>
                <a:cxnLst/>
                <a:rect l="l" t="t" r="r" b="b"/>
                <a:pathLst>
                  <a:path w="2275" h="13943" fill="none" extrusionOk="0">
                    <a:moveTo>
                      <a:pt x="238" y="1"/>
                    </a:moveTo>
                    <a:cubicBezTo>
                      <a:pt x="2274" y="4358"/>
                      <a:pt x="2191" y="9645"/>
                      <a:pt x="0" y="13943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44"/>
              <p:cNvSpPr/>
              <p:nvPr/>
            </p:nvSpPr>
            <p:spPr>
              <a:xfrm>
                <a:off x="6645450" y="4150650"/>
                <a:ext cx="17600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704" h="929" fill="none" extrusionOk="0">
                    <a:moveTo>
                      <a:pt x="703" y="0"/>
                    </a:moveTo>
                    <a:cubicBezTo>
                      <a:pt x="465" y="310"/>
                      <a:pt x="239" y="607"/>
                      <a:pt x="1" y="929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44"/>
              <p:cNvSpPr/>
              <p:nvPr/>
            </p:nvSpPr>
            <p:spPr>
              <a:xfrm>
                <a:off x="6237675" y="4329225"/>
                <a:ext cx="293225" cy="5400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216" fill="none" extrusionOk="0">
                    <a:moveTo>
                      <a:pt x="0" y="215"/>
                    </a:moveTo>
                    <a:cubicBezTo>
                      <a:pt x="3918" y="37"/>
                      <a:pt x="7835" y="1"/>
                      <a:pt x="11728" y="96"/>
                    </a:cubicBezTo>
                  </a:path>
                </a:pathLst>
              </a:custGeom>
              <a:noFill/>
              <a:ln w="80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44"/>
              <p:cNvSpPr/>
              <p:nvPr/>
            </p:nvSpPr>
            <p:spPr>
              <a:xfrm>
                <a:off x="6012350" y="3817950"/>
                <a:ext cx="127125" cy="327400"/>
              </a:xfrm>
              <a:custGeom>
                <a:avLst/>
                <a:gdLst/>
                <a:ahLst/>
                <a:cxnLst/>
                <a:rect l="l" t="t" r="r" b="b"/>
                <a:pathLst>
                  <a:path w="5085" h="13096" extrusionOk="0">
                    <a:moveTo>
                      <a:pt x="1778" y="0"/>
                    </a:moveTo>
                    <a:cubicBezTo>
                      <a:pt x="1370" y="0"/>
                      <a:pt x="1084" y="454"/>
                      <a:pt x="893" y="914"/>
                    </a:cubicBezTo>
                    <a:cubicBezTo>
                      <a:pt x="143" y="2747"/>
                      <a:pt x="0" y="4855"/>
                      <a:pt x="322" y="6760"/>
                    </a:cubicBezTo>
                    <a:cubicBezTo>
                      <a:pt x="703" y="8891"/>
                      <a:pt x="1691" y="10903"/>
                      <a:pt x="3179" y="12475"/>
                    </a:cubicBezTo>
                    <a:cubicBezTo>
                      <a:pt x="3479" y="12793"/>
                      <a:pt x="3881" y="13096"/>
                      <a:pt x="4276" y="13096"/>
                    </a:cubicBezTo>
                    <a:cubicBezTo>
                      <a:pt x="4384" y="13096"/>
                      <a:pt x="4491" y="13073"/>
                      <a:pt x="4596" y="13022"/>
                    </a:cubicBezTo>
                    <a:cubicBezTo>
                      <a:pt x="4941" y="12868"/>
                      <a:pt x="5084" y="12427"/>
                      <a:pt x="5025" y="12046"/>
                    </a:cubicBezTo>
                    <a:cubicBezTo>
                      <a:pt x="4989" y="11677"/>
                      <a:pt x="4787" y="11332"/>
                      <a:pt x="4608" y="10986"/>
                    </a:cubicBezTo>
                    <a:cubicBezTo>
                      <a:pt x="3275" y="8462"/>
                      <a:pt x="2667" y="5569"/>
                      <a:pt x="2846" y="2712"/>
                    </a:cubicBezTo>
                    <a:cubicBezTo>
                      <a:pt x="2905" y="1878"/>
                      <a:pt x="3036" y="807"/>
                      <a:pt x="2286" y="211"/>
                    </a:cubicBezTo>
                    <a:cubicBezTo>
                      <a:pt x="2099" y="63"/>
                      <a:pt x="1930" y="0"/>
                      <a:pt x="1778" y="0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44"/>
              <p:cNvSpPr/>
              <p:nvPr/>
            </p:nvSpPr>
            <p:spPr>
              <a:xfrm>
                <a:off x="6054450" y="3739425"/>
                <a:ext cx="74950" cy="62750"/>
              </a:xfrm>
              <a:custGeom>
                <a:avLst/>
                <a:gdLst/>
                <a:ahLst/>
                <a:cxnLst/>
                <a:rect l="l" t="t" r="r" b="b"/>
                <a:pathLst>
                  <a:path w="2998" h="2510" extrusionOk="0">
                    <a:moveTo>
                      <a:pt x="1549" y="0"/>
                    </a:moveTo>
                    <a:cubicBezTo>
                      <a:pt x="412" y="0"/>
                      <a:pt x="1" y="2166"/>
                      <a:pt x="1245" y="2471"/>
                    </a:cubicBezTo>
                    <a:cubicBezTo>
                      <a:pt x="1345" y="2497"/>
                      <a:pt x="1439" y="2510"/>
                      <a:pt x="1529" y="2510"/>
                    </a:cubicBezTo>
                    <a:cubicBezTo>
                      <a:pt x="2733" y="2510"/>
                      <a:pt x="2997" y="273"/>
                      <a:pt x="1733" y="19"/>
                    </a:cubicBezTo>
                    <a:cubicBezTo>
                      <a:pt x="1670" y="6"/>
                      <a:pt x="1609" y="0"/>
                      <a:pt x="1549" y="0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44"/>
              <p:cNvSpPr/>
              <p:nvPr/>
            </p:nvSpPr>
            <p:spPr>
              <a:xfrm>
                <a:off x="4265100" y="3678550"/>
                <a:ext cx="1186775" cy="572025"/>
              </a:xfrm>
              <a:custGeom>
                <a:avLst/>
                <a:gdLst/>
                <a:ahLst/>
                <a:cxnLst/>
                <a:rect l="l" t="t" r="r" b="b"/>
                <a:pathLst>
                  <a:path w="47471" h="22881" extrusionOk="0">
                    <a:moveTo>
                      <a:pt x="47471" y="1"/>
                    </a:moveTo>
                    <a:cubicBezTo>
                      <a:pt x="37218" y="776"/>
                      <a:pt x="26692" y="1175"/>
                      <a:pt x="16239" y="1175"/>
                    </a:cubicBezTo>
                    <a:cubicBezTo>
                      <a:pt x="10790" y="1175"/>
                      <a:pt x="5361" y="1066"/>
                      <a:pt x="1" y="846"/>
                    </a:cubicBezTo>
                    <a:lnTo>
                      <a:pt x="1" y="846"/>
                    </a:lnTo>
                    <a:cubicBezTo>
                      <a:pt x="1346" y="7228"/>
                      <a:pt x="3418" y="11978"/>
                      <a:pt x="6740" y="15955"/>
                    </a:cubicBezTo>
                    <a:cubicBezTo>
                      <a:pt x="10692" y="20680"/>
                      <a:pt x="16754" y="22881"/>
                      <a:pt x="22902" y="22881"/>
                    </a:cubicBezTo>
                    <a:cubicBezTo>
                      <a:pt x="29442" y="22881"/>
                      <a:pt x="36079" y="20391"/>
                      <a:pt x="40375" y="15800"/>
                    </a:cubicBezTo>
                    <a:cubicBezTo>
                      <a:pt x="44399" y="11502"/>
                      <a:pt x="45947" y="5525"/>
                      <a:pt x="4747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44"/>
              <p:cNvSpPr/>
              <p:nvPr/>
            </p:nvSpPr>
            <p:spPr>
              <a:xfrm>
                <a:off x="4747600" y="3975850"/>
                <a:ext cx="89400" cy="274225"/>
              </a:xfrm>
              <a:custGeom>
                <a:avLst/>
                <a:gdLst/>
                <a:ahLst/>
                <a:cxnLst/>
                <a:rect l="l" t="t" r="r" b="b"/>
                <a:pathLst>
                  <a:path w="3576" h="10969" extrusionOk="0">
                    <a:moveTo>
                      <a:pt x="2168" y="1"/>
                    </a:moveTo>
                    <a:cubicBezTo>
                      <a:pt x="1359" y="1"/>
                      <a:pt x="479" y="550"/>
                      <a:pt x="429" y="1587"/>
                    </a:cubicBezTo>
                    <a:cubicBezTo>
                      <a:pt x="286" y="4623"/>
                      <a:pt x="155" y="7659"/>
                      <a:pt x="1" y="10719"/>
                    </a:cubicBezTo>
                    <a:cubicBezTo>
                      <a:pt x="1013" y="10862"/>
                      <a:pt x="2060" y="10957"/>
                      <a:pt x="3084" y="10969"/>
                    </a:cubicBezTo>
                    <a:cubicBezTo>
                      <a:pt x="3227" y="7778"/>
                      <a:pt x="3382" y="4587"/>
                      <a:pt x="3525" y="1396"/>
                    </a:cubicBezTo>
                    <a:cubicBezTo>
                      <a:pt x="3576" y="451"/>
                      <a:pt x="2901" y="1"/>
                      <a:pt x="216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44"/>
              <p:cNvSpPr/>
              <p:nvPr/>
            </p:nvSpPr>
            <p:spPr>
              <a:xfrm>
                <a:off x="4366300" y="3835650"/>
                <a:ext cx="238600" cy="210250"/>
              </a:xfrm>
              <a:custGeom>
                <a:avLst/>
                <a:gdLst/>
                <a:ahLst/>
                <a:cxnLst/>
                <a:rect l="l" t="t" r="r" b="b"/>
                <a:pathLst>
                  <a:path w="9544" h="8410" extrusionOk="0">
                    <a:moveTo>
                      <a:pt x="7157" y="0"/>
                    </a:moveTo>
                    <a:cubicBezTo>
                      <a:pt x="6784" y="0"/>
                      <a:pt x="6401" y="128"/>
                      <a:pt x="6061" y="432"/>
                    </a:cubicBezTo>
                    <a:cubicBezTo>
                      <a:pt x="4037" y="2218"/>
                      <a:pt x="2025" y="4016"/>
                      <a:pt x="1" y="5802"/>
                    </a:cubicBezTo>
                    <a:cubicBezTo>
                      <a:pt x="525" y="6707"/>
                      <a:pt x="1096" y="7576"/>
                      <a:pt x="1715" y="8409"/>
                    </a:cubicBezTo>
                    <a:cubicBezTo>
                      <a:pt x="3942" y="6421"/>
                      <a:pt x="6156" y="4444"/>
                      <a:pt x="8395" y="2480"/>
                    </a:cubicBezTo>
                    <a:cubicBezTo>
                      <a:pt x="9543" y="1460"/>
                      <a:pt x="8415" y="0"/>
                      <a:pt x="715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44"/>
              <p:cNvSpPr/>
              <p:nvPr/>
            </p:nvSpPr>
            <p:spPr>
              <a:xfrm>
                <a:off x="4878050" y="3961875"/>
                <a:ext cx="131825" cy="28107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11243" extrusionOk="0">
                    <a:moveTo>
                      <a:pt x="1972" y="1"/>
                    </a:moveTo>
                    <a:cubicBezTo>
                      <a:pt x="1047" y="1"/>
                      <a:pt x="0" y="854"/>
                      <a:pt x="260" y="2062"/>
                    </a:cubicBezTo>
                    <a:cubicBezTo>
                      <a:pt x="926" y="5122"/>
                      <a:pt x="1581" y="8194"/>
                      <a:pt x="2260" y="11242"/>
                    </a:cubicBezTo>
                    <a:cubicBezTo>
                      <a:pt x="3284" y="11099"/>
                      <a:pt x="4296" y="10873"/>
                      <a:pt x="5272" y="10599"/>
                    </a:cubicBezTo>
                    <a:cubicBezTo>
                      <a:pt x="4593" y="7420"/>
                      <a:pt x="3891" y="4229"/>
                      <a:pt x="3200" y="1050"/>
                    </a:cubicBezTo>
                    <a:cubicBezTo>
                      <a:pt x="3048" y="314"/>
                      <a:pt x="2532" y="1"/>
                      <a:pt x="197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44"/>
              <p:cNvSpPr/>
              <p:nvPr/>
            </p:nvSpPr>
            <p:spPr>
              <a:xfrm>
                <a:off x="4299025" y="3769650"/>
                <a:ext cx="183425" cy="130400"/>
              </a:xfrm>
              <a:custGeom>
                <a:avLst/>
                <a:gdLst/>
                <a:ahLst/>
                <a:cxnLst/>
                <a:rect l="l" t="t" r="r" b="b"/>
                <a:pathLst>
                  <a:path w="7337" h="5216" extrusionOk="0">
                    <a:moveTo>
                      <a:pt x="4848" y="1"/>
                    </a:moveTo>
                    <a:cubicBezTo>
                      <a:pt x="4601" y="1"/>
                      <a:pt x="4343" y="59"/>
                      <a:pt x="4085" y="191"/>
                    </a:cubicBezTo>
                    <a:cubicBezTo>
                      <a:pt x="2716" y="893"/>
                      <a:pt x="1370" y="1596"/>
                      <a:pt x="1" y="2298"/>
                    </a:cubicBezTo>
                    <a:cubicBezTo>
                      <a:pt x="322" y="3310"/>
                      <a:pt x="692" y="4274"/>
                      <a:pt x="1084" y="5215"/>
                    </a:cubicBezTo>
                    <a:cubicBezTo>
                      <a:pt x="2656" y="4405"/>
                      <a:pt x="4240" y="3584"/>
                      <a:pt x="5811" y="2786"/>
                    </a:cubicBezTo>
                    <a:cubicBezTo>
                      <a:pt x="7337" y="1993"/>
                      <a:pt x="6291" y="1"/>
                      <a:pt x="48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44"/>
              <p:cNvSpPr/>
              <p:nvPr/>
            </p:nvSpPr>
            <p:spPr>
              <a:xfrm>
                <a:off x="4512150" y="3939525"/>
                <a:ext cx="200750" cy="251625"/>
              </a:xfrm>
              <a:custGeom>
                <a:avLst/>
                <a:gdLst/>
                <a:ahLst/>
                <a:cxnLst/>
                <a:rect l="l" t="t" r="r" b="b"/>
                <a:pathLst>
                  <a:path w="8030" h="10065" extrusionOk="0">
                    <a:moveTo>
                      <a:pt x="5906" y="1"/>
                    </a:moveTo>
                    <a:cubicBezTo>
                      <a:pt x="5397" y="1"/>
                      <a:pt x="4883" y="229"/>
                      <a:pt x="4549" y="777"/>
                    </a:cubicBezTo>
                    <a:cubicBezTo>
                      <a:pt x="3037" y="3337"/>
                      <a:pt x="1513" y="5885"/>
                      <a:pt x="1" y="8445"/>
                    </a:cubicBezTo>
                    <a:cubicBezTo>
                      <a:pt x="834" y="9052"/>
                      <a:pt x="1727" y="9612"/>
                      <a:pt x="2644" y="10064"/>
                    </a:cubicBezTo>
                    <a:cubicBezTo>
                      <a:pt x="4216" y="7433"/>
                      <a:pt x="5775" y="4802"/>
                      <a:pt x="7335" y="2182"/>
                    </a:cubicBezTo>
                    <a:cubicBezTo>
                      <a:pt x="8029" y="1012"/>
                      <a:pt x="6978" y="1"/>
                      <a:pt x="590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44"/>
              <p:cNvSpPr/>
              <p:nvPr/>
            </p:nvSpPr>
            <p:spPr>
              <a:xfrm>
                <a:off x="5179350" y="3740400"/>
                <a:ext cx="243650" cy="113800"/>
              </a:xfrm>
              <a:custGeom>
                <a:avLst/>
                <a:gdLst/>
                <a:ahLst/>
                <a:cxnLst/>
                <a:rect l="l" t="t" r="r" b="b"/>
                <a:pathLst>
                  <a:path w="9746" h="4552" extrusionOk="0">
                    <a:moveTo>
                      <a:pt x="2124" y="0"/>
                    </a:moveTo>
                    <a:cubicBezTo>
                      <a:pt x="447" y="0"/>
                      <a:pt x="1" y="2697"/>
                      <a:pt x="1840" y="3087"/>
                    </a:cubicBezTo>
                    <a:cubicBezTo>
                      <a:pt x="4150" y="3587"/>
                      <a:pt x="6472" y="4075"/>
                      <a:pt x="8782" y="4552"/>
                    </a:cubicBezTo>
                    <a:cubicBezTo>
                      <a:pt x="9139" y="3563"/>
                      <a:pt x="9448" y="2575"/>
                      <a:pt x="9746" y="1575"/>
                    </a:cubicBezTo>
                    <a:cubicBezTo>
                      <a:pt x="7329" y="1063"/>
                      <a:pt x="4912" y="563"/>
                      <a:pt x="2483" y="39"/>
                    </a:cubicBezTo>
                    <a:cubicBezTo>
                      <a:pt x="2358" y="12"/>
                      <a:pt x="2238" y="0"/>
                      <a:pt x="212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44"/>
              <p:cNvSpPr/>
              <p:nvPr/>
            </p:nvSpPr>
            <p:spPr>
              <a:xfrm>
                <a:off x="5109175" y="3858400"/>
                <a:ext cx="223350" cy="200300"/>
              </a:xfrm>
              <a:custGeom>
                <a:avLst/>
                <a:gdLst/>
                <a:ahLst/>
                <a:cxnLst/>
                <a:rect l="l" t="t" r="r" b="b"/>
                <a:pathLst>
                  <a:path w="8934" h="8012" extrusionOk="0">
                    <a:moveTo>
                      <a:pt x="2171" y="1"/>
                    </a:moveTo>
                    <a:cubicBezTo>
                      <a:pt x="1008" y="1"/>
                      <a:pt x="0" y="1681"/>
                      <a:pt x="1087" y="2796"/>
                    </a:cubicBezTo>
                    <a:cubicBezTo>
                      <a:pt x="2957" y="4713"/>
                      <a:pt x="4981" y="6439"/>
                      <a:pt x="7124" y="8011"/>
                    </a:cubicBezTo>
                    <a:cubicBezTo>
                      <a:pt x="7802" y="7225"/>
                      <a:pt x="8398" y="6380"/>
                      <a:pt x="8933" y="5511"/>
                    </a:cubicBezTo>
                    <a:cubicBezTo>
                      <a:pt x="6862" y="3999"/>
                      <a:pt x="4945" y="2296"/>
                      <a:pt x="3147" y="451"/>
                    </a:cubicBezTo>
                    <a:cubicBezTo>
                      <a:pt x="2838" y="134"/>
                      <a:pt x="2499" y="1"/>
                      <a:pt x="217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44"/>
              <p:cNvSpPr/>
              <p:nvPr/>
            </p:nvSpPr>
            <p:spPr>
              <a:xfrm>
                <a:off x="5004950" y="3925675"/>
                <a:ext cx="173975" cy="264875"/>
              </a:xfrm>
              <a:custGeom>
                <a:avLst/>
                <a:gdLst/>
                <a:ahLst/>
                <a:cxnLst/>
                <a:rect l="l" t="t" r="r" b="b"/>
                <a:pathLst>
                  <a:path w="6959" h="10595" extrusionOk="0">
                    <a:moveTo>
                      <a:pt x="1971" y="1"/>
                    </a:moveTo>
                    <a:cubicBezTo>
                      <a:pt x="980" y="1"/>
                      <a:pt x="1" y="816"/>
                      <a:pt x="494" y="1974"/>
                    </a:cubicBezTo>
                    <a:cubicBezTo>
                      <a:pt x="1744" y="4844"/>
                      <a:pt x="2982" y="7725"/>
                      <a:pt x="4232" y="10595"/>
                    </a:cubicBezTo>
                    <a:cubicBezTo>
                      <a:pt x="5185" y="10142"/>
                      <a:pt x="6090" y="9642"/>
                      <a:pt x="6959" y="9071"/>
                    </a:cubicBezTo>
                    <a:cubicBezTo>
                      <a:pt x="5792" y="6368"/>
                      <a:pt x="4625" y="3653"/>
                      <a:pt x="3447" y="962"/>
                    </a:cubicBezTo>
                    <a:cubicBezTo>
                      <a:pt x="3154" y="288"/>
                      <a:pt x="2560" y="1"/>
                      <a:pt x="197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44"/>
              <p:cNvSpPr/>
              <p:nvPr/>
            </p:nvSpPr>
            <p:spPr>
              <a:xfrm>
                <a:off x="4326725" y="3683025"/>
                <a:ext cx="1054625" cy="461625"/>
              </a:xfrm>
              <a:custGeom>
                <a:avLst/>
                <a:gdLst/>
                <a:ahLst/>
                <a:cxnLst/>
                <a:rect l="l" t="t" r="r" b="b"/>
                <a:pathLst>
                  <a:path w="42185" h="18465" extrusionOk="0">
                    <a:moveTo>
                      <a:pt x="42184" y="0"/>
                    </a:moveTo>
                    <a:lnTo>
                      <a:pt x="42184" y="0"/>
                    </a:lnTo>
                    <a:cubicBezTo>
                      <a:pt x="32739" y="655"/>
                      <a:pt x="23101" y="986"/>
                      <a:pt x="13529" y="986"/>
                    </a:cubicBezTo>
                    <a:cubicBezTo>
                      <a:pt x="8995" y="986"/>
                      <a:pt x="4477" y="912"/>
                      <a:pt x="0" y="762"/>
                    </a:cubicBezTo>
                    <a:lnTo>
                      <a:pt x="0" y="762"/>
                    </a:lnTo>
                    <a:cubicBezTo>
                      <a:pt x="1453" y="6977"/>
                      <a:pt x="5406" y="12645"/>
                      <a:pt x="10954" y="15788"/>
                    </a:cubicBezTo>
                    <a:cubicBezTo>
                      <a:pt x="14100" y="17566"/>
                      <a:pt x="17720" y="18464"/>
                      <a:pt x="21331" y="18464"/>
                    </a:cubicBezTo>
                    <a:cubicBezTo>
                      <a:pt x="25578" y="18464"/>
                      <a:pt x="29812" y="17221"/>
                      <a:pt x="33243" y="14705"/>
                    </a:cubicBezTo>
                    <a:cubicBezTo>
                      <a:pt x="36838" y="12050"/>
                      <a:pt x="39446" y="8204"/>
                      <a:pt x="41005" y="4013"/>
                    </a:cubicBezTo>
                    <a:cubicBezTo>
                      <a:pt x="41494" y="2691"/>
                      <a:pt x="41875" y="1358"/>
                      <a:pt x="421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44"/>
              <p:cNvSpPr/>
              <p:nvPr/>
            </p:nvSpPr>
            <p:spPr>
              <a:xfrm>
                <a:off x="4341300" y="3684225"/>
                <a:ext cx="1014450" cy="437600"/>
              </a:xfrm>
              <a:custGeom>
                <a:avLst/>
                <a:gdLst/>
                <a:ahLst/>
                <a:cxnLst/>
                <a:rect l="l" t="t" r="r" b="b"/>
                <a:pathLst>
                  <a:path w="40578" h="17504" extrusionOk="0">
                    <a:moveTo>
                      <a:pt x="40577" y="0"/>
                    </a:moveTo>
                    <a:lnTo>
                      <a:pt x="40577" y="0"/>
                    </a:lnTo>
                    <a:cubicBezTo>
                      <a:pt x="31491" y="614"/>
                      <a:pt x="22229" y="926"/>
                      <a:pt x="13026" y="926"/>
                    </a:cubicBezTo>
                    <a:cubicBezTo>
                      <a:pt x="8663" y="926"/>
                      <a:pt x="4313" y="856"/>
                      <a:pt x="1" y="714"/>
                    </a:cubicBezTo>
                    <a:lnTo>
                      <a:pt x="1" y="714"/>
                    </a:lnTo>
                    <a:cubicBezTo>
                      <a:pt x="1060" y="4834"/>
                      <a:pt x="3227" y="8668"/>
                      <a:pt x="6299" y="11609"/>
                    </a:cubicBezTo>
                    <a:cubicBezTo>
                      <a:pt x="9657" y="14835"/>
                      <a:pt x="14074" y="16943"/>
                      <a:pt x="18705" y="17407"/>
                    </a:cubicBezTo>
                    <a:cubicBezTo>
                      <a:pt x="19346" y="17471"/>
                      <a:pt x="19990" y="17503"/>
                      <a:pt x="20633" y="17503"/>
                    </a:cubicBezTo>
                    <a:cubicBezTo>
                      <a:pt x="25806" y="17503"/>
                      <a:pt x="30956" y="15447"/>
                      <a:pt x="34684" y="11847"/>
                    </a:cubicBezTo>
                    <a:cubicBezTo>
                      <a:pt x="37910" y="8715"/>
                      <a:pt x="39982" y="4441"/>
                      <a:pt x="405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44"/>
              <p:cNvSpPr/>
              <p:nvPr/>
            </p:nvSpPr>
            <p:spPr>
              <a:xfrm>
                <a:off x="4765475" y="3748475"/>
                <a:ext cx="25025" cy="405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621" extrusionOk="0">
                    <a:moveTo>
                      <a:pt x="532" y="1"/>
                    </a:moveTo>
                    <a:cubicBezTo>
                      <a:pt x="163" y="1"/>
                      <a:pt x="46" y="981"/>
                      <a:pt x="12" y="1204"/>
                    </a:cubicBezTo>
                    <a:cubicBezTo>
                      <a:pt x="0" y="1359"/>
                      <a:pt x="12" y="1550"/>
                      <a:pt x="155" y="1609"/>
                    </a:cubicBezTo>
                    <a:cubicBezTo>
                      <a:pt x="177" y="1617"/>
                      <a:pt x="204" y="1621"/>
                      <a:pt x="231" y="1621"/>
                    </a:cubicBezTo>
                    <a:cubicBezTo>
                      <a:pt x="291" y="1621"/>
                      <a:pt x="356" y="1602"/>
                      <a:pt x="405" y="1562"/>
                    </a:cubicBezTo>
                    <a:cubicBezTo>
                      <a:pt x="476" y="1502"/>
                      <a:pt x="524" y="1431"/>
                      <a:pt x="548" y="1359"/>
                    </a:cubicBezTo>
                    <a:cubicBezTo>
                      <a:pt x="667" y="1121"/>
                      <a:pt x="1000" y="145"/>
                      <a:pt x="607" y="14"/>
                    </a:cubicBezTo>
                    <a:cubicBezTo>
                      <a:pt x="581" y="5"/>
                      <a:pt x="556" y="1"/>
                      <a:pt x="5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44"/>
              <p:cNvSpPr/>
              <p:nvPr/>
            </p:nvSpPr>
            <p:spPr>
              <a:xfrm>
                <a:off x="4569000" y="3767075"/>
                <a:ext cx="3630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356" extrusionOk="0">
                    <a:moveTo>
                      <a:pt x="1216" y="1"/>
                    </a:moveTo>
                    <a:cubicBezTo>
                      <a:pt x="1173" y="1"/>
                      <a:pt x="1117" y="14"/>
                      <a:pt x="1049" y="44"/>
                    </a:cubicBezTo>
                    <a:cubicBezTo>
                      <a:pt x="680" y="175"/>
                      <a:pt x="382" y="508"/>
                      <a:pt x="180" y="794"/>
                    </a:cubicBezTo>
                    <a:cubicBezTo>
                      <a:pt x="96" y="925"/>
                      <a:pt x="1" y="1091"/>
                      <a:pt x="96" y="1234"/>
                    </a:cubicBezTo>
                    <a:cubicBezTo>
                      <a:pt x="148" y="1318"/>
                      <a:pt x="246" y="1355"/>
                      <a:pt x="334" y="1355"/>
                    </a:cubicBezTo>
                    <a:cubicBezTo>
                      <a:pt x="346" y="1355"/>
                      <a:pt x="358" y="1355"/>
                      <a:pt x="370" y="1353"/>
                    </a:cubicBezTo>
                    <a:cubicBezTo>
                      <a:pt x="477" y="1341"/>
                      <a:pt x="584" y="1294"/>
                      <a:pt x="668" y="1234"/>
                    </a:cubicBezTo>
                    <a:cubicBezTo>
                      <a:pt x="894" y="1091"/>
                      <a:pt x="1084" y="877"/>
                      <a:pt x="1227" y="627"/>
                    </a:cubicBezTo>
                    <a:cubicBezTo>
                      <a:pt x="1348" y="386"/>
                      <a:pt x="1451" y="1"/>
                      <a:pt x="12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44"/>
              <p:cNvSpPr/>
              <p:nvPr/>
            </p:nvSpPr>
            <p:spPr>
              <a:xfrm>
                <a:off x="4640750" y="3857850"/>
                <a:ext cx="38425" cy="49375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975" extrusionOk="0">
                    <a:moveTo>
                      <a:pt x="1003" y="1"/>
                    </a:moveTo>
                    <a:cubicBezTo>
                      <a:pt x="625" y="1"/>
                      <a:pt x="223" y="780"/>
                      <a:pt x="119" y="1008"/>
                    </a:cubicBezTo>
                    <a:cubicBezTo>
                      <a:pt x="48" y="1187"/>
                      <a:pt x="0" y="1366"/>
                      <a:pt x="12" y="1544"/>
                    </a:cubicBezTo>
                    <a:cubicBezTo>
                      <a:pt x="48" y="1723"/>
                      <a:pt x="167" y="1901"/>
                      <a:pt x="346" y="1961"/>
                    </a:cubicBezTo>
                    <a:cubicBezTo>
                      <a:pt x="381" y="1970"/>
                      <a:pt x="418" y="1975"/>
                      <a:pt x="454" y="1975"/>
                    </a:cubicBezTo>
                    <a:cubicBezTo>
                      <a:pt x="555" y="1975"/>
                      <a:pt x="657" y="1942"/>
                      <a:pt x="727" y="1889"/>
                    </a:cubicBezTo>
                    <a:cubicBezTo>
                      <a:pt x="846" y="1818"/>
                      <a:pt x="929" y="1699"/>
                      <a:pt x="1000" y="1592"/>
                    </a:cubicBezTo>
                    <a:cubicBezTo>
                      <a:pt x="1179" y="1294"/>
                      <a:pt x="1536" y="330"/>
                      <a:pt x="1167" y="56"/>
                    </a:cubicBezTo>
                    <a:cubicBezTo>
                      <a:pt x="1114" y="18"/>
                      <a:pt x="1058" y="1"/>
                      <a:pt x="10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44"/>
              <p:cNvSpPr/>
              <p:nvPr/>
            </p:nvSpPr>
            <p:spPr>
              <a:xfrm>
                <a:off x="4853875" y="3868100"/>
                <a:ext cx="33050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2017" extrusionOk="0">
                    <a:moveTo>
                      <a:pt x="727" y="1"/>
                    </a:moveTo>
                    <a:cubicBezTo>
                      <a:pt x="711" y="1"/>
                      <a:pt x="695" y="2"/>
                      <a:pt x="679" y="3"/>
                    </a:cubicBezTo>
                    <a:cubicBezTo>
                      <a:pt x="0" y="63"/>
                      <a:pt x="215" y="1110"/>
                      <a:pt x="322" y="1527"/>
                    </a:cubicBezTo>
                    <a:cubicBezTo>
                      <a:pt x="346" y="1646"/>
                      <a:pt x="381" y="1765"/>
                      <a:pt x="453" y="1860"/>
                    </a:cubicBezTo>
                    <a:cubicBezTo>
                      <a:pt x="518" y="1959"/>
                      <a:pt x="623" y="2017"/>
                      <a:pt x="732" y="2017"/>
                    </a:cubicBezTo>
                    <a:cubicBezTo>
                      <a:pt x="742" y="2017"/>
                      <a:pt x="752" y="2016"/>
                      <a:pt x="762" y="2015"/>
                    </a:cubicBezTo>
                    <a:cubicBezTo>
                      <a:pt x="869" y="2003"/>
                      <a:pt x="965" y="1896"/>
                      <a:pt x="1000" y="1789"/>
                    </a:cubicBezTo>
                    <a:cubicBezTo>
                      <a:pt x="1048" y="1682"/>
                      <a:pt x="1048" y="1563"/>
                      <a:pt x="1060" y="1468"/>
                    </a:cubicBezTo>
                    <a:cubicBezTo>
                      <a:pt x="1095" y="1096"/>
                      <a:pt x="1322" y="1"/>
                      <a:pt x="7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44"/>
              <p:cNvSpPr/>
              <p:nvPr/>
            </p:nvSpPr>
            <p:spPr>
              <a:xfrm>
                <a:off x="5018175" y="3757600"/>
                <a:ext cx="37525" cy="4102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1641" extrusionOk="0">
                    <a:moveTo>
                      <a:pt x="881" y="1"/>
                    </a:moveTo>
                    <a:cubicBezTo>
                      <a:pt x="801" y="1"/>
                      <a:pt x="711" y="24"/>
                      <a:pt x="608" y="77"/>
                    </a:cubicBezTo>
                    <a:cubicBezTo>
                      <a:pt x="0" y="411"/>
                      <a:pt x="679" y="1244"/>
                      <a:pt x="1013" y="1530"/>
                    </a:cubicBezTo>
                    <a:cubicBezTo>
                      <a:pt x="1077" y="1585"/>
                      <a:pt x="1163" y="1641"/>
                      <a:pt x="1254" y="1641"/>
                    </a:cubicBezTo>
                    <a:cubicBezTo>
                      <a:pt x="1280" y="1641"/>
                      <a:pt x="1307" y="1636"/>
                      <a:pt x="1334" y="1625"/>
                    </a:cubicBezTo>
                    <a:cubicBezTo>
                      <a:pt x="1489" y="1566"/>
                      <a:pt x="1501" y="1363"/>
                      <a:pt x="1489" y="1208"/>
                    </a:cubicBezTo>
                    <a:cubicBezTo>
                      <a:pt x="1448" y="831"/>
                      <a:pt x="1355" y="1"/>
                      <a:pt x="8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44"/>
              <p:cNvSpPr/>
              <p:nvPr/>
            </p:nvSpPr>
            <p:spPr>
              <a:xfrm>
                <a:off x="5009250" y="3829175"/>
                <a:ext cx="19675" cy="56225"/>
              </a:xfrm>
              <a:custGeom>
                <a:avLst/>
                <a:gdLst/>
                <a:ahLst/>
                <a:cxnLst/>
                <a:rect l="l" t="t" r="r" b="b"/>
                <a:pathLst>
                  <a:path w="787" h="2249" extrusionOk="0">
                    <a:moveTo>
                      <a:pt x="215" y="1"/>
                    </a:moveTo>
                    <a:cubicBezTo>
                      <a:pt x="38" y="1"/>
                      <a:pt x="0" y="389"/>
                      <a:pt x="0" y="631"/>
                    </a:cubicBezTo>
                    <a:cubicBezTo>
                      <a:pt x="12" y="1108"/>
                      <a:pt x="84" y="1584"/>
                      <a:pt x="250" y="2024"/>
                    </a:cubicBezTo>
                    <a:cubicBezTo>
                      <a:pt x="262" y="2084"/>
                      <a:pt x="298" y="2143"/>
                      <a:pt x="334" y="2191"/>
                    </a:cubicBezTo>
                    <a:cubicBezTo>
                      <a:pt x="369" y="2226"/>
                      <a:pt x="416" y="2248"/>
                      <a:pt x="467" y="2248"/>
                    </a:cubicBezTo>
                    <a:cubicBezTo>
                      <a:pt x="486" y="2248"/>
                      <a:pt x="505" y="2245"/>
                      <a:pt x="524" y="2239"/>
                    </a:cubicBezTo>
                    <a:cubicBezTo>
                      <a:pt x="596" y="2203"/>
                      <a:pt x="619" y="2132"/>
                      <a:pt x="631" y="2060"/>
                    </a:cubicBezTo>
                    <a:cubicBezTo>
                      <a:pt x="774" y="1608"/>
                      <a:pt x="786" y="1131"/>
                      <a:pt x="679" y="691"/>
                    </a:cubicBezTo>
                    <a:cubicBezTo>
                      <a:pt x="631" y="500"/>
                      <a:pt x="572" y="334"/>
                      <a:pt x="477" y="191"/>
                    </a:cubicBezTo>
                    <a:cubicBezTo>
                      <a:pt x="366" y="55"/>
                      <a:pt x="281" y="1"/>
                      <a:pt x="2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44"/>
              <p:cNvSpPr/>
              <p:nvPr/>
            </p:nvSpPr>
            <p:spPr>
              <a:xfrm>
                <a:off x="5153300" y="3764725"/>
                <a:ext cx="435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1327" extrusionOk="0">
                    <a:moveTo>
                      <a:pt x="484" y="0"/>
                    </a:moveTo>
                    <a:cubicBezTo>
                      <a:pt x="320" y="0"/>
                      <a:pt x="177" y="57"/>
                      <a:pt x="120" y="233"/>
                    </a:cubicBezTo>
                    <a:cubicBezTo>
                      <a:pt x="1" y="566"/>
                      <a:pt x="596" y="923"/>
                      <a:pt x="834" y="1102"/>
                    </a:cubicBezTo>
                    <a:cubicBezTo>
                      <a:pt x="965" y="1223"/>
                      <a:pt x="1139" y="1327"/>
                      <a:pt x="1312" y="1327"/>
                    </a:cubicBezTo>
                    <a:cubicBezTo>
                      <a:pt x="1344" y="1327"/>
                      <a:pt x="1375" y="1324"/>
                      <a:pt x="1406" y="1316"/>
                    </a:cubicBezTo>
                    <a:cubicBezTo>
                      <a:pt x="1584" y="1269"/>
                      <a:pt x="1704" y="1102"/>
                      <a:pt x="1727" y="923"/>
                    </a:cubicBezTo>
                    <a:cubicBezTo>
                      <a:pt x="1739" y="745"/>
                      <a:pt x="1656" y="566"/>
                      <a:pt x="1549" y="435"/>
                    </a:cubicBezTo>
                    <a:cubicBezTo>
                      <a:pt x="1430" y="304"/>
                      <a:pt x="1263" y="209"/>
                      <a:pt x="1096" y="150"/>
                    </a:cubicBezTo>
                    <a:cubicBezTo>
                      <a:pt x="948" y="96"/>
                      <a:pt x="698" y="0"/>
                      <a:pt x="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44"/>
              <p:cNvSpPr/>
              <p:nvPr/>
            </p:nvSpPr>
            <p:spPr>
              <a:xfrm>
                <a:off x="5152350" y="3870550"/>
                <a:ext cx="45925" cy="34600"/>
              </a:xfrm>
              <a:custGeom>
                <a:avLst/>
                <a:gdLst/>
                <a:ahLst/>
                <a:cxnLst/>
                <a:rect l="l" t="t" r="r" b="b"/>
                <a:pathLst>
                  <a:path w="1837" h="1384" extrusionOk="0">
                    <a:moveTo>
                      <a:pt x="834" y="0"/>
                    </a:moveTo>
                    <a:cubicBezTo>
                      <a:pt x="1" y="0"/>
                      <a:pt x="850" y="1037"/>
                      <a:pt x="1110" y="1239"/>
                    </a:cubicBezTo>
                    <a:cubicBezTo>
                      <a:pt x="1207" y="1319"/>
                      <a:pt x="1325" y="1383"/>
                      <a:pt x="1444" y="1383"/>
                    </a:cubicBezTo>
                    <a:cubicBezTo>
                      <a:pt x="1500" y="1383"/>
                      <a:pt x="1557" y="1369"/>
                      <a:pt x="1611" y="1334"/>
                    </a:cubicBezTo>
                    <a:cubicBezTo>
                      <a:pt x="1730" y="1262"/>
                      <a:pt x="1777" y="1096"/>
                      <a:pt x="1789" y="953"/>
                    </a:cubicBezTo>
                    <a:cubicBezTo>
                      <a:pt x="1801" y="798"/>
                      <a:pt x="1837" y="655"/>
                      <a:pt x="1789" y="524"/>
                    </a:cubicBezTo>
                    <a:cubicBezTo>
                      <a:pt x="1706" y="286"/>
                      <a:pt x="1444" y="179"/>
                      <a:pt x="1206" y="84"/>
                    </a:cubicBezTo>
                    <a:cubicBezTo>
                      <a:pt x="1087" y="48"/>
                      <a:pt x="991" y="12"/>
                      <a:pt x="849" y="0"/>
                    </a:cubicBezTo>
                    <a:cubicBezTo>
                      <a:pt x="844" y="0"/>
                      <a:pt x="839" y="0"/>
                      <a:pt x="8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44"/>
              <p:cNvSpPr/>
              <p:nvPr/>
            </p:nvSpPr>
            <p:spPr>
              <a:xfrm>
                <a:off x="4949825" y="3976400"/>
                <a:ext cx="26100" cy="56450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2258" extrusionOk="0">
                    <a:moveTo>
                      <a:pt x="437" y="1"/>
                    </a:moveTo>
                    <a:cubicBezTo>
                      <a:pt x="0" y="1"/>
                      <a:pt x="99" y="1525"/>
                      <a:pt x="198" y="1803"/>
                    </a:cubicBezTo>
                    <a:cubicBezTo>
                      <a:pt x="246" y="1946"/>
                      <a:pt x="306" y="2077"/>
                      <a:pt x="413" y="2160"/>
                    </a:cubicBezTo>
                    <a:cubicBezTo>
                      <a:pt x="481" y="2221"/>
                      <a:pt x="569" y="2257"/>
                      <a:pt x="654" y="2257"/>
                    </a:cubicBezTo>
                    <a:cubicBezTo>
                      <a:pt x="703" y="2257"/>
                      <a:pt x="751" y="2245"/>
                      <a:pt x="794" y="2220"/>
                    </a:cubicBezTo>
                    <a:cubicBezTo>
                      <a:pt x="901" y="2160"/>
                      <a:pt x="937" y="2029"/>
                      <a:pt x="960" y="1910"/>
                    </a:cubicBezTo>
                    <a:cubicBezTo>
                      <a:pt x="1032" y="1565"/>
                      <a:pt x="1044" y="1196"/>
                      <a:pt x="1008" y="850"/>
                    </a:cubicBezTo>
                    <a:cubicBezTo>
                      <a:pt x="972" y="624"/>
                      <a:pt x="913" y="386"/>
                      <a:pt x="770" y="207"/>
                    </a:cubicBezTo>
                    <a:cubicBezTo>
                      <a:pt x="635" y="62"/>
                      <a:pt x="525" y="1"/>
                      <a:pt x="4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44"/>
              <p:cNvSpPr/>
              <p:nvPr/>
            </p:nvSpPr>
            <p:spPr>
              <a:xfrm>
                <a:off x="4737175" y="3973625"/>
                <a:ext cx="31300" cy="52500"/>
              </a:xfrm>
              <a:custGeom>
                <a:avLst/>
                <a:gdLst/>
                <a:ahLst/>
                <a:cxnLst/>
                <a:rect l="l" t="t" r="r" b="b"/>
                <a:pathLst>
                  <a:path w="1252" h="2100" extrusionOk="0">
                    <a:moveTo>
                      <a:pt x="872" y="1"/>
                    </a:moveTo>
                    <a:cubicBezTo>
                      <a:pt x="727" y="1"/>
                      <a:pt x="611" y="143"/>
                      <a:pt x="501" y="271"/>
                    </a:cubicBezTo>
                    <a:cubicBezTo>
                      <a:pt x="191" y="604"/>
                      <a:pt x="13" y="1080"/>
                      <a:pt x="1" y="1557"/>
                    </a:cubicBezTo>
                    <a:cubicBezTo>
                      <a:pt x="1" y="1771"/>
                      <a:pt x="49" y="2009"/>
                      <a:pt x="239" y="2080"/>
                    </a:cubicBezTo>
                    <a:cubicBezTo>
                      <a:pt x="272" y="2094"/>
                      <a:pt x="307" y="2100"/>
                      <a:pt x="341" y="2100"/>
                    </a:cubicBezTo>
                    <a:cubicBezTo>
                      <a:pt x="429" y="2100"/>
                      <a:pt x="519" y="2061"/>
                      <a:pt x="596" y="2009"/>
                    </a:cubicBezTo>
                    <a:cubicBezTo>
                      <a:pt x="703" y="1938"/>
                      <a:pt x="763" y="1819"/>
                      <a:pt x="834" y="1711"/>
                    </a:cubicBezTo>
                    <a:cubicBezTo>
                      <a:pt x="1013" y="1414"/>
                      <a:pt x="1204" y="1080"/>
                      <a:pt x="1239" y="747"/>
                    </a:cubicBezTo>
                    <a:cubicBezTo>
                      <a:pt x="1251" y="545"/>
                      <a:pt x="1204" y="164"/>
                      <a:pt x="1013" y="45"/>
                    </a:cubicBezTo>
                    <a:cubicBezTo>
                      <a:pt x="963" y="14"/>
                      <a:pt x="916" y="1"/>
                      <a:pt x="8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44"/>
              <p:cNvSpPr/>
              <p:nvPr/>
            </p:nvSpPr>
            <p:spPr>
              <a:xfrm>
                <a:off x="4429700" y="3764550"/>
                <a:ext cx="57075" cy="35100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1404" extrusionOk="0">
                    <a:moveTo>
                      <a:pt x="1665" y="0"/>
                    </a:moveTo>
                    <a:cubicBezTo>
                      <a:pt x="1292" y="0"/>
                      <a:pt x="808" y="132"/>
                      <a:pt x="632" y="192"/>
                    </a:cubicBezTo>
                    <a:cubicBezTo>
                      <a:pt x="489" y="252"/>
                      <a:pt x="334" y="311"/>
                      <a:pt x="215" y="430"/>
                    </a:cubicBezTo>
                    <a:cubicBezTo>
                      <a:pt x="96" y="538"/>
                      <a:pt x="1" y="680"/>
                      <a:pt x="1" y="847"/>
                    </a:cubicBezTo>
                    <a:cubicBezTo>
                      <a:pt x="1" y="1073"/>
                      <a:pt x="168" y="1264"/>
                      <a:pt x="382" y="1347"/>
                    </a:cubicBezTo>
                    <a:cubicBezTo>
                      <a:pt x="467" y="1387"/>
                      <a:pt x="558" y="1404"/>
                      <a:pt x="651" y="1404"/>
                    </a:cubicBezTo>
                    <a:cubicBezTo>
                      <a:pt x="780" y="1404"/>
                      <a:pt x="912" y="1372"/>
                      <a:pt x="1037" y="1323"/>
                    </a:cubicBezTo>
                    <a:cubicBezTo>
                      <a:pt x="1239" y="1240"/>
                      <a:pt x="1418" y="1109"/>
                      <a:pt x="1596" y="990"/>
                    </a:cubicBezTo>
                    <a:cubicBezTo>
                      <a:pt x="1775" y="871"/>
                      <a:pt x="1953" y="740"/>
                      <a:pt x="2061" y="549"/>
                    </a:cubicBezTo>
                    <a:cubicBezTo>
                      <a:pt x="2283" y="123"/>
                      <a:pt x="2025" y="0"/>
                      <a:pt x="16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44"/>
              <p:cNvSpPr/>
              <p:nvPr/>
            </p:nvSpPr>
            <p:spPr>
              <a:xfrm>
                <a:off x="4537750" y="3894150"/>
                <a:ext cx="29800" cy="28450"/>
              </a:xfrm>
              <a:custGeom>
                <a:avLst/>
                <a:gdLst/>
                <a:ahLst/>
                <a:cxnLst/>
                <a:rect l="l" t="t" r="r" b="b"/>
                <a:pathLst>
                  <a:path w="1192" h="1138" extrusionOk="0">
                    <a:moveTo>
                      <a:pt x="710" y="1"/>
                    </a:moveTo>
                    <a:cubicBezTo>
                      <a:pt x="399" y="1"/>
                      <a:pt x="63" y="576"/>
                      <a:pt x="13" y="807"/>
                    </a:cubicBezTo>
                    <a:cubicBezTo>
                      <a:pt x="1" y="902"/>
                      <a:pt x="13" y="1009"/>
                      <a:pt x="96" y="1080"/>
                    </a:cubicBezTo>
                    <a:cubicBezTo>
                      <a:pt x="142" y="1120"/>
                      <a:pt x="199" y="1137"/>
                      <a:pt x="258" y="1137"/>
                    </a:cubicBezTo>
                    <a:cubicBezTo>
                      <a:pt x="307" y="1137"/>
                      <a:pt x="357" y="1126"/>
                      <a:pt x="406" y="1104"/>
                    </a:cubicBezTo>
                    <a:cubicBezTo>
                      <a:pt x="691" y="985"/>
                      <a:pt x="1191" y="354"/>
                      <a:pt x="882" y="68"/>
                    </a:cubicBezTo>
                    <a:cubicBezTo>
                      <a:pt x="827" y="21"/>
                      <a:pt x="769" y="1"/>
                      <a:pt x="7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44"/>
              <p:cNvSpPr/>
              <p:nvPr/>
            </p:nvSpPr>
            <p:spPr>
              <a:xfrm>
                <a:off x="4444600" y="3737050"/>
                <a:ext cx="255100" cy="267800"/>
              </a:xfrm>
              <a:custGeom>
                <a:avLst/>
                <a:gdLst/>
                <a:ahLst/>
                <a:cxnLst/>
                <a:rect l="l" t="t" r="r" b="b"/>
                <a:pathLst>
                  <a:path w="10204" h="10712" extrusionOk="0">
                    <a:moveTo>
                      <a:pt x="1750" y="0"/>
                    </a:moveTo>
                    <a:cubicBezTo>
                      <a:pt x="1125" y="0"/>
                      <a:pt x="572" y="199"/>
                      <a:pt x="214" y="721"/>
                    </a:cubicBezTo>
                    <a:cubicBezTo>
                      <a:pt x="0" y="1042"/>
                      <a:pt x="0" y="1435"/>
                      <a:pt x="83" y="1804"/>
                    </a:cubicBezTo>
                    <a:cubicBezTo>
                      <a:pt x="345" y="3328"/>
                      <a:pt x="1357" y="4781"/>
                      <a:pt x="2227" y="6019"/>
                    </a:cubicBezTo>
                    <a:cubicBezTo>
                      <a:pt x="2822" y="6900"/>
                      <a:pt x="3489" y="7686"/>
                      <a:pt x="4239" y="8424"/>
                    </a:cubicBezTo>
                    <a:cubicBezTo>
                      <a:pt x="5263" y="9448"/>
                      <a:pt x="6477" y="10389"/>
                      <a:pt x="7906" y="10651"/>
                    </a:cubicBezTo>
                    <a:cubicBezTo>
                      <a:pt x="8107" y="10689"/>
                      <a:pt x="8316" y="10712"/>
                      <a:pt x="8521" y="10712"/>
                    </a:cubicBezTo>
                    <a:cubicBezTo>
                      <a:pt x="8960" y="10712"/>
                      <a:pt x="9384" y="10605"/>
                      <a:pt x="9692" y="10305"/>
                    </a:cubicBezTo>
                    <a:cubicBezTo>
                      <a:pt x="10073" y="9948"/>
                      <a:pt x="10204" y="9388"/>
                      <a:pt x="10168" y="8865"/>
                    </a:cubicBezTo>
                    <a:cubicBezTo>
                      <a:pt x="10132" y="7912"/>
                      <a:pt x="9680" y="7019"/>
                      <a:pt x="9239" y="6186"/>
                    </a:cubicBezTo>
                    <a:cubicBezTo>
                      <a:pt x="8299" y="4471"/>
                      <a:pt x="7192" y="2769"/>
                      <a:pt x="5632" y="1554"/>
                    </a:cubicBezTo>
                    <a:cubicBezTo>
                      <a:pt x="4847" y="957"/>
                      <a:pt x="3123" y="0"/>
                      <a:pt x="1750" y="0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44"/>
              <p:cNvSpPr/>
              <p:nvPr/>
            </p:nvSpPr>
            <p:spPr>
              <a:xfrm>
                <a:off x="5230100" y="3850825"/>
                <a:ext cx="140525" cy="200075"/>
              </a:xfrm>
              <a:custGeom>
                <a:avLst/>
                <a:gdLst/>
                <a:ahLst/>
                <a:cxnLst/>
                <a:rect l="l" t="t" r="r" b="b"/>
                <a:pathLst>
                  <a:path w="5621" h="8003" extrusionOk="0">
                    <a:moveTo>
                      <a:pt x="5152" y="1"/>
                    </a:moveTo>
                    <a:cubicBezTo>
                      <a:pt x="4934" y="1"/>
                      <a:pt x="4905" y="311"/>
                      <a:pt x="4823" y="515"/>
                    </a:cubicBezTo>
                    <a:cubicBezTo>
                      <a:pt x="4287" y="1980"/>
                      <a:pt x="3501" y="3337"/>
                      <a:pt x="2537" y="4552"/>
                    </a:cubicBezTo>
                    <a:cubicBezTo>
                      <a:pt x="2001" y="5242"/>
                      <a:pt x="1406" y="5861"/>
                      <a:pt x="751" y="6409"/>
                    </a:cubicBezTo>
                    <a:cubicBezTo>
                      <a:pt x="513" y="6623"/>
                      <a:pt x="263" y="6814"/>
                      <a:pt x="144" y="7100"/>
                    </a:cubicBezTo>
                    <a:cubicBezTo>
                      <a:pt x="1" y="7385"/>
                      <a:pt x="60" y="7766"/>
                      <a:pt x="322" y="7933"/>
                    </a:cubicBezTo>
                    <a:cubicBezTo>
                      <a:pt x="401" y="7982"/>
                      <a:pt x="487" y="8003"/>
                      <a:pt x="575" y="8003"/>
                    </a:cubicBezTo>
                    <a:cubicBezTo>
                      <a:pt x="701" y="8003"/>
                      <a:pt x="829" y="7960"/>
                      <a:pt x="941" y="7897"/>
                    </a:cubicBezTo>
                    <a:cubicBezTo>
                      <a:pt x="1132" y="7802"/>
                      <a:pt x="1287" y="7624"/>
                      <a:pt x="1429" y="7457"/>
                    </a:cubicBezTo>
                    <a:lnTo>
                      <a:pt x="2322" y="6433"/>
                    </a:lnTo>
                    <a:cubicBezTo>
                      <a:pt x="3239" y="5385"/>
                      <a:pt x="4156" y="4325"/>
                      <a:pt x="4811" y="3111"/>
                    </a:cubicBezTo>
                    <a:cubicBezTo>
                      <a:pt x="5180" y="2409"/>
                      <a:pt x="5597" y="1504"/>
                      <a:pt x="5620" y="682"/>
                    </a:cubicBezTo>
                    <a:cubicBezTo>
                      <a:pt x="5620" y="444"/>
                      <a:pt x="5525" y="123"/>
                      <a:pt x="5275" y="27"/>
                    </a:cubicBezTo>
                    <a:cubicBezTo>
                      <a:pt x="5228" y="9"/>
                      <a:pt x="5188" y="1"/>
                      <a:pt x="5152" y="1"/>
                    </a:cubicBezTo>
                    <a:close/>
                  </a:path>
                </a:pathLst>
              </a:custGeom>
              <a:solidFill>
                <a:srgbClr val="FBF7E4">
                  <a:alpha val="227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40" name="Google Shape;1440;p44"/>
            <p:cNvSpPr/>
            <p:nvPr/>
          </p:nvSpPr>
          <p:spPr>
            <a:xfrm flipH="1">
              <a:off x="7774625" y="2105822"/>
              <a:ext cx="217277" cy="219344"/>
            </a:xfrm>
            <a:custGeom>
              <a:avLst/>
              <a:gdLst/>
              <a:ahLst/>
              <a:cxnLst/>
              <a:rect l="l" t="t" r="r" b="b"/>
              <a:pathLst>
                <a:path w="8726" h="8809" fill="none" extrusionOk="0">
                  <a:moveTo>
                    <a:pt x="1561" y="8809"/>
                  </a:moveTo>
                  <a:cubicBezTo>
                    <a:pt x="1004" y="7917"/>
                    <a:pt x="474" y="6969"/>
                    <a:pt x="251" y="5966"/>
                  </a:cubicBezTo>
                  <a:cubicBezTo>
                    <a:pt x="0" y="4962"/>
                    <a:pt x="56" y="3791"/>
                    <a:pt x="558" y="2899"/>
                  </a:cubicBezTo>
                  <a:cubicBezTo>
                    <a:pt x="1060" y="1980"/>
                    <a:pt x="2091" y="1283"/>
                    <a:pt x="3122" y="1366"/>
                  </a:cubicBezTo>
                  <a:cubicBezTo>
                    <a:pt x="4182" y="1422"/>
                    <a:pt x="5157" y="2370"/>
                    <a:pt x="5102" y="3401"/>
                  </a:cubicBezTo>
                  <a:cubicBezTo>
                    <a:pt x="5102" y="3875"/>
                    <a:pt x="4906" y="4321"/>
                    <a:pt x="4544" y="4600"/>
                  </a:cubicBezTo>
                  <a:cubicBezTo>
                    <a:pt x="4210" y="4879"/>
                    <a:pt x="3680" y="4990"/>
                    <a:pt x="3290" y="4767"/>
                  </a:cubicBezTo>
                  <a:cubicBezTo>
                    <a:pt x="2872" y="4600"/>
                    <a:pt x="2593" y="4154"/>
                    <a:pt x="2537" y="3652"/>
                  </a:cubicBezTo>
                  <a:cubicBezTo>
                    <a:pt x="2453" y="3206"/>
                    <a:pt x="2593" y="2732"/>
                    <a:pt x="2816" y="2314"/>
                  </a:cubicBezTo>
                  <a:cubicBezTo>
                    <a:pt x="3345" y="1255"/>
                    <a:pt x="4349" y="502"/>
                    <a:pt x="5464" y="251"/>
                  </a:cubicBezTo>
                  <a:cubicBezTo>
                    <a:pt x="6579" y="0"/>
                    <a:pt x="7833" y="307"/>
                    <a:pt x="8725" y="1060"/>
                  </a:cubicBezTo>
                </a:path>
              </a:pathLst>
            </a:custGeom>
            <a:solidFill>
              <a:schemeClr val="dk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44"/>
            <p:cNvSpPr/>
            <p:nvPr/>
          </p:nvSpPr>
          <p:spPr>
            <a:xfrm flipH="1">
              <a:off x="7922550" y="3991272"/>
              <a:ext cx="217277" cy="219344"/>
            </a:xfrm>
            <a:custGeom>
              <a:avLst/>
              <a:gdLst/>
              <a:ahLst/>
              <a:cxnLst/>
              <a:rect l="l" t="t" r="r" b="b"/>
              <a:pathLst>
                <a:path w="8726" h="8809" fill="none" extrusionOk="0">
                  <a:moveTo>
                    <a:pt x="1561" y="8809"/>
                  </a:moveTo>
                  <a:cubicBezTo>
                    <a:pt x="1004" y="7917"/>
                    <a:pt x="474" y="6969"/>
                    <a:pt x="251" y="5966"/>
                  </a:cubicBezTo>
                  <a:cubicBezTo>
                    <a:pt x="0" y="4962"/>
                    <a:pt x="56" y="3791"/>
                    <a:pt x="558" y="2899"/>
                  </a:cubicBezTo>
                  <a:cubicBezTo>
                    <a:pt x="1060" y="1980"/>
                    <a:pt x="2091" y="1283"/>
                    <a:pt x="3122" y="1366"/>
                  </a:cubicBezTo>
                  <a:cubicBezTo>
                    <a:pt x="4182" y="1422"/>
                    <a:pt x="5157" y="2370"/>
                    <a:pt x="5102" y="3401"/>
                  </a:cubicBezTo>
                  <a:cubicBezTo>
                    <a:pt x="5102" y="3875"/>
                    <a:pt x="4906" y="4321"/>
                    <a:pt x="4544" y="4600"/>
                  </a:cubicBezTo>
                  <a:cubicBezTo>
                    <a:pt x="4210" y="4879"/>
                    <a:pt x="3680" y="4990"/>
                    <a:pt x="3290" y="4767"/>
                  </a:cubicBezTo>
                  <a:cubicBezTo>
                    <a:pt x="2872" y="4600"/>
                    <a:pt x="2593" y="4154"/>
                    <a:pt x="2537" y="3652"/>
                  </a:cubicBezTo>
                  <a:cubicBezTo>
                    <a:pt x="2453" y="3206"/>
                    <a:pt x="2593" y="2732"/>
                    <a:pt x="2816" y="2314"/>
                  </a:cubicBezTo>
                  <a:cubicBezTo>
                    <a:pt x="3345" y="1255"/>
                    <a:pt x="4349" y="502"/>
                    <a:pt x="5464" y="251"/>
                  </a:cubicBezTo>
                  <a:cubicBezTo>
                    <a:pt x="6579" y="0"/>
                    <a:pt x="7833" y="307"/>
                    <a:pt x="8725" y="1060"/>
                  </a:cubicBezTo>
                </a:path>
              </a:pathLst>
            </a:custGeom>
            <a:solidFill>
              <a:schemeClr val="dk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Healthy Nutrition Coach Portfolio by Slidesgo">
  <a:themeElements>
    <a:clrScheme name="Simple Light">
      <a:dk1>
        <a:srgbClr val="173505"/>
      </a:dk1>
      <a:lt1>
        <a:srgbClr val="FBF7E4"/>
      </a:lt1>
      <a:dk2>
        <a:srgbClr val="F5F1CD"/>
      </a:dk2>
      <a:lt2>
        <a:srgbClr val="FFC95C"/>
      </a:lt2>
      <a:accent1>
        <a:srgbClr val="EF9821"/>
      </a:accent1>
      <a:accent2>
        <a:srgbClr val="F46B24"/>
      </a:accent2>
      <a:accent3>
        <a:srgbClr val="C92E52"/>
      </a:accent3>
      <a:accent4>
        <a:srgbClr val="96AE6D"/>
      </a:accent4>
      <a:accent5>
        <a:srgbClr val="7C9853"/>
      </a:accent5>
      <a:accent6>
        <a:srgbClr val="425422"/>
      </a:accent6>
      <a:hlink>
        <a:srgbClr val="17350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On-screen Show (16:9)</PresentationFormat>
  <Paragraphs>58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Nunito Light</vt:lpstr>
      <vt:lpstr>Bebas Neue</vt:lpstr>
      <vt:lpstr>Marcellus</vt:lpstr>
      <vt:lpstr>Arial</vt:lpstr>
      <vt:lpstr>Raleway</vt:lpstr>
      <vt:lpstr>Mulish</vt:lpstr>
      <vt:lpstr>Healthy Nutrition Coach Portfolio by Slidesgo</vt:lpstr>
      <vt:lpstr>Ballarpur Institute of Technology</vt:lpstr>
      <vt:lpstr> Food Ingredient Health Analyzer</vt:lpstr>
      <vt:lpstr> Introduction</vt:lpstr>
      <vt:lpstr>Methodology &amp; Tech Stack</vt:lpstr>
      <vt:lpstr>Research (Existing vs Our Work)</vt:lpstr>
      <vt:lpstr>How it works? </vt:lpstr>
      <vt:lpstr>Conclusion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Abhishek Ganvir</cp:lastModifiedBy>
  <cp:revision>5</cp:revision>
  <dcterms:modified xsi:type="dcterms:W3CDTF">2026-04-17T09:33:03Z</dcterms:modified>
</cp:coreProperties>
</file>